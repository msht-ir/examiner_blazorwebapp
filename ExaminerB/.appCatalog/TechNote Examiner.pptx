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3" r:id="rId2"/>
    <p:sldId id="276" r:id="rId3"/>
    <p:sldId id="301" r:id="rId4"/>
    <p:sldId id="302" r:id="rId5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jid SharifiTehrani" userId="f32ae554f42033bf" providerId="LiveId" clId="{B944BF89-5C97-46C2-9854-A5092671A246}"/>
    <pc:docChg chg="delSld">
      <pc:chgData name="Majid SharifiTehrani" userId="f32ae554f42033bf" providerId="LiveId" clId="{B944BF89-5C97-46C2-9854-A5092671A246}" dt="2026-01-01T08:00:08.887" v="1" actId="47"/>
      <pc:docMkLst>
        <pc:docMk/>
      </pc:docMkLst>
      <pc:sldChg chg="del">
        <pc:chgData name="Majid SharifiTehrani" userId="f32ae554f42033bf" providerId="LiveId" clId="{B944BF89-5C97-46C2-9854-A5092671A246}" dt="2026-01-01T08:00:08.887" v="1" actId="47"/>
        <pc:sldMkLst>
          <pc:docMk/>
          <pc:sldMk cId="4157743210" sldId="297"/>
        </pc:sldMkLst>
      </pc:sldChg>
      <pc:sldChg chg="del">
        <pc:chgData name="Majid SharifiTehrani" userId="f32ae554f42033bf" providerId="LiveId" clId="{B944BF89-5C97-46C2-9854-A5092671A246}" dt="2026-01-01T08:00:07.777" v="0" actId="47"/>
        <pc:sldMkLst>
          <pc:docMk/>
          <pc:sldMk cId="2012550075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32E92CD-0FEE-4649-B883-005795051A77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3F0059B-CEE0-4B57-B0D7-464B51FC19E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2789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3232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8969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6118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963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4855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0938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6626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3949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9778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76126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0364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1C1A3-4ED0-49B8-A3A8-A80CD4DB1558}" type="datetimeFigureOut">
              <a:rPr lang="fa-IR" smtClean="0"/>
              <a:t>18/05/1448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308FE-58DB-4606-8132-A95B0330AF0D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8869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66F15E-AC73-3384-4BF9-88C0AAD2A293}"/>
              </a:ext>
            </a:extLst>
          </p:cNvPr>
          <p:cNvSpPr/>
          <p:nvPr/>
        </p:nvSpPr>
        <p:spPr>
          <a:xfrm>
            <a:off x="-1" y="0"/>
            <a:ext cx="2219326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r" rtl="1"/>
            <a:endParaRPr lang="fa-IR" sz="16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C74458-1B84-FEB8-8914-1EF2D8428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9324" y="1124062"/>
            <a:ext cx="15781339" cy="2387600"/>
          </a:xfrm>
        </p:spPr>
        <p:txBody>
          <a:bodyPr>
            <a:normAutofit fontScale="90000"/>
          </a:bodyPr>
          <a:lstStyle/>
          <a:p>
            <a:pPr rtl="0"/>
            <a:r>
              <a:rPr lang="en-US" sz="19900" dirty="0">
                <a:solidFill>
                  <a:schemeClr val="tx2">
                    <a:lumMod val="60000"/>
                    <a:lumOff val="40000"/>
                  </a:schemeClr>
                </a:solidFill>
                <a:latin typeface="Broadway" panose="04040905080B02020502" pitchFamily="82" charset="0"/>
              </a:rPr>
              <a:t>Examiner</a:t>
            </a:r>
            <a:endParaRPr lang="fa-IR" sz="19900" dirty="0">
              <a:solidFill>
                <a:schemeClr val="tx2">
                  <a:lumMod val="60000"/>
                  <a:lumOff val="40000"/>
                </a:schemeClr>
              </a:solidFill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4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3BDCA9-3567-C6A1-1804-521E96510B64}"/>
              </a:ext>
            </a:extLst>
          </p:cNvPr>
          <p:cNvSpPr/>
          <p:nvPr/>
        </p:nvSpPr>
        <p:spPr>
          <a:xfrm>
            <a:off x="3131347" y="79458"/>
            <a:ext cx="1227312" cy="1235537"/>
          </a:xfrm>
          <a:prstGeom prst="roundRect">
            <a:avLst>
              <a:gd name="adj" fmla="val 8023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Courses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CourseName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CourseUnits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User_ID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RTL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A6B89C-6A9C-CB47-73F2-B3E679C8470B}"/>
              </a:ext>
            </a:extLst>
          </p:cNvPr>
          <p:cNvSpPr/>
          <p:nvPr/>
        </p:nvSpPr>
        <p:spPr>
          <a:xfrm>
            <a:off x="5978767" y="79457"/>
            <a:ext cx="1508246" cy="1849848"/>
          </a:xfrm>
          <a:prstGeom prst="roundRect">
            <a:avLst>
              <a:gd name="adj" fmla="val 560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Exams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Course_ID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ExamTitle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ExamDateTime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ExamDuration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ExamNTests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ExamShuffleOptions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IsActive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23C47C-BD45-BE59-4526-AF8639904991}"/>
              </a:ext>
            </a:extLst>
          </p:cNvPr>
          <p:cNvSpPr/>
          <p:nvPr/>
        </p:nvSpPr>
        <p:spPr>
          <a:xfrm>
            <a:off x="4576691" y="79458"/>
            <a:ext cx="1227312" cy="1775468"/>
          </a:xfrm>
          <a:prstGeom prst="roundRect">
            <a:avLst>
              <a:gd name="adj" fmla="val 653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Tests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TestText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TestType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Course_ID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Topic_ID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TestRTL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OptionsRTL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TestLevel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8AD0B6-18CE-BD3A-5EDA-1DE07A9AA8B1}"/>
              </a:ext>
            </a:extLst>
          </p:cNvPr>
          <p:cNvSpPr/>
          <p:nvPr/>
        </p:nvSpPr>
        <p:spPr>
          <a:xfrm>
            <a:off x="4576691" y="1976557"/>
            <a:ext cx="1227312" cy="1317754"/>
          </a:xfrm>
          <a:prstGeom prst="roundRect">
            <a:avLst>
              <a:gd name="adj" fmla="val 808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TestOptions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Test_ID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OptionText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IsAnswer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ForceLast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CE989A-64EE-7649-C351-8B2646E6A1D5}"/>
              </a:ext>
            </a:extLst>
          </p:cNvPr>
          <p:cNvSpPr/>
          <p:nvPr/>
        </p:nvSpPr>
        <p:spPr>
          <a:xfrm>
            <a:off x="3131347" y="1419321"/>
            <a:ext cx="1227312" cy="902128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>
                <a:solidFill>
                  <a:schemeClr val="tx1"/>
                </a:solidFill>
              </a:rPr>
              <a:t>CourseTopics</a:t>
            </a:r>
          </a:p>
          <a:p>
            <a:r>
              <a:rPr lang="en-US" sz="1200">
                <a:solidFill>
                  <a:schemeClr val="tx1"/>
                </a:solidFill>
              </a:rPr>
              <a:t>ID</a:t>
            </a:r>
          </a:p>
          <a:p>
            <a:r>
              <a:rPr lang="en-US" sz="1200">
                <a:solidFill>
                  <a:schemeClr val="tx1"/>
                </a:solidFill>
              </a:rPr>
              <a:t>Course_ID</a:t>
            </a:r>
          </a:p>
          <a:p>
            <a:r>
              <a:rPr lang="en-US" sz="1200">
                <a:solidFill>
                  <a:schemeClr val="tx1"/>
                </a:solidFill>
              </a:rPr>
              <a:t>Topic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D2B513-407D-3224-C7D7-850C29D8A164}"/>
              </a:ext>
            </a:extLst>
          </p:cNvPr>
          <p:cNvSpPr/>
          <p:nvPr/>
        </p:nvSpPr>
        <p:spPr>
          <a:xfrm>
            <a:off x="5978769" y="1993170"/>
            <a:ext cx="1508245" cy="1317754"/>
          </a:xfrm>
          <a:prstGeom prst="roundRect">
            <a:avLst>
              <a:gd name="adj" fmla="val 873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ExamComposition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Exam_ID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Topic_ID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TopicNTests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TestsLevel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13DD1A-0BDC-A90E-C825-3A4126C0C2E1}"/>
              </a:ext>
            </a:extLst>
          </p:cNvPr>
          <p:cNvSpPr/>
          <p:nvPr/>
        </p:nvSpPr>
        <p:spPr>
          <a:xfrm>
            <a:off x="5237672" y="3415944"/>
            <a:ext cx="1442627" cy="947869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ExamTests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Exam_ID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Test_ID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1A4AFF9-E778-7739-DDE6-E3768AAB28FA}"/>
              </a:ext>
            </a:extLst>
          </p:cNvPr>
          <p:cNvSpPr/>
          <p:nvPr/>
        </p:nvSpPr>
        <p:spPr>
          <a:xfrm>
            <a:off x="7639273" y="952798"/>
            <a:ext cx="1430297" cy="902128"/>
          </a:xfrm>
          <a:prstGeom prst="roundRect">
            <a:avLst>
              <a:gd name="adj" fmla="val 994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Entries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EntryName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User_ID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92F10B8-86E2-61A4-831E-34D0587A6A22}"/>
              </a:ext>
            </a:extLst>
          </p:cNvPr>
          <p:cNvSpPr/>
          <p:nvPr/>
        </p:nvSpPr>
        <p:spPr>
          <a:xfrm>
            <a:off x="7661778" y="1929306"/>
            <a:ext cx="1430296" cy="1064061"/>
          </a:xfrm>
          <a:prstGeom prst="roundRect">
            <a:avLst>
              <a:gd name="adj" fmla="val 80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Participants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Entry_ID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ParticipantName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ParticipantPass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FD128A1-8FF7-C03A-6399-4C8AFAB598D7}"/>
              </a:ext>
            </a:extLst>
          </p:cNvPr>
          <p:cNvSpPr/>
          <p:nvPr/>
        </p:nvSpPr>
        <p:spPr>
          <a:xfrm>
            <a:off x="6219152" y="4469273"/>
            <a:ext cx="1442626" cy="2232422"/>
          </a:xfrm>
          <a:prstGeom prst="roundRect">
            <a:avLst>
              <a:gd name="adj" fmla="val 689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ExamSheets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Participant_ID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Opt1_ID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Opt2_ID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Opt3_ID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Opt4_ID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Opt5_ID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Keyx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Ans</a:t>
            </a:r>
          </a:p>
          <a:p>
            <a:r>
              <a:rPr lang="en-US" sz="1200" dirty="0">
                <a:solidFill>
                  <a:schemeClr val="tx1"/>
                </a:solidFill>
              </a:rPr>
              <a:t>Tags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58959C-7E80-5B28-B249-93BC43B3BB77}"/>
              </a:ext>
            </a:extLst>
          </p:cNvPr>
          <p:cNvSpPr/>
          <p:nvPr/>
        </p:nvSpPr>
        <p:spPr>
          <a:xfrm>
            <a:off x="7639272" y="3110867"/>
            <a:ext cx="1442628" cy="1317754"/>
          </a:xfrm>
          <a:prstGeom prst="roundRect">
            <a:avLst>
              <a:gd name="adj" fmla="val 80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ExamParticipants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Participant_ID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Started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DateTime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Finished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7CBF7B-CD74-7EF7-B64B-DB3F8618D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790793"/>
              </p:ext>
            </p:extLst>
          </p:nvPr>
        </p:nvGraphicFramePr>
        <p:xfrm>
          <a:off x="8495234" y="5085024"/>
          <a:ext cx="5470984" cy="1357523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683873">
                  <a:extLst>
                    <a:ext uri="{9D8B030D-6E8A-4147-A177-3AD203B41FA5}">
                      <a16:colId xmlns:a16="http://schemas.microsoft.com/office/drawing/2014/main" val="897935204"/>
                    </a:ext>
                  </a:extLst>
                </a:gridCol>
                <a:gridCol w="683873">
                  <a:extLst>
                    <a:ext uri="{9D8B030D-6E8A-4147-A177-3AD203B41FA5}">
                      <a16:colId xmlns:a16="http://schemas.microsoft.com/office/drawing/2014/main" val="1949677389"/>
                    </a:ext>
                  </a:extLst>
                </a:gridCol>
                <a:gridCol w="683873">
                  <a:extLst>
                    <a:ext uri="{9D8B030D-6E8A-4147-A177-3AD203B41FA5}">
                      <a16:colId xmlns:a16="http://schemas.microsoft.com/office/drawing/2014/main" val="3548331147"/>
                    </a:ext>
                  </a:extLst>
                </a:gridCol>
                <a:gridCol w="683873">
                  <a:extLst>
                    <a:ext uri="{9D8B030D-6E8A-4147-A177-3AD203B41FA5}">
                      <a16:colId xmlns:a16="http://schemas.microsoft.com/office/drawing/2014/main" val="2871843205"/>
                    </a:ext>
                  </a:extLst>
                </a:gridCol>
                <a:gridCol w="683873">
                  <a:extLst>
                    <a:ext uri="{9D8B030D-6E8A-4147-A177-3AD203B41FA5}">
                      <a16:colId xmlns:a16="http://schemas.microsoft.com/office/drawing/2014/main" val="2007867172"/>
                    </a:ext>
                  </a:extLst>
                </a:gridCol>
                <a:gridCol w="683873">
                  <a:extLst>
                    <a:ext uri="{9D8B030D-6E8A-4147-A177-3AD203B41FA5}">
                      <a16:colId xmlns:a16="http://schemas.microsoft.com/office/drawing/2014/main" val="2910219906"/>
                    </a:ext>
                  </a:extLst>
                </a:gridCol>
                <a:gridCol w="683873">
                  <a:extLst>
                    <a:ext uri="{9D8B030D-6E8A-4147-A177-3AD203B41FA5}">
                      <a16:colId xmlns:a16="http://schemas.microsoft.com/office/drawing/2014/main" val="2892710932"/>
                    </a:ext>
                  </a:extLst>
                </a:gridCol>
                <a:gridCol w="683873">
                  <a:extLst>
                    <a:ext uri="{9D8B030D-6E8A-4147-A177-3AD203B41FA5}">
                      <a16:colId xmlns:a16="http://schemas.microsoft.com/office/drawing/2014/main" val="3497366620"/>
                    </a:ext>
                  </a:extLst>
                </a:gridCol>
              </a:tblGrid>
              <a:tr h="747923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New / Edit</a:t>
                      </a:r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C</a:t>
                      </a:r>
                      <a:endParaRPr lang="fa-I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E</a:t>
                      </a:r>
                      <a:endParaRPr lang="fa-I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T</a:t>
                      </a:r>
                      <a:endParaRPr lang="fa-I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Saved</a:t>
                      </a:r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Selected</a:t>
                      </a:r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endParaRPr lang="fa-IR" sz="1400" dirty="0"/>
                    </a:p>
                  </a:txBody>
                  <a:tcPr vert="vert"/>
                </a:tc>
                <a:extLst>
                  <a:ext uri="{0D108BD9-81ED-4DB2-BD59-A6C34878D82A}">
                    <a16:rowId xmlns:a16="http://schemas.microsoft.com/office/drawing/2014/main" val="3019752647"/>
                  </a:ext>
                </a:extLst>
              </a:tr>
              <a:tr h="285836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0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2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3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4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5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6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7</a:t>
                      </a:r>
                      <a:endParaRPr lang="fa-I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24500"/>
                  </a:ext>
                </a:extLst>
              </a:tr>
              <a:tr h="281539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2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4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8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16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32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64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128</a:t>
                      </a:r>
                      <a:endParaRPr lang="fa-I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834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B80E419-6D34-8094-3A87-68909BCB920E}"/>
              </a:ext>
            </a:extLst>
          </p:cNvPr>
          <p:cNvSpPr txBox="1"/>
          <p:nvPr/>
        </p:nvSpPr>
        <p:spPr>
          <a:xfrm>
            <a:off x="13222502" y="34034"/>
            <a:ext cx="1785010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>
            <a:defPPr>
              <a:defRPr lang="fa-IR"/>
            </a:defPPr>
            <a:lvl1pPr algn="ctr">
              <a:defRPr sz="1400"/>
            </a:lvl1pPr>
          </a:lstStyle>
          <a:p>
            <a:r>
              <a:rPr lang="en-US" dirty="0" err="1"/>
              <a:t>eLib.Exam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37917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375A-035B-9D0E-5C9C-436EF497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9549F0-E301-6033-D26B-E00333812200}"/>
              </a:ext>
            </a:extLst>
          </p:cNvPr>
          <p:cNvSpPr/>
          <p:nvPr/>
        </p:nvSpPr>
        <p:spPr>
          <a:xfrm>
            <a:off x="676779" y="767711"/>
            <a:ext cx="1508244" cy="1235537"/>
          </a:xfrm>
          <a:prstGeom prst="roundRect">
            <a:avLst>
              <a:gd name="adj" fmla="val 8023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C0C0C0"/>
                </a:highlight>
              </a:rPr>
              <a:t>Courses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CourseName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CourseUnits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00FF"/>
                </a:highlight>
              </a:rPr>
              <a:t>User_ID</a:t>
            </a:r>
            <a:endParaRPr lang="en-US" sz="1200" dirty="0">
              <a:solidFill>
                <a:schemeClr val="tx1"/>
              </a:solidFill>
              <a:highlight>
                <a:srgbClr val="FF00FF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RTL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EA86EA-A999-4B3C-CE44-D757048013DC}"/>
              </a:ext>
            </a:extLst>
          </p:cNvPr>
          <p:cNvSpPr/>
          <p:nvPr/>
        </p:nvSpPr>
        <p:spPr>
          <a:xfrm>
            <a:off x="2894978" y="993970"/>
            <a:ext cx="1508244" cy="1978909"/>
          </a:xfrm>
          <a:prstGeom prst="roundRect">
            <a:avLst>
              <a:gd name="adj" fmla="val 560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Exams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C0C0C0"/>
                </a:highlight>
              </a:rPr>
              <a:t>Course_ID</a:t>
            </a:r>
            <a:endParaRPr lang="en-US" sz="1200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ExamTitle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ExamDateTime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ExamDuration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ExamNTests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ExamShuffleOptions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IsActive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025DB4-663B-7561-E023-1CBF21499BFB}"/>
              </a:ext>
            </a:extLst>
          </p:cNvPr>
          <p:cNvSpPr/>
          <p:nvPr/>
        </p:nvSpPr>
        <p:spPr>
          <a:xfrm>
            <a:off x="6170266" y="2369620"/>
            <a:ext cx="1508244" cy="1775468"/>
          </a:xfrm>
          <a:prstGeom prst="roundRect">
            <a:avLst>
              <a:gd name="adj" fmla="val 653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00FFFF"/>
                </a:highlight>
              </a:rPr>
              <a:t>Tests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TestText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TestType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C0C0C0"/>
                </a:highlight>
              </a:rPr>
              <a:t>Course_ID</a:t>
            </a:r>
            <a:endParaRPr lang="en-US" sz="1200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en-US" sz="1200" dirty="0" err="1">
                <a:solidFill>
                  <a:schemeClr val="bg1"/>
                </a:solidFill>
                <a:highlight>
                  <a:srgbClr val="800080"/>
                </a:highlight>
              </a:rPr>
              <a:t>Topic_ID</a:t>
            </a:r>
            <a:endParaRPr lang="en-US" sz="1200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TestRTL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OptionsRTL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TestLevel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8F578E-BA08-2845-A397-F092094537F9}"/>
              </a:ext>
            </a:extLst>
          </p:cNvPr>
          <p:cNvSpPr/>
          <p:nvPr/>
        </p:nvSpPr>
        <p:spPr>
          <a:xfrm>
            <a:off x="7970689" y="5420862"/>
            <a:ext cx="1508244" cy="1317754"/>
          </a:xfrm>
          <a:prstGeom prst="roundRect">
            <a:avLst>
              <a:gd name="adj" fmla="val 808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TestOptions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FF"/>
                </a:highlight>
              </a:rPr>
              <a:t>Test_ID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OptionText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IsAnswer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ForceLast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C2847B9-91F2-6287-E1E6-BA7AED89F225}"/>
              </a:ext>
            </a:extLst>
          </p:cNvPr>
          <p:cNvSpPr/>
          <p:nvPr/>
        </p:nvSpPr>
        <p:spPr>
          <a:xfrm>
            <a:off x="671262" y="3612816"/>
            <a:ext cx="1508244" cy="902128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bg1"/>
                </a:solidFill>
                <a:highlight>
                  <a:srgbClr val="800080"/>
                </a:highlight>
              </a:rPr>
              <a:t>CourseTopics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C0C0C0"/>
                </a:highlight>
              </a:rPr>
              <a:t>Course_ID</a:t>
            </a:r>
            <a:endParaRPr lang="en-US" sz="1200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Topic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81E9FC-B070-66F6-3C5F-FE614D1893E2}"/>
              </a:ext>
            </a:extLst>
          </p:cNvPr>
          <p:cNvSpPr/>
          <p:nvPr/>
        </p:nvSpPr>
        <p:spPr>
          <a:xfrm>
            <a:off x="1783120" y="5046406"/>
            <a:ext cx="1508244" cy="1317754"/>
          </a:xfrm>
          <a:prstGeom prst="roundRect">
            <a:avLst>
              <a:gd name="adj" fmla="val 873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ExamComposition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 err="1">
                <a:solidFill>
                  <a:schemeClr val="bg1"/>
                </a:solidFill>
                <a:highlight>
                  <a:srgbClr val="800080"/>
                </a:highlight>
              </a:rPr>
              <a:t>Topic_ID</a:t>
            </a:r>
            <a:endParaRPr lang="en-US" sz="1200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TopicNTests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TestsLevel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DBBBE3-D728-E865-CC2D-6C1FE373492A}"/>
              </a:ext>
            </a:extLst>
          </p:cNvPr>
          <p:cNvSpPr/>
          <p:nvPr/>
        </p:nvSpPr>
        <p:spPr>
          <a:xfrm>
            <a:off x="4470441" y="5416291"/>
            <a:ext cx="1508244" cy="947869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ExamTests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FF"/>
                </a:highlight>
              </a:rPr>
              <a:t>Test_ID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2CAAB1F-0C18-578D-3924-9B371F8F2B80}"/>
              </a:ext>
            </a:extLst>
          </p:cNvPr>
          <p:cNvSpPr/>
          <p:nvPr/>
        </p:nvSpPr>
        <p:spPr>
          <a:xfrm>
            <a:off x="12614160" y="1711186"/>
            <a:ext cx="1508244" cy="902128"/>
          </a:xfrm>
          <a:prstGeom prst="roundRect">
            <a:avLst>
              <a:gd name="adj" fmla="val 994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Entries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EntryName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00FF"/>
                </a:highlight>
              </a:rPr>
              <a:t>User_ID</a:t>
            </a:r>
            <a:endParaRPr lang="en-US" sz="1200" dirty="0">
              <a:solidFill>
                <a:schemeClr val="tx1"/>
              </a:solidFill>
              <a:highlight>
                <a:srgbClr val="FF00FF"/>
              </a:highlight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4D57D23-E072-A1A3-56DB-0F5912ADF744}"/>
              </a:ext>
            </a:extLst>
          </p:cNvPr>
          <p:cNvSpPr/>
          <p:nvPr/>
        </p:nvSpPr>
        <p:spPr>
          <a:xfrm>
            <a:off x="11105916" y="2972879"/>
            <a:ext cx="1508244" cy="1064061"/>
          </a:xfrm>
          <a:prstGeom prst="roundRect">
            <a:avLst>
              <a:gd name="adj" fmla="val 80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00FF00"/>
                </a:highlight>
              </a:rPr>
              <a:t>Participants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Entry_ID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ParticipantName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ParticipantPass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70F2E84-EBD8-4E02-7AF9-4A0A0D52D62C}"/>
              </a:ext>
            </a:extLst>
          </p:cNvPr>
          <p:cNvSpPr/>
          <p:nvPr/>
        </p:nvSpPr>
        <p:spPr>
          <a:xfrm>
            <a:off x="8125231" y="1665729"/>
            <a:ext cx="1182223" cy="2323208"/>
          </a:xfrm>
          <a:prstGeom prst="roundRect">
            <a:avLst>
              <a:gd name="adj" fmla="val 689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ExamSheets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Participant_ID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FF"/>
                </a:highlight>
              </a:rPr>
              <a:t>Test_ID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Opt1_ID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Opt2_ID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Opt3_ID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Opt4_ID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Opt5_ID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Keyx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Ans</a:t>
            </a:r>
          </a:p>
          <a:p>
            <a:r>
              <a:rPr lang="en-US" sz="1200" dirty="0">
                <a:solidFill>
                  <a:schemeClr val="tx1"/>
                </a:solidFill>
              </a:rPr>
              <a:t>Tags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4447EF-973A-2D58-FC6B-BA8298326820}"/>
              </a:ext>
            </a:extLst>
          </p:cNvPr>
          <p:cNvSpPr/>
          <p:nvPr/>
        </p:nvSpPr>
        <p:spPr>
          <a:xfrm>
            <a:off x="9939355" y="669040"/>
            <a:ext cx="1508244" cy="1317754"/>
          </a:xfrm>
          <a:prstGeom prst="roundRect">
            <a:avLst>
              <a:gd name="adj" fmla="val 80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ExamParticipants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Participant_ID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Started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DateTime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Finished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B4159-3D48-C912-0518-4A6ECE063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47079"/>
              </p:ext>
            </p:extLst>
          </p:nvPr>
        </p:nvGraphicFramePr>
        <p:xfrm>
          <a:off x="13485580" y="5211463"/>
          <a:ext cx="4324744" cy="1357523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540593">
                  <a:extLst>
                    <a:ext uri="{9D8B030D-6E8A-4147-A177-3AD203B41FA5}">
                      <a16:colId xmlns:a16="http://schemas.microsoft.com/office/drawing/2014/main" val="897935204"/>
                    </a:ext>
                  </a:extLst>
                </a:gridCol>
                <a:gridCol w="540593">
                  <a:extLst>
                    <a:ext uri="{9D8B030D-6E8A-4147-A177-3AD203B41FA5}">
                      <a16:colId xmlns:a16="http://schemas.microsoft.com/office/drawing/2014/main" val="1949677389"/>
                    </a:ext>
                  </a:extLst>
                </a:gridCol>
                <a:gridCol w="540593">
                  <a:extLst>
                    <a:ext uri="{9D8B030D-6E8A-4147-A177-3AD203B41FA5}">
                      <a16:colId xmlns:a16="http://schemas.microsoft.com/office/drawing/2014/main" val="3548331147"/>
                    </a:ext>
                  </a:extLst>
                </a:gridCol>
                <a:gridCol w="540593">
                  <a:extLst>
                    <a:ext uri="{9D8B030D-6E8A-4147-A177-3AD203B41FA5}">
                      <a16:colId xmlns:a16="http://schemas.microsoft.com/office/drawing/2014/main" val="2871843205"/>
                    </a:ext>
                  </a:extLst>
                </a:gridCol>
                <a:gridCol w="540593">
                  <a:extLst>
                    <a:ext uri="{9D8B030D-6E8A-4147-A177-3AD203B41FA5}">
                      <a16:colId xmlns:a16="http://schemas.microsoft.com/office/drawing/2014/main" val="2007867172"/>
                    </a:ext>
                  </a:extLst>
                </a:gridCol>
                <a:gridCol w="540593">
                  <a:extLst>
                    <a:ext uri="{9D8B030D-6E8A-4147-A177-3AD203B41FA5}">
                      <a16:colId xmlns:a16="http://schemas.microsoft.com/office/drawing/2014/main" val="2910219906"/>
                    </a:ext>
                  </a:extLst>
                </a:gridCol>
                <a:gridCol w="540593">
                  <a:extLst>
                    <a:ext uri="{9D8B030D-6E8A-4147-A177-3AD203B41FA5}">
                      <a16:colId xmlns:a16="http://schemas.microsoft.com/office/drawing/2014/main" val="2892710932"/>
                    </a:ext>
                  </a:extLst>
                </a:gridCol>
                <a:gridCol w="540593">
                  <a:extLst>
                    <a:ext uri="{9D8B030D-6E8A-4147-A177-3AD203B41FA5}">
                      <a16:colId xmlns:a16="http://schemas.microsoft.com/office/drawing/2014/main" val="3497366620"/>
                    </a:ext>
                  </a:extLst>
                </a:gridCol>
              </a:tblGrid>
              <a:tr h="747923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New / Edit</a:t>
                      </a:r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C</a:t>
                      </a:r>
                      <a:endParaRPr lang="fa-I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E</a:t>
                      </a:r>
                      <a:endParaRPr lang="fa-I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T</a:t>
                      </a:r>
                      <a:endParaRPr lang="fa-I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Saved</a:t>
                      </a:r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Selected</a:t>
                      </a:r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endParaRPr lang="fa-IR" sz="1400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algn="ctr" rtl="1"/>
                      <a:endParaRPr lang="fa-IR" sz="1400" dirty="0"/>
                    </a:p>
                  </a:txBody>
                  <a:tcPr vert="vert"/>
                </a:tc>
                <a:extLst>
                  <a:ext uri="{0D108BD9-81ED-4DB2-BD59-A6C34878D82A}">
                    <a16:rowId xmlns:a16="http://schemas.microsoft.com/office/drawing/2014/main" val="3019752647"/>
                  </a:ext>
                </a:extLst>
              </a:tr>
              <a:tr h="285836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0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2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3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4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5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6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7</a:t>
                      </a:r>
                      <a:endParaRPr lang="fa-I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524500"/>
                  </a:ext>
                </a:extLst>
              </a:tr>
              <a:tr h="281539"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2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4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8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16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32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64</a:t>
                      </a:r>
                      <a:endParaRPr lang="fa-I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dirty="0"/>
                        <a:t>128</a:t>
                      </a:r>
                      <a:endParaRPr lang="fa-I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834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6585F7-CA9A-FE8D-1CB3-B46031085192}"/>
              </a:ext>
            </a:extLst>
          </p:cNvPr>
          <p:cNvSpPr txBox="1"/>
          <p:nvPr/>
        </p:nvSpPr>
        <p:spPr>
          <a:xfrm>
            <a:off x="16143608" y="34034"/>
            <a:ext cx="1785010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>
            <a:defPPr>
              <a:defRPr lang="fa-IR"/>
            </a:defPPr>
            <a:lvl1pPr algn="ctr">
              <a:defRPr sz="1400"/>
            </a:lvl1pPr>
          </a:lstStyle>
          <a:p>
            <a:r>
              <a:rPr lang="en-US" dirty="0" err="1"/>
              <a:t>eLib.Exam</a:t>
            </a:r>
            <a:endParaRPr lang="fa-IR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F8EB21-B669-5B49-C945-D813F79936FB}"/>
              </a:ext>
            </a:extLst>
          </p:cNvPr>
          <p:cNvSpPr/>
          <p:nvPr/>
        </p:nvSpPr>
        <p:spPr>
          <a:xfrm>
            <a:off x="72045" y="34034"/>
            <a:ext cx="586923" cy="727793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  <a:highlight>
                  <a:srgbClr val="FF00FF"/>
                </a:highlight>
              </a:rPr>
              <a:t>Usrs</a:t>
            </a:r>
            <a:endParaRPr lang="en-US" sz="1200" b="1" dirty="0">
              <a:solidFill>
                <a:schemeClr val="tx1"/>
              </a:solidFill>
              <a:highlight>
                <a:srgbClr val="FF00FF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60254EC-70AF-8344-1D7C-B33442577CCF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2179506" y="4063880"/>
            <a:ext cx="357736" cy="9825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1BF627F-541B-8FE8-66C7-34A5E84EAF29}"/>
              </a:ext>
            </a:extLst>
          </p:cNvPr>
          <p:cNvCxnSpPr>
            <a:cxnSpLocks/>
            <a:stCxn id="19" idx="0"/>
            <a:endCxn id="9" idx="1"/>
          </p:cNvCxnSpPr>
          <p:nvPr/>
        </p:nvCxnSpPr>
        <p:spPr>
          <a:xfrm rot="5400000" flipH="1" flipV="1">
            <a:off x="3620094" y="1062644"/>
            <a:ext cx="355462" cy="474488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B3D001B-B808-B964-A1F6-0AF1FACA773B}"/>
              </a:ext>
            </a:extLst>
          </p:cNvPr>
          <p:cNvCxnSpPr>
            <a:cxnSpLocks/>
            <a:stCxn id="15" idx="1"/>
            <a:endCxn id="19" idx="1"/>
          </p:cNvCxnSpPr>
          <p:nvPr/>
        </p:nvCxnSpPr>
        <p:spPr>
          <a:xfrm rot="10800000" flipV="1">
            <a:off x="671263" y="1385480"/>
            <a:ext cx="5517" cy="2678400"/>
          </a:xfrm>
          <a:prstGeom prst="bentConnector3">
            <a:avLst>
              <a:gd name="adj1" fmla="val 42435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D71AA7C-0476-D4C9-1AA9-3FF78240CCF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185023" y="1385480"/>
            <a:ext cx="709955" cy="5979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B036959-3553-4C49-ACE2-C0E0D166392F}"/>
              </a:ext>
            </a:extLst>
          </p:cNvPr>
          <p:cNvCxnSpPr>
            <a:cxnSpLocks/>
            <a:stCxn id="16" idx="2"/>
            <a:endCxn id="20" idx="3"/>
          </p:cNvCxnSpPr>
          <p:nvPr/>
        </p:nvCxnSpPr>
        <p:spPr>
          <a:xfrm rot="5400000">
            <a:off x="2104030" y="4160213"/>
            <a:ext cx="2732404" cy="357736"/>
          </a:xfrm>
          <a:prstGeom prst="bentConnector2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160D09E-C181-B4D6-12D5-87B0090552E0}"/>
              </a:ext>
            </a:extLst>
          </p:cNvPr>
          <p:cNvCxnSpPr>
            <a:cxnSpLocks/>
            <a:stCxn id="15" idx="2"/>
            <a:endCxn id="9" idx="1"/>
          </p:cNvCxnSpPr>
          <p:nvPr/>
        </p:nvCxnSpPr>
        <p:spPr>
          <a:xfrm rot="16200000" flipH="1">
            <a:off x="3173530" y="260618"/>
            <a:ext cx="1254106" cy="473936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386F4DAB-250E-6B6B-22A5-4FC325A4BC07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rot="16200000" flipH="1">
            <a:off x="7186712" y="3882763"/>
            <a:ext cx="1275774" cy="1800423"/>
          </a:xfrm>
          <a:prstGeom prst="bentConnector3">
            <a:avLst>
              <a:gd name="adj1" fmla="val 14164"/>
            </a:avLst>
          </a:prstGeom>
          <a:ln w="28575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0298FF1E-3662-D3B0-E895-457D64A1E8C4}"/>
              </a:ext>
            </a:extLst>
          </p:cNvPr>
          <p:cNvCxnSpPr>
            <a:cxnSpLocks/>
            <a:stCxn id="9" idx="2"/>
            <a:endCxn id="22" idx="3"/>
          </p:cNvCxnSpPr>
          <p:nvPr/>
        </p:nvCxnSpPr>
        <p:spPr>
          <a:xfrm rot="5400000">
            <a:off x="5578968" y="4544806"/>
            <a:ext cx="1745138" cy="945703"/>
          </a:xfrm>
          <a:prstGeom prst="bentConnector2">
            <a:avLst/>
          </a:prstGeom>
          <a:ln w="28575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D590D764-8517-1211-FB2B-8B71318E132D}"/>
              </a:ext>
            </a:extLst>
          </p:cNvPr>
          <p:cNvCxnSpPr>
            <a:cxnSpLocks/>
            <a:stCxn id="46" idx="0"/>
            <a:endCxn id="2" idx="3"/>
          </p:cNvCxnSpPr>
          <p:nvPr/>
        </p:nvCxnSpPr>
        <p:spPr>
          <a:xfrm rot="16200000" flipV="1">
            <a:off x="10831338" y="1944178"/>
            <a:ext cx="1644962" cy="4124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967BC0F4-A13A-5F21-998A-98875D3AD454}"/>
              </a:ext>
            </a:extLst>
          </p:cNvPr>
          <p:cNvCxnSpPr>
            <a:cxnSpLocks/>
            <a:stCxn id="16" idx="3"/>
            <a:endCxn id="2" idx="1"/>
          </p:cNvCxnSpPr>
          <p:nvPr/>
        </p:nvCxnSpPr>
        <p:spPr>
          <a:xfrm flipV="1">
            <a:off x="4403222" y="1327917"/>
            <a:ext cx="5536133" cy="655508"/>
          </a:xfrm>
          <a:prstGeom prst="bentConnector3">
            <a:avLst>
              <a:gd name="adj1" fmla="val 10600"/>
            </a:avLst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21774FE2-D903-7806-84A0-B2802C6C8B2F}"/>
              </a:ext>
            </a:extLst>
          </p:cNvPr>
          <p:cNvCxnSpPr>
            <a:cxnSpLocks/>
            <a:stCxn id="16" idx="3"/>
            <a:endCxn id="22" idx="0"/>
          </p:cNvCxnSpPr>
          <p:nvPr/>
        </p:nvCxnSpPr>
        <p:spPr>
          <a:xfrm>
            <a:off x="4403222" y="1983425"/>
            <a:ext cx="821341" cy="3432866"/>
          </a:xfrm>
          <a:prstGeom prst="bentConnector2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335A86EF-9F13-F87D-9722-A7B50DC4E23B}"/>
              </a:ext>
            </a:extLst>
          </p:cNvPr>
          <p:cNvCxnSpPr>
            <a:cxnSpLocks/>
            <a:stCxn id="46" idx="1"/>
            <a:endCxn id="47" idx="3"/>
          </p:cNvCxnSpPr>
          <p:nvPr/>
        </p:nvCxnSpPr>
        <p:spPr>
          <a:xfrm rot="10800000">
            <a:off x="9307454" y="2827334"/>
            <a:ext cx="1798462" cy="677577"/>
          </a:xfrm>
          <a:prstGeom prst="bentConnector3">
            <a:avLst>
              <a:gd name="adj1" fmla="val 664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C5F74018-30BF-FB35-9B7E-9F12EC36CBE8}"/>
              </a:ext>
            </a:extLst>
          </p:cNvPr>
          <p:cNvCxnSpPr>
            <a:cxnSpLocks/>
            <a:stCxn id="9" idx="2"/>
            <a:endCxn id="47" idx="2"/>
          </p:cNvCxnSpPr>
          <p:nvPr/>
        </p:nvCxnSpPr>
        <p:spPr>
          <a:xfrm rot="5400000" flipH="1" flipV="1">
            <a:off x="7742289" y="3171035"/>
            <a:ext cx="156151" cy="1791955"/>
          </a:xfrm>
          <a:prstGeom prst="bentConnector3">
            <a:avLst>
              <a:gd name="adj1" fmla="val -115897"/>
            </a:avLst>
          </a:prstGeom>
          <a:ln w="28575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4A246BBD-7169-A06C-74A5-59C51883C77F}"/>
              </a:ext>
            </a:extLst>
          </p:cNvPr>
          <p:cNvCxnSpPr>
            <a:cxnSpLocks/>
            <a:stCxn id="45" idx="2"/>
            <a:endCxn id="46" idx="3"/>
          </p:cNvCxnSpPr>
          <p:nvPr/>
        </p:nvCxnSpPr>
        <p:spPr>
          <a:xfrm rot="5400000">
            <a:off x="12545423" y="2682051"/>
            <a:ext cx="891596" cy="7541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: Elbow 935">
            <a:extLst>
              <a:ext uri="{FF2B5EF4-FFF2-40B4-BE49-F238E27FC236}">
                <a16:creationId xmlns:a16="http://schemas.microsoft.com/office/drawing/2014/main" id="{3CF72CC4-9BF2-9F9F-5CE5-52392CC358A1}"/>
              </a:ext>
            </a:extLst>
          </p:cNvPr>
          <p:cNvCxnSpPr>
            <a:stCxn id="14" idx="3"/>
            <a:endCxn id="45" idx="0"/>
          </p:cNvCxnSpPr>
          <p:nvPr/>
        </p:nvCxnSpPr>
        <p:spPr>
          <a:xfrm>
            <a:off x="658968" y="397931"/>
            <a:ext cx="12709314" cy="1313255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: Elbow 937">
            <a:extLst>
              <a:ext uri="{FF2B5EF4-FFF2-40B4-BE49-F238E27FC236}">
                <a16:creationId xmlns:a16="http://schemas.microsoft.com/office/drawing/2014/main" id="{CE4FC56B-B55E-47F3-FF09-DA46713CA07C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658968" y="397931"/>
            <a:ext cx="771933" cy="369780"/>
          </a:xfrm>
          <a:prstGeom prst="bentConnector2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03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7673F-4CD5-7ED2-754D-EB9AE3B3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E515E-0A99-0515-76FD-08B6CB8FB4C8}"/>
              </a:ext>
            </a:extLst>
          </p:cNvPr>
          <p:cNvSpPr txBox="1"/>
          <p:nvPr/>
        </p:nvSpPr>
        <p:spPr>
          <a:xfrm>
            <a:off x="16133471" y="34034"/>
            <a:ext cx="1785010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>
            <a:defPPr>
              <a:defRPr lang="fa-IR"/>
            </a:defPPr>
            <a:lvl1pPr algn="ctr">
              <a:defRPr sz="1400"/>
            </a:lvl1pPr>
          </a:lstStyle>
          <a:p>
            <a:r>
              <a:rPr lang="en-US" dirty="0" err="1"/>
              <a:t>eLib.Exam</a:t>
            </a:r>
            <a:endParaRPr lang="fa-IR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42F621-9F64-6162-EB8B-43CE771C73CA}"/>
              </a:ext>
            </a:extLst>
          </p:cNvPr>
          <p:cNvSpPr/>
          <p:nvPr/>
        </p:nvSpPr>
        <p:spPr>
          <a:xfrm>
            <a:off x="2984477" y="656635"/>
            <a:ext cx="1083611" cy="1235537"/>
          </a:xfrm>
          <a:prstGeom prst="roundRect">
            <a:avLst>
              <a:gd name="adj" fmla="val 8023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C0C0C0"/>
                </a:highlight>
              </a:rPr>
              <a:t>Courses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CourseName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CourseUnits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00FF"/>
                </a:highlight>
              </a:rPr>
              <a:t>User_ID</a:t>
            </a:r>
            <a:endParaRPr lang="en-US" sz="1200" dirty="0">
              <a:solidFill>
                <a:schemeClr val="tx1"/>
              </a:solidFill>
              <a:highlight>
                <a:srgbClr val="FF00FF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RTL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F6F49C-281D-3C9E-1964-6BCA9058C310}"/>
              </a:ext>
            </a:extLst>
          </p:cNvPr>
          <p:cNvSpPr/>
          <p:nvPr/>
        </p:nvSpPr>
        <p:spPr>
          <a:xfrm>
            <a:off x="3595724" y="2346270"/>
            <a:ext cx="1508244" cy="1978909"/>
          </a:xfrm>
          <a:prstGeom prst="roundRect">
            <a:avLst>
              <a:gd name="adj" fmla="val 560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FFFF00"/>
                </a:highlight>
              </a:rPr>
              <a:t>Exams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C0C0C0"/>
                </a:highlight>
              </a:rPr>
              <a:t>Course_ID</a:t>
            </a:r>
            <a:endParaRPr lang="en-US" sz="1200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ExamTitle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ExamDateTime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ExamDuration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ExamNTests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ExamShuffleOptions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IsActive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FC2337-C3A6-33B1-5DEF-989B9E67AAC1}"/>
              </a:ext>
            </a:extLst>
          </p:cNvPr>
          <p:cNvSpPr/>
          <p:nvPr/>
        </p:nvSpPr>
        <p:spPr>
          <a:xfrm>
            <a:off x="1878993" y="2346270"/>
            <a:ext cx="1508244" cy="1978908"/>
          </a:xfrm>
          <a:prstGeom prst="roundRect">
            <a:avLst>
              <a:gd name="adj" fmla="val 653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00FFFF"/>
                </a:highlight>
              </a:rPr>
              <a:t>Tests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TestText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TestType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C0C0C0"/>
                </a:highlight>
              </a:rPr>
              <a:t>Course_ID</a:t>
            </a:r>
            <a:endParaRPr lang="en-US" sz="1200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en-US" sz="1200" dirty="0" err="1">
                <a:solidFill>
                  <a:schemeClr val="bg1"/>
                </a:solidFill>
                <a:highlight>
                  <a:srgbClr val="800080"/>
                </a:highlight>
              </a:rPr>
              <a:t>Topic_ID</a:t>
            </a:r>
            <a:endParaRPr lang="en-US" sz="1200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TestRTL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OptionsRTL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TestLevel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A3255E-CFF7-15C7-34A7-AC4D733FD6AE}"/>
              </a:ext>
            </a:extLst>
          </p:cNvPr>
          <p:cNvSpPr/>
          <p:nvPr/>
        </p:nvSpPr>
        <p:spPr>
          <a:xfrm>
            <a:off x="1878993" y="4392506"/>
            <a:ext cx="1508244" cy="1317754"/>
          </a:xfrm>
          <a:prstGeom prst="roundRect">
            <a:avLst>
              <a:gd name="adj" fmla="val 8085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TestOptions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FF"/>
                </a:highlight>
              </a:rPr>
              <a:t>Test_ID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OptionText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IsAnswer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ForceLast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107892-9BAC-296B-FA8F-C61E00CF487D}"/>
              </a:ext>
            </a:extLst>
          </p:cNvPr>
          <p:cNvSpPr/>
          <p:nvPr/>
        </p:nvSpPr>
        <p:spPr>
          <a:xfrm>
            <a:off x="2078102" y="5796023"/>
            <a:ext cx="1110024" cy="902128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bg1"/>
                </a:solidFill>
                <a:highlight>
                  <a:srgbClr val="800080"/>
                </a:highlight>
              </a:rPr>
              <a:t>CourseTopics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C0C0C0"/>
                </a:highlight>
              </a:rPr>
              <a:t>Course_ID</a:t>
            </a:r>
            <a:endParaRPr lang="en-US" sz="1200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Topic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DB16CAC-F740-20B5-76F5-BB4A6D0981FD}"/>
              </a:ext>
            </a:extLst>
          </p:cNvPr>
          <p:cNvSpPr/>
          <p:nvPr/>
        </p:nvSpPr>
        <p:spPr>
          <a:xfrm>
            <a:off x="3595724" y="4392506"/>
            <a:ext cx="1508244" cy="1317754"/>
          </a:xfrm>
          <a:prstGeom prst="roundRect">
            <a:avLst>
              <a:gd name="adj" fmla="val 873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ExamComposition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 err="1">
                <a:solidFill>
                  <a:schemeClr val="bg1"/>
                </a:solidFill>
                <a:highlight>
                  <a:srgbClr val="800080"/>
                </a:highlight>
              </a:rPr>
              <a:t>Topic_ID</a:t>
            </a:r>
            <a:endParaRPr lang="en-US" sz="1200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TopicNTests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TestsLevel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2350C71-2DF0-B4AA-D793-E0B5BC4BFF48}"/>
              </a:ext>
            </a:extLst>
          </p:cNvPr>
          <p:cNvSpPr/>
          <p:nvPr/>
        </p:nvSpPr>
        <p:spPr>
          <a:xfrm>
            <a:off x="3794834" y="5773153"/>
            <a:ext cx="1110024" cy="947869"/>
          </a:xfrm>
          <a:prstGeom prst="roundRect">
            <a:avLst>
              <a:gd name="adj" fmla="val 864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ExamTests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FF"/>
                </a:highlight>
              </a:rPr>
              <a:t>Test_ID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8189EAC-5637-CC64-FD62-FB2DA5828E03}"/>
              </a:ext>
            </a:extLst>
          </p:cNvPr>
          <p:cNvSpPr/>
          <p:nvPr/>
        </p:nvSpPr>
        <p:spPr>
          <a:xfrm>
            <a:off x="6768269" y="656635"/>
            <a:ext cx="1528881" cy="1235537"/>
          </a:xfrm>
          <a:prstGeom prst="roundRect">
            <a:avLst>
              <a:gd name="adj" fmla="val 994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bg1"/>
                </a:solidFill>
                <a:highlight>
                  <a:srgbClr val="008080"/>
                </a:highlight>
              </a:rPr>
              <a:t>Entries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EntryName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00FF"/>
                </a:highlight>
              </a:rPr>
              <a:t>User_ID</a:t>
            </a:r>
            <a:endParaRPr lang="en-US" sz="1200" dirty="0">
              <a:solidFill>
                <a:schemeClr val="tx1"/>
              </a:solidFill>
              <a:highlight>
                <a:srgbClr val="FF00FF"/>
              </a:highlight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01D191-FC42-3B16-53F0-B7DFA6E8DE46}"/>
              </a:ext>
            </a:extLst>
          </p:cNvPr>
          <p:cNvSpPr/>
          <p:nvPr/>
        </p:nvSpPr>
        <p:spPr>
          <a:xfrm>
            <a:off x="6769858" y="2346270"/>
            <a:ext cx="1508244" cy="1064061"/>
          </a:xfrm>
          <a:prstGeom prst="roundRect">
            <a:avLst>
              <a:gd name="adj" fmla="val 80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00FF00"/>
                </a:highlight>
              </a:rPr>
              <a:t>Participants</a:t>
            </a: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b="1" dirty="0" err="1">
                <a:solidFill>
                  <a:schemeClr val="bg1"/>
                </a:solidFill>
                <a:highlight>
                  <a:srgbClr val="008080"/>
                </a:highlight>
              </a:rPr>
              <a:t>Entry_ID</a:t>
            </a:r>
            <a:endParaRPr lang="en-US" sz="1200" b="1" dirty="0">
              <a:solidFill>
                <a:schemeClr val="bg1"/>
              </a:solidFill>
              <a:highlight>
                <a:srgbClr val="00808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ParticipantName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accent2"/>
                </a:solidFill>
              </a:rPr>
              <a:t>ParticipantPass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FCA180B-0FF2-C5E2-7C23-DC6BB7545103}"/>
              </a:ext>
            </a:extLst>
          </p:cNvPr>
          <p:cNvSpPr/>
          <p:nvPr/>
        </p:nvSpPr>
        <p:spPr>
          <a:xfrm>
            <a:off x="5549532" y="5221480"/>
            <a:ext cx="1659594" cy="1547332"/>
          </a:xfrm>
          <a:prstGeom prst="roundRect">
            <a:avLst>
              <a:gd name="adj" fmla="val 689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ExamSheets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Participant_ID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FF"/>
                </a:highlight>
              </a:rPr>
              <a:t>Test_ID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Opt1_ID ... Opt5_ID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Keyx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Ans</a:t>
            </a:r>
          </a:p>
          <a:p>
            <a:r>
              <a:rPr lang="en-US" sz="1200" dirty="0">
                <a:solidFill>
                  <a:schemeClr val="tx1"/>
                </a:solidFill>
              </a:rPr>
              <a:t>Tags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25B7DD-C818-11FA-7817-98830027FFEA}"/>
              </a:ext>
            </a:extLst>
          </p:cNvPr>
          <p:cNvSpPr/>
          <p:nvPr/>
        </p:nvSpPr>
        <p:spPr>
          <a:xfrm>
            <a:off x="8030013" y="3992887"/>
            <a:ext cx="1508244" cy="1622123"/>
          </a:xfrm>
          <a:prstGeom prst="roundRect">
            <a:avLst>
              <a:gd name="adj" fmla="val 807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ExamParticipants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Participant_ID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 err="1">
                <a:solidFill>
                  <a:schemeClr val="tx1"/>
                </a:solidFill>
                <a:highlight>
                  <a:srgbClr val="FFFF00"/>
                </a:highlight>
              </a:rPr>
              <a:t>Exam_ID</a:t>
            </a:r>
            <a:endParaRPr lang="en-US" sz="12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Started</a:t>
            </a:r>
          </a:p>
          <a:p>
            <a:r>
              <a:rPr lang="en-US" sz="1200" dirty="0" err="1">
                <a:solidFill>
                  <a:schemeClr val="tx1"/>
                </a:solidFill>
              </a:rPr>
              <a:t>DateTime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Finished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CB23AF-3B13-91E9-3C07-C6A13F46DC96}"/>
              </a:ext>
            </a:extLst>
          </p:cNvPr>
          <p:cNvSpPr/>
          <p:nvPr/>
        </p:nvSpPr>
        <p:spPr>
          <a:xfrm>
            <a:off x="5256071" y="341811"/>
            <a:ext cx="586923" cy="560726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1200" b="1" dirty="0" err="1">
                <a:solidFill>
                  <a:schemeClr val="tx1"/>
                </a:solidFill>
                <a:highlight>
                  <a:srgbClr val="FF00FF"/>
                </a:highlight>
              </a:rPr>
              <a:t>Usrs</a:t>
            </a:r>
            <a:endParaRPr lang="en-US" sz="1200" b="1" dirty="0">
              <a:solidFill>
                <a:schemeClr val="tx1"/>
              </a:solidFill>
              <a:highlight>
                <a:srgbClr val="FF00FF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3833499-79E3-8A37-E04F-8BAD3E89F856}"/>
              </a:ext>
            </a:extLst>
          </p:cNvPr>
          <p:cNvCxnSpPr>
            <a:cxnSpLocks/>
            <a:stCxn id="16" idx="3"/>
            <a:endCxn id="2" idx="1"/>
          </p:cNvCxnSpPr>
          <p:nvPr/>
        </p:nvCxnSpPr>
        <p:spPr>
          <a:xfrm>
            <a:off x="5103968" y="3335725"/>
            <a:ext cx="2926045" cy="1468224"/>
          </a:xfrm>
          <a:prstGeom prst="bentConnector3">
            <a:avLst>
              <a:gd name="adj1" fmla="val 2984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9C6F290-93BB-30D5-13F0-344B6AE5064E}"/>
              </a:ext>
            </a:extLst>
          </p:cNvPr>
          <p:cNvCxnSpPr>
            <a:cxnSpLocks/>
            <a:stCxn id="46" idx="3"/>
            <a:endCxn id="2" idx="0"/>
          </p:cNvCxnSpPr>
          <p:nvPr/>
        </p:nvCxnSpPr>
        <p:spPr>
          <a:xfrm>
            <a:off x="8278102" y="2878301"/>
            <a:ext cx="506033" cy="11145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91A13B2-57EB-7905-8EDB-186C5C4498B4}"/>
              </a:ext>
            </a:extLst>
          </p:cNvPr>
          <p:cNvCxnSpPr>
            <a:cxnSpLocks/>
            <a:stCxn id="14" idx="0"/>
            <a:endCxn id="45" idx="0"/>
          </p:cNvCxnSpPr>
          <p:nvPr/>
        </p:nvCxnSpPr>
        <p:spPr>
          <a:xfrm rot="16200000" flipH="1">
            <a:off x="6383709" y="-492365"/>
            <a:ext cx="314824" cy="1983177"/>
          </a:xfrm>
          <a:prstGeom prst="bentConnector3">
            <a:avLst>
              <a:gd name="adj1" fmla="val -726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19D7240-1038-F6F4-1B4B-BC11742628BA}"/>
              </a:ext>
            </a:extLst>
          </p:cNvPr>
          <p:cNvCxnSpPr>
            <a:cxnSpLocks/>
            <a:stCxn id="14" idx="0"/>
            <a:endCxn id="15" idx="0"/>
          </p:cNvCxnSpPr>
          <p:nvPr/>
        </p:nvCxnSpPr>
        <p:spPr>
          <a:xfrm rot="16200000" flipH="1" flipV="1">
            <a:off x="4380496" y="-512402"/>
            <a:ext cx="314824" cy="2023250"/>
          </a:xfrm>
          <a:prstGeom prst="bentConnector3">
            <a:avLst>
              <a:gd name="adj1" fmla="val -726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11E67C6-5997-858A-22B4-4AA14F855987}"/>
              </a:ext>
            </a:extLst>
          </p:cNvPr>
          <p:cNvCxnSpPr>
            <a:cxnSpLocks/>
            <a:stCxn id="15" idx="1"/>
            <a:endCxn id="9" idx="0"/>
          </p:cNvCxnSpPr>
          <p:nvPr/>
        </p:nvCxnSpPr>
        <p:spPr>
          <a:xfrm rot="10800000" flipV="1">
            <a:off x="2633115" y="1274404"/>
            <a:ext cx="351362" cy="10718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9207677-7552-0A64-C66C-29B5088DC254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068088" y="1274404"/>
            <a:ext cx="281758" cy="10718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: Elbow 915">
            <a:extLst>
              <a:ext uri="{FF2B5EF4-FFF2-40B4-BE49-F238E27FC236}">
                <a16:creationId xmlns:a16="http://schemas.microsoft.com/office/drawing/2014/main" id="{1A3A6706-2AC8-4EC0-D476-4D01F2B3EA93}"/>
              </a:ext>
            </a:extLst>
          </p:cNvPr>
          <p:cNvCxnSpPr>
            <a:cxnSpLocks/>
            <a:stCxn id="2" idx="2"/>
            <a:endCxn id="47" idx="3"/>
          </p:cNvCxnSpPr>
          <p:nvPr/>
        </p:nvCxnSpPr>
        <p:spPr>
          <a:xfrm rot="5400000">
            <a:off x="7806563" y="5017574"/>
            <a:ext cx="380136" cy="15750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: Elbow 923">
            <a:extLst>
              <a:ext uri="{FF2B5EF4-FFF2-40B4-BE49-F238E27FC236}">
                <a16:creationId xmlns:a16="http://schemas.microsoft.com/office/drawing/2014/main" id="{C90A4F26-857D-BC04-8D0D-07E470B89829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5400000">
            <a:off x="7301296" y="2114856"/>
            <a:ext cx="454098" cy="8730"/>
          </a:xfrm>
          <a:prstGeom prst="bentConnector3">
            <a:avLst>
              <a:gd name="adj1" fmla="val 814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004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1" anchor="t"/>
      <a:lstStyle>
        <a:defPPr algn="r" rtl="1">
          <a:defRPr sz="1600" b="1" dirty="0" smtClean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1716</TotalTime>
  <Words>406</Words>
  <Application>Microsoft Office PowerPoint</Application>
  <PresentationFormat>Custom</PresentationFormat>
  <Paragraphs>268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Broadway</vt:lpstr>
      <vt:lpstr>Calibri</vt:lpstr>
      <vt:lpstr>Calibri Light</vt:lpstr>
      <vt:lpstr>Tahoma</vt:lpstr>
      <vt:lpstr>Office Theme</vt:lpstr>
      <vt:lpstr>Examiner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Majid SharifiTehrani</dc:creator>
  <cp:lastModifiedBy>Majid SharifiTehrani</cp:lastModifiedBy>
  <cp:revision>94</cp:revision>
  <dcterms:created xsi:type="dcterms:W3CDTF">2025-02-28T20:30:20Z</dcterms:created>
  <dcterms:modified xsi:type="dcterms:W3CDTF">2026-10-29T06:20:39Z</dcterms:modified>
</cp:coreProperties>
</file>