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06" d="100"/>
          <a:sy n="106" d="100"/>
        </p:scale>
        <p:origin x="390" y="-1098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17/08/1447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373216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500273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6084" y="258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214367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336994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965066" y="5544838"/>
            <a:ext cx="755686" cy="1057489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229570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63013" y="6482272"/>
            <a:ext cx="1656185" cy="33336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941849" y="76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102068" y="1022049"/>
            <a:ext cx="1794362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1977072" y="6638291"/>
            <a:ext cx="3116426" cy="17610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 1:rtl 2:done 4:shared 8:readonly 16:S-Note?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E031B59-FDCF-00D2-0FB7-7B2750CD1ADA}"/>
              </a:ext>
            </a:extLst>
          </p:cNvPr>
          <p:cNvGrpSpPr/>
          <p:nvPr/>
        </p:nvGrpSpPr>
        <p:grpSpPr>
          <a:xfrm>
            <a:off x="1589356" y="1013892"/>
            <a:ext cx="6727288" cy="1839044"/>
            <a:chOff x="1193312" y="2814092"/>
            <a:chExt cx="6727288" cy="1839044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444AEB6-9BD6-AB72-951A-18261436B578}"/>
                </a:ext>
              </a:extLst>
            </p:cNvPr>
            <p:cNvSpPr/>
            <p:nvPr/>
          </p:nvSpPr>
          <p:spPr>
            <a:xfrm>
              <a:off x="1193312" y="2814092"/>
              <a:ext cx="6727288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68C7F0B-C391-B55C-47BC-A0FF1617461E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29E6DAF-4CAA-F9AE-00D3-C3E45DEC8ABB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BCE94C59-064A-8189-BECB-5300E76493D6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FD8E63FB-7AB4-D5E0-A496-57C9756433C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AE909714-3D44-FBBE-D98F-416489CEFA03}"/>
                </a:ext>
              </a:extLst>
            </p:cNvPr>
            <p:cNvSpPr/>
            <p:nvPr/>
          </p:nvSpPr>
          <p:spPr>
            <a:xfrm rot="15349267" flipV="1">
              <a:off x="6467061" y="3115264"/>
              <a:ext cx="1462064" cy="1121031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FDF59576-5476-FD7E-59A3-ACACB88EF8DB}"/>
                </a:ext>
              </a:extLst>
            </p:cNvPr>
            <p:cNvSpPr/>
            <p:nvPr/>
          </p:nvSpPr>
          <p:spPr>
            <a:xfrm rot="17022562">
              <a:off x="5751059" y="3125908"/>
              <a:ext cx="1480751" cy="1075355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45DEEFC6-2A68-0149-4918-8F988855421A}"/>
                </a:ext>
              </a:extLst>
            </p:cNvPr>
            <p:cNvSpPr/>
            <p:nvPr/>
          </p:nvSpPr>
          <p:spPr>
            <a:xfrm rot="15519398" flipV="1">
              <a:off x="5119490" y="3099987"/>
              <a:ext cx="1497693" cy="1121031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F95274A8-A1F5-FD0B-F639-2AC5C65CFF15}"/>
                </a:ext>
              </a:extLst>
            </p:cNvPr>
            <p:cNvSpPr/>
            <p:nvPr/>
          </p:nvSpPr>
          <p:spPr>
            <a:xfrm rot="17022562">
              <a:off x="5090012" y="3133316"/>
              <a:ext cx="1501729" cy="1075355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9C9B7-5920-A33D-C8E3-DA0473D65AD4}"/>
              </a:ext>
            </a:extLst>
          </p:cNvPr>
          <p:cNvGrpSpPr/>
          <p:nvPr/>
        </p:nvGrpSpPr>
        <p:grpSpPr>
          <a:xfrm>
            <a:off x="7570676" y="3333581"/>
            <a:ext cx="742693" cy="190837"/>
            <a:chOff x="1980235" y="3333581"/>
            <a:chExt cx="742693" cy="190837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D60B27F0-B1E2-A3B0-9BCD-8FC1DEAFF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357909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FA2CEF3-A8DE-8F0F-3762-A1599CE5F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1925" y="3436494"/>
              <a:ext cx="99707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870E863-A002-20BB-72AE-5638538C9630}"/>
                </a:ext>
              </a:extLst>
            </p:cNvPr>
            <p:cNvCxnSpPr>
              <a:cxnSpLocks/>
            </p:cNvCxnSpPr>
            <p:nvPr/>
          </p:nvCxnSpPr>
          <p:spPr>
            <a:xfrm>
              <a:off x="2577224" y="3428608"/>
              <a:ext cx="0" cy="9581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EA5C3F5-63C6-1B31-0403-0D5ACDEE66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1028" y="3385294"/>
              <a:ext cx="101900" cy="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2D99E6-8705-C28C-AAA0-F94A2DF5BDFA}"/>
                </a:ext>
              </a:extLst>
            </p:cNvPr>
            <p:cNvCxnSpPr>
              <a:cxnSpLocks/>
            </p:cNvCxnSpPr>
            <p:nvPr/>
          </p:nvCxnSpPr>
          <p:spPr>
            <a:xfrm>
              <a:off x="247256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740549B-6069-223E-23C3-026A75324B42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8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324755-7C32-B3A8-536E-9050849C5CBD}"/>
                </a:ext>
              </a:extLst>
            </p:cNvPr>
            <p:cNvCxnSpPr>
              <a:cxnSpLocks/>
            </p:cNvCxnSpPr>
            <p:nvPr/>
          </p:nvCxnSpPr>
          <p:spPr>
            <a:xfrm>
              <a:off x="2194348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10D44F-62CE-DCC1-1CD7-EE569C0FA2F4}"/>
                </a:ext>
              </a:extLst>
            </p:cNvPr>
            <p:cNvCxnSpPr>
              <a:cxnSpLocks/>
            </p:cNvCxnSpPr>
            <p:nvPr/>
          </p:nvCxnSpPr>
          <p:spPr>
            <a:xfrm>
              <a:off x="2089171" y="3333582"/>
              <a:ext cx="0" cy="11967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AB48CDB-C3DC-CB74-DB53-F89C30C49446}"/>
                </a:ext>
              </a:extLst>
            </p:cNvPr>
            <p:cNvCxnSpPr>
              <a:cxnSpLocks/>
            </p:cNvCxnSpPr>
            <p:nvPr/>
          </p:nvCxnSpPr>
          <p:spPr>
            <a:xfrm>
              <a:off x="1980235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7DFE30-C4B8-2E20-9BF4-AB13044C7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523634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2622</TotalTime>
  <Words>313</Words>
  <Application>Microsoft Office PowerPoint</Application>
  <PresentationFormat>A4 Paper (210x297 mm)</PresentationFormat>
  <Paragraphs>199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468</cp:revision>
  <cp:lastPrinted>2026-01-01T08:26:55Z</cp:lastPrinted>
  <dcterms:modified xsi:type="dcterms:W3CDTF">2026-02-04T12:16:52Z</dcterms:modified>
</cp:coreProperties>
</file>