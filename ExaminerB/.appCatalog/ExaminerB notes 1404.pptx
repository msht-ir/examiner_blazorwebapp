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690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16/07/1447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isAnswer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 active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  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 8, 16, 32 -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IsSelected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42826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active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53944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active, 2 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268760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{active, Strt, Fin, review}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196752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retry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review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49238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2403</TotalTime>
  <Words>248</Words>
  <Application>Microsoft Office PowerPoint</Application>
  <PresentationFormat>A4 Paper (210x297 mm)</PresentationFormat>
  <Paragraphs>189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454</cp:revision>
  <cp:lastPrinted>2026-01-01T08:26:55Z</cp:lastPrinted>
  <dcterms:modified xsi:type="dcterms:W3CDTF">2026-01-03T20:53:38Z</dcterms:modified>
</cp:coreProperties>
</file>