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180" d="100"/>
          <a:sy n="180" d="100"/>
        </p:scale>
        <p:origin x="-4157" y="-4546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05/02/1448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05/02/1448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05/02/1448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05/02/1448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05/02/1448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05/02/1448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05/02/1448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05/02/1448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05/02/1448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05/02/1448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05/02/1448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05/02/1448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" name="Oval 29">
            <a:extLst>
              <a:ext uri="{FF2B5EF4-FFF2-40B4-BE49-F238E27FC236}">
                <a16:creationId xmlns:a16="http://schemas.microsoft.com/office/drawing/2014/main" id="{C79AE5C5-D274-8815-77E4-73289B05943E}"/>
              </a:ext>
            </a:extLst>
          </p:cNvPr>
          <p:cNvSpPr/>
          <p:nvPr/>
        </p:nvSpPr>
        <p:spPr bwMode="auto">
          <a:xfrm rot="18907748">
            <a:off x="6632976" y="420957"/>
            <a:ext cx="5319787" cy="7091336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319787" h="7091336">
                <a:moveTo>
                  <a:pt x="395880" y="1458340"/>
                </a:moveTo>
                <a:cubicBezTo>
                  <a:pt x="735304" y="313751"/>
                  <a:pt x="1964602" y="-218922"/>
                  <a:pt x="2713485" y="83526"/>
                </a:cubicBezTo>
                <a:cubicBezTo>
                  <a:pt x="3462368" y="385974"/>
                  <a:pt x="6412583" y="698013"/>
                  <a:pt x="4889181" y="3273031"/>
                </a:cubicBezTo>
                <a:cubicBezTo>
                  <a:pt x="3667384" y="5081053"/>
                  <a:pt x="1762164" y="7731701"/>
                  <a:pt x="676940" y="6951063"/>
                </a:cubicBezTo>
                <a:cubicBezTo>
                  <a:pt x="-408284" y="6170425"/>
                  <a:pt x="56456" y="2602929"/>
                  <a:pt x="395880" y="1458340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EEB699C-818A-8863-67F4-83623F06B2C8}"/>
              </a:ext>
            </a:extLst>
          </p:cNvPr>
          <p:cNvSpPr/>
          <p:nvPr/>
        </p:nvSpPr>
        <p:spPr bwMode="auto">
          <a:xfrm>
            <a:off x="2334549" y="19079"/>
            <a:ext cx="4116856" cy="6721957"/>
          </a:xfrm>
          <a:custGeom>
            <a:avLst/>
            <a:gdLst>
              <a:gd name="csX0" fmla="*/ 0 w 2888469"/>
              <a:gd name="csY0" fmla="*/ 2952627 h 5905253"/>
              <a:gd name="csX1" fmla="*/ 1444235 w 2888469"/>
              <a:gd name="csY1" fmla="*/ 0 h 5905253"/>
              <a:gd name="csX2" fmla="*/ 2888470 w 2888469"/>
              <a:gd name="csY2" fmla="*/ 2952627 h 5905253"/>
              <a:gd name="csX3" fmla="*/ 1444235 w 2888469"/>
              <a:gd name="csY3" fmla="*/ 5905254 h 5905253"/>
              <a:gd name="csX4" fmla="*/ 0 w 2888469"/>
              <a:gd name="csY4" fmla="*/ 2952627 h 5905253"/>
              <a:gd name="csX0" fmla="*/ 0 w 3712559"/>
              <a:gd name="csY0" fmla="*/ 2549514 h 5910917"/>
              <a:gd name="csX1" fmla="*/ 2268324 w 3712559"/>
              <a:gd name="csY1" fmla="*/ 3287 h 5910917"/>
              <a:gd name="csX2" fmla="*/ 3712559 w 3712559"/>
              <a:gd name="csY2" fmla="*/ 2955914 h 5910917"/>
              <a:gd name="csX3" fmla="*/ 2268324 w 3712559"/>
              <a:gd name="csY3" fmla="*/ 5908541 h 5910917"/>
              <a:gd name="csX4" fmla="*/ 0 w 3712559"/>
              <a:gd name="csY4" fmla="*/ 2549514 h 5910917"/>
              <a:gd name="csX0" fmla="*/ 3960 w 3716519"/>
              <a:gd name="csY0" fmla="*/ 2221291 h 5582694"/>
              <a:gd name="csX1" fmla="*/ 1775573 w 3716519"/>
              <a:gd name="csY1" fmla="*/ 2441 h 5582694"/>
              <a:gd name="csX2" fmla="*/ 3716519 w 3716519"/>
              <a:gd name="csY2" fmla="*/ 2627691 h 5582694"/>
              <a:gd name="csX3" fmla="*/ 2272284 w 3716519"/>
              <a:gd name="csY3" fmla="*/ 5580318 h 5582694"/>
              <a:gd name="csX4" fmla="*/ 3960 w 3716519"/>
              <a:gd name="csY4" fmla="*/ 2221291 h 5582694"/>
              <a:gd name="csX0" fmla="*/ 23609 w 3736168"/>
              <a:gd name="csY0" fmla="*/ 2222937 h 5584340"/>
              <a:gd name="csX1" fmla="*/ 1795222 w 3736168"/>
              <a:gd name="csY1" fmla="*/ 4087 h 5584340"/>
              <a:gd name="csX2" fmla="*/ 3736168 w 3736168"/>
              <a:gd name="csY2" fmla="*/ 2629337 h 5584340"/>
              <a:gd name="csX3" fmla="*/ 2291933 w 3736168"/>
              <a:gd name="csY3" fmla="*/ 5581964 h 5584340"/>
              <a:gd name="csX4" fmla="*/ 23609 w 3736168"/>
              <a:gd name="csY4" fmla="*/ 2222937 h 5584340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826914 w 4516896"/>
              <a:gd name="csY0" fmla="*/ 2256570 h 6779981"/>
              <a:gd name="csX1" fmla="*/ 2598527 w 4516896"/>
              <a:gd name="csY1" fmla="*/ 37720 h 6779981"/>
              <a:gd name="csX2" fmla="*/ 4516896 w 4516896"/>
              <a:gd name="csY2" fmla="*/ 1590526 h 6779981"/>
              <a:gd name="csX3" fmla="*/ 3095238 w 4516896"/>
              <a:gd name="csY3" fmla="*/ 5615597 h 6779981"/>
              <a:gd name="csX4" fmla="*/ 110535 w 4516896"/>
              <a:gd name="csY4" fmla="*/ 6577156 h 6779981"/>
              <a:gd name="csX5" fmla="*/ 826914 w 4516896"/>
              <a:gd name="csY5" fmla="*/ 2256570 h 6779981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1364505 w 4512620"/>
              <a:gd name="csY0" fmla="*/ 1228595 h 6663393"/>
              <a:gd name="csX1" fmla="*/ 2594251 w 4512620"/>
              <a:gd name="csY1" fmla="*/ 3167 h 6663393"/>
              <a:gd name="csX2" fmla="*/ 4512620 w 4512620"/>
              <a:gd name="csY2" fmla="*/ 1555973 h 6663393"/>
              <a:gd name="csX3" fmla="*/ 3090962 w 4512620"/>
              <a:gd name="csY3" fmla="*/ 5581044 h 6663393"/>
              <a:gd name="csX4" fmla="*/ 106259 w 4512620"/>
              <a:gd name="csY4" fmla="*/ 6542603 h 6663393"/>
              <a:gd name="csX5" fmla="*/ 851326 w 4512620"/>
              <a:gd name="csY5" fmla="*/ 3720380 h 6663393"/>
              <a:gd name="csX6" fmla="*/ 1364505 w 4512620"/>
              <a:gd name="csY6" fmla="*/ 1228595 h 6663393"/>
              <a:gd name="csX0" fmla="*/ 1364505 w 4512620"/>
              <a:gd name="csY0" fmla="*/ 1228804 h 6663602"/>
              <a:gd name="csX1" fmla="*/ 2594251 w 4512620"/>
              <a:gd name="csY1" fmla="*/ 3376 h 6663602"/>
              <a:gd name="csX2" fmla="*/ 4512620 w 4512620"/>
              <a:gd name="csY2" fmla="*/ 1556182 h 6663602"/>
              <a:gd name="csX3" fmla="*/ 3090962 w 4512620"/>
              <a:gd name="csY3" fmla="*/ 5581253 h 6663602"/>
              <a:gd name="csX4" fmla="*/ 106259 w 4512620"/>
              <a:gd name="csY4" fmla="*/ 6542812 h 6663602"/>
              <a:gd name="csX5" fmla="*/ 851326 w 4512620"/>
              <a:gd name="csY5" fmla="*/ 3720589 h 6663602"/>
              <a:gd name="csX6" fmla="*/ 1364505 w 4512620"/>
              <a:gd name="csY6" fmla="*/ 1228804 h 6663602"/>
              <a:gd name="csX0" fmla="*/ 1251616 w 4512620"/>
              <a:gd name="csY0" fmla="*/ 1086996 h 6668550"/>
              <a:gd name="csX1" fmla="*/ 2594251 w 4512620"/>
              <a:gd name="csY1" fmla="*/ 8324 h 6668550"/>
              <a:gd name="csX2" fmla="*/ 4512620 w 4512620"/>
              <a:gd name="csY2" fmla="*/ 1561130 h 6668550"/>
              <a:gd name="csX3" fmla="*/ 3090962 w 4512620"/>
              <a:gd name="csY3" fmla="*/ 5586201 h 6668550"/>
              <a:gd name="csX4" fmla="*/ 106259 w 4512620"/>
              <a:gd name="csY4" fmla="*/ 6547760 h 6668550"/>
              <a:gd name="csX5" fmla="*/ 851326 w 4512620"/>
              <a:gd name="csY5" fmla="*/ 3725537 h 6668550"/>
              <a:gd name="csX6" fmla="*/ 1251616 w 4512620"/>
              <a:gd name="csY6" fmla="*/ 1086996 h 6668550"/>
              <a:gd name="csX0" fmla="*/ 1251616 w 4512620"/>
              <a:gd name="csY0" fmla="*/ 1087496 h 6669050"/>
              <a:gd name="csX1" fmla="*/ 2594251 w 4512620"/>
              <a:gd name="csY1" fmla="*/ 8824 h 6669050"/>
              <a:gd name="csX2" fmla="*/ 4512620 w 4512620"/>
              <a:gd name="csY2" fmla="*/ 1561630 h 6669050"/>
              <a:gd name="csX3" fmla="*/ 3090962 w 4512620"/>
              <a:gd name="csY3" fmla="*/ 5586701 h 6669050"/>
              <a:gd name="csX4" fmla="*/ 106259 w 4512620"/>
              <a:gd name="csY4" fmla="*/ 6548260 h 6669050"/>
              <a:gd name="csX5" fmla="*/ 851326 w 4512620"/>
              <a:gd name="csY5" fmla="*/ 3726037 h 6669050"/>
              <a:gd name="csX6" fmla="*/ 1251616 w 4512620"/>
              <a:gd name="csY6" fmla="*/ 1087496 h 6669050"/>
              <a:gd name="csX0" fmla="*/ 1208967 w 4469971"/>
              <a:gd name="csY0" fmla="*/ 1086454 h 6668008"/>
              <a:gd name="csX1" fmla="*/ 2551602 w 4469971"/>
              <a:gd name="csY1" fmla="*/ 7782 h 6668008"/>
              <a:gd name="csX2" fmla="*/ 4469971 w 4469971"/>
              <a:gd name="csY2" fmla="*/ 1560588 h 6668008"/>
              <a:gd name="csX3" fmla="*/ 3048313 w 4469971"/>
              <a:gd name="csY3" fmla="*/ 5585659 h 6668008"/>
              <a:gd name="csX4" fmla="*/ 63610 w 4469971"/>
              <a:gd name="csY4" fmla="*/ 6547218 h 6668008"/>
              <a:gd name="csX5" fmla="*/ 1734365 w 4469971"/>
              <a:gd name="csY5" fmla="*/ 3747573 h 6668008"/>
              <a:gd name="csX6" fmla="*/ 1208967 w 4469971"/>
              <a:gd name="csY6" fmla="*/ 1086454 h 6668008"/>
              <a:gd name="csX0" fmla="*/ 1262979 w 4523983"/>
              <a:gd name="csY0" fmla="*/ 1086454 h 6668008"/>
              <a:gd name="csX1" fmla="*/ 2605614 w 4523983"/>
              <a:gd name="csY1" fmla="*/ 7782 h 6668008"/>
              <a:gd name="csX2" fmla="*/ 4523983 w 4523983"/>
              <a:gd name="csY2" fmla="*/ 1560588 h 6668008"/>
              <a:gd name="csX3" fmla="*/ 3102325 w 4523983"/>
              <a:gd name="csY3" fmla="*/ 5585659 h 6668008"/>
              <a:gd name="csX4" fmla="*/ 117622 w 4523983"/>
              <a:gd name="csY4" fmla="*/ 6547218 h 6668008"/>
              <a:gd name="csX5" fmla="*/ 1788377 w 4523983"/>
              <a:gd name="csY5" fmla="*/ 3747573 h 6668008"/>
              <a:gd name="csX6" fmla="*/ 1262979 w 4523983"/>
              <a:gd name="csY6" fmla="*/ 1086454 h 6668008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977840 h 6841616"/>
              <a:gd name="csX1" fmla="*/ 2605614 w 4523983"/>
              <a:gd name="csY1" fmla="*/ 181390 h 6841616"/>
              <a:gd name="csX2" fmla="*/ 4523983 w 4523983"/>
              <a:gd name="csY2" fmla="*/ 1734196 h 6841616"/>
              <a:gd name="csX3" fmla="*/ 3102325 w 4523983"/>
              <a:gd name="csY3" fmla="*/ 5759267 h 6841616"/>
              <a:gd name="csX4" fmla="*/ 117622 w 4523983"/>
              <a:gd name="csY4" fmla="*/ 6720826 h 6841616"/>
              <a:gd name="csX5" fmla="*/ 1788377 w 4523983"/>
              <a:gd name="csY5" fmla="*/ 3921181 h 6841616"/>
              <a:gd name="csX6" fmla="*/ 1330713 w 4523983"/>
              <a:gd name="csY6" fmla="*/ 977840 h 6841616"/>
              <a:gd name="csX0" fmla="*/ 1330713 w 4523983"/>
              <a:gd name="csY0" fmla="*/ 842023 h 6705799"/>
              <a:gd name="csX1" fmla="*/ 2605614 w 4523983"/>
              <a:gd name="csY1" fmla="*/ 45573 h 6705799"/>
              <a:gd name="csX2" fmla="*/ 4523983 w 4523983"/>
              <a:gd name="csY2" fmla="*/ 1598379 h 6705799"/>
              <a:gd name="csX3" fmla="*/ 3102325 w 4523983"/>
              <a:gd name="csY3" fmla="*/ 5623450 h 6705799"/>
              <a:gd name="csX4" fmla="*/ 117622 w 4523983"/>
              <a:gd name="csY4" fmla="*/ 6585009 h 6705799"/>
              <a:gd name="csX5" fmla="*/ 1788377 w 4523983"/>
              <a:gd name="csY5" fmla="*/ 3785364 h 6705799"/>
              <a:gd name="csX6" fmla="*/ 1330713 w 4523983"/>
              <a:gd name="csY6" fmla="*/ 842023 h 6705799"/>
              <a:gd name="csX0" fmla="*/ 1330713 w 4523983"/>
              <a:gd name="csY0" fmla="*/ 739993 h 6603769"/>
              <a:gd name="csX1" fmla="*/ 2718503 w 4523983"/>
              <a:gd name="csY1" fmla="*/ 33854 h 6603769"/>
              <a:gd name="csX2" fmla="*/ 4523983 w 4523983"/>
              <a:gd name="csY2" fmla="*/ 1496349 h 6603769"/>
              <a:gd name="csX3" fmla="*/ 3102325 w 4523983"/>
              <a:gd name="csY3" fmla="*/ 5521420 h 6603769"/>
              <a:gd name="csX4" fmla="*/ 117622 w 4523983"/>
              <a:gd name="csY4" fmla="*/ 6482979 h 6603769"/>
              <a:gd name="csX5" fmla="*/ 1788377 w 4523983"/>
              <a:gd name="csY5" fmla="*/ 3683334 h 6603769"/>
              <a:gd name="csX6" fmla="*/ 1330713 w 4523983"/>
              <a:gd name="csY6" fmla="*/ 739993 h 6603769"/>
              <a:gd name="csX0" fmla="*/ 1330713 w 4523983"/>
              <a:gd name="csY0" fmla="*/ 718603 h 6582379"/>
              <a:gd name="csX1" fmla="*/ 2718503 w 4523983"/>
              <a:gd name="csY1" fmla="*/ 12464 h 6582379"/>
              <a:gd name="csX2" fmla="*/ 4523983 w 4523983"/>
              <a:gd name="csY2" fmla="*/ 1474959 h 6582379"/>
              <a:gd name="csX3" fmla="*/ 3102325 w 4523983"/>
              <a:gd name="csY3" fmla="*/ 5500030 h 6582379"/>
              <a:gd name="csX4" fmla="*/ 117622 w 4523983"/>
              <a:gd name="csY4" fmla="*/ 6461589 h 6582379"/>
              <a:gd name="csX5" fmla="*/ 1788377 w 4523983"/>
              <a:gd name="csY5" fmla="*/ 3661944 h 6582379"/>
              <a:gd name="csX6" fmla="*/ 1330713 w 4523983"/>
              <a:gd name="csY6" fmla="*/ 718603 h 658237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3787"/>
              <a:gd name="csX1" fmla="*/ 2718503 w 4523983"/>
              <a:gd name="csY1" fmla="*/ 5344 h 6573787"/>
              <a:gd name="csX2" fmla="*/ 4523983 w 4523983"/>
              <a:gd name="csY2" fmla="*/ 1467839 h 6573787"/>
              <a:gd name="csX3" fmla="*/ 2989437 w 4523983"/>
              <a:gd name="csY3" fmla="*/ 5481621 h 6573787"/>
              <a:gd name="csX4" fmla="*/ 117622 w 4523983"/>
              <a:gd name="csY4" fmla="*/ 6454469 h 6573787"/>
              <a:gd name="csX5" fmla="*/ 1788377 w 4523983"/>
              <a:gd name="csY5" fmla="*/ 3654824 h 6573787"/>
              <a:gd name="csX6" fmla="*/ 1330713 w 4523983"/>
              <a:gd name="csY6" fmla="*/ 711483 h 6573787"/>
              <a:gd name="csX0" fmla="*/ 1330713 w 4523983"/>
              <a:gd name="csY0" fmla="*/ 711483 h 6562714"/>
              <a:gd name="csX1" fmla="*/ 2718503 w 4523983"/>
              <a:gd name="csY1" fmla="*/ 5344 h 6562714"/>
              <a:gd name="csX2" fmla="*/ 4523983 w 4523983"/>
              <a:gd name="csY2" fmla="*/ 1467839 h 6562714"/>
              <a:gd name="csX3" fmla="*/ 2989437 w 4523983"/>
              <a:gd name="csY3" fmla="*/ 5481621 h 6562714"/>
              <a:gd name="csX4" fmla="*/ 117622 w 4523983"/>
              <a:gd name="csY4" fmla="*/ 6454469 h 6562714"/>
              <a:gd name="csX5" fmla="*/ 1788377 w 4523983"/>
              <a:gd name="csY5" fmla="*/ 3654824 h 6562714"/>
              <a:gd name="csX6" fmla="*/ 1330713 w 4523983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31984 w 4525254"/>
              <a:gd name="csY0" fmla="*/ 711037 h 6562268"/>
              <a:gd name="csX1" fmla="*/ 2719774 w 4525254"/>
              <a:gd name="csY1" fmla="*/ 4898 h 6562268"/>
              <a:gd name="csX2" fmla="*/ 4525254 w 4525254"/>
              <a:gd name="csY2" fmla="*/ 1467393 h 6562268"/>
              <a:gd name="csX3" fmla="*/ 2990708 w 4525254"/>
              <a:gd name="csY3" fmla="*/ 5481175 h 6562268"/>
              <a:gd name="csX4" fmla="*/ 118893 w 4525254"/>
              <a:gd name="csY4" fmla="*/ 6454023 h 6562268"/>
              <a:gd name="csX5" fmla="*/ 1733203 w 4525254"/>
              <a:gd name="csY5" fmla="*/ 3541489 h 6562268"/>
              <a:gd name="csX6" fmla="*/ 1331984 w 4525254"/>
              <a:gd name="csY6" fmla="*/ 711037 h 6562268"/>
              <a:gd name="csX0" fmla="*/ 1324874 w 4518144"/>
              <a:gd name="csY0" fmla="*/ 711037 h 6562268"/>
              <a:gd name="csX1" fmla="*/ 2712664 w 4518144"/>
              <a:gd name="csY1" fmla="*/ 4898 h 6562268"/>
              <a:gd name="csX2" fmla="*/ 4518144 w 4518144"/>
              <a:gd name="csY2" fmla="*/ 1467393 h 6562268"/>
              <a:gd name="csX3" fmla="*/ 2983598 w 4518144"/>
              <a:gd name="csY3" fmla="*/ 5481175 h 6562268"/>
              <a:gd name="csX4" fmla="*/ 111783 w 4518144"/>
              <a:gd name="csY4" fmla="*/ 6454023 h 6562268"/>
              <a:gd name="csX5" fmla="*/ 1726093 w 4518144"/>
              <a:gd name="csY5" fmla="*/ 3541489 h 6562268"/>
              <a:gd name="csX6" fmla="*/ 1324874 w 4518144"/>
              <a:gd name="csY6" fmla="*/ 711037 h 6562268"/>
              <a:gd name="csX0" fmla="*/ 1413614 w 4606884"/>
              <a:gd name="csY0" fmla="*/ 711037 h 6562268"/>
              <a:gd name="csX1" fmla="*/ 2801404 w 4606884"/>
              <a:gd name="csY1" fmla="*/ 4898 h 6562268"/>
              <a:gd name="csX2" fmla="*/ 4606884 w 4606884"/>
              <a:gd name="csY2" fmla="*/ 1467393 h 6562268"/>
              <a:gd name="csX3" fmla="*/ 3072338 w 4606884"/>
              <a:gd name="csY3" fmla="*/ 5481175 h 6562268"/>
              <a:gd name="csX4" fmla="*/ 200523 w 4606884"/>
              <a:gd name="csY4" fmla="*/ 6454023 h 6562268"/>
              <a:gd name="csX5" fmla="*/ 1814833 w 4606884"/>
              <a:gd name="csY5" fmla="*/ 3541489 h 6562268"/>
              <a:gd name="csX6" fmla="*/ 1413614 w 4606884"/>
              <a:gd name="csY6" fmla="*/ 711037 h 6562268"/>
              <a:gd name="csX0" fmla="*/ 1413614 w 4606884"/>
              <a:gd name="csY0" fmla="*/ 711037 h 6630146"/>
              <a:gd name="csX1" fmla="*/ 2801404 w 4606884"/>
              <a:gd name="csY1" fmla="*/ 4898 h 6630146"/>
              <a:gd name="csX2" fmla="*/ 4606884 w 4606884"/>
              <a:gd name="csY2" fmla="*/ 1467393 h 6630146"/>
              <a:gd name="csX3" fmla="*/ 3072338 w 4606884"/>
              <a:gd name="csY3" fmla="*/ 5481175 h 6630146"/>
              <a:gd name="csX4" fmla="*/ 200523 w 4606884"/>
              <a:gd name="csY4" fmla="*/ 6454023 h 6630146"/>
              <a:gd name="csX5" fmla="*/ 1814833 w 4606884"/>
              <a:gd name="csY5" fmla="*/ 3541489 h 6630146"/>
              <a:gd name="csX6" fmla="*/ 1413614 w 4606884"/>
              <a:gd name="csY6" fmla="*/ 711037 h 6630146"/>
              <a:gd name="csX0" fmla="*/ 1413614 w 4606884"/>
              <a:gd name="csY0" fmla="*/ 714544 h 6633653"/>
              <a:gd name="csX1" fmla="*/ 2801404 w 4606884"/>
              <a:gd name="csY1" fmla="*/ 8405 h 6633653"/>
              <a:gd name="csX2" fmla="*/ 4606884 w 4606884"/>
              <a:gd name="csY2" fmla="*/ 1470900 h 6633653"/>
              <a:gd name="csX3" fmla="*/ 3072338 w 4606884"/>
              <a:gd name="csY3" fmla="*/ 5484682 h 6633653"/>
              <a:gd name="csX4" fmla="*/ 200523 w 4606884"/>
              <a:gd name="csY4" fmla="*/ 6457530 h 6633653"/>
              <a:gd name="csX5" fmla="*/ 1814833 w 4606884"/>
              <a:gd name="csY5" fmla="*/ 3544996 h 6633653"/>
              <a:gd name="csX6" fmla="*/ 1413614 w 4606884"/>
              <a:gd name="csY6" fmla="*/ 714544 h 6633653"/>
              <a:gd name="csX0" fmla="*/ 1413614 w 4606884"/>
              <a:gd name="csY0" fmla="*/ 721519 h 6640628"/>
              <a:gd name="csX1" fmla="*/ 2801404 w 4606884"/>
              <a:gd name="csY1" fmla="*/ 15380 h 6640628"/>
              <a:gd name="csX2" fmla="*/ 4606884 w 4606884"/>
              <a:gd name="csY2" fmla="*/ 1477875 h 6640628"/>
              <a:gd name="csX3" fmla="*/ 3072338 w 4606884"/>
              <a:gd name="csY3" fmla="*/ 5491657 h 6640628"/>
              <a:gd name="csX4" fmla="*/ 200523 w 4606884"/>
              <a:gd name="csY4" fmla="*/ 6464505 h 6640628"/>
              <a:gd name="csX5" fmla="*/ 1814833 w 4606884"/>
              <a:gd name="csY5" fmla="*/ 3551971 h 6640628"/>
              <a:gd name="csX6" fmla="*/ 1413614 w 4606884"/>
              <a:gd name="csY6" fmla="*/ 721519 h 6640628"/>
              <a:gd name="csX0" fmla="*/ 1481347 w 4606884"/>
              <a:gd name="csY0" fmla="*/ 685139 h 6705848"/>
              <a:gd name="csX1" fmla="*/ 2801404 w 4606884"/>
              <a:gd name="csY1" fmla="*/ 80600 h 6705848"/>
              <a:gd name="csX2" fmla="*/ 4606884 w 4606884"/>
              <a:gd name="csY2" fmla="*/ 1543095 h 6705848"/>
              <a:gd name="csX3" fmla="*/ 3072338 w 4606884"/>
              <a:gd name="csY3" fmla="*/ 5556877 h 6705848"/>
              <a:gd name="csX4" fmla="*/ 200523 w 4606884"/>
              <a:gd name="csY4" fmla="*/ 6529725 h 6705848"/>
              <a:gd name="csX5" fmla="*/ 1814833 w 4606884"/>
              <a:gd name="csY5" fmla="*/ 3617191 h 6705848"/>
              <a:gd name="csX6" fmla="*/ 1481347 w 4606884"/>
              <a:gd name="csY6" fmla="*/ 685139 h 6705848"/>
              <a:gd name="csX0" fmla="*/ 1481347 w 4606884"/>
              <a:gd name="csY0" fmla="*/ 623980 h 6644689"/>
              <a:gd name="csX1" fmla="*/ 3061048 w 4606884"/>
              <a:gd name="csY1" fmla="*/ 53307 h 6644689"/>
              <a:gd name="csX2" fmla="*/ 4606884 w 4606884"/>
              <a:gd name="csY2" fmla="*/ 1481936 h 6644689"/>
              <a:gd name="csX3" fmla="*/ 3072338 w 4606884"/>
              <a:gd name="csY3" fmla="*/ 5495718 h 6644689"/>
              <a:gd name="csX4" fmla="*/ 200523 w 4606884"/>
              <a:gd name="csY4" fmla="*/ 6468566 h 6644689"/>
              <a:gd name="csX5" fmla="*/ 1814833 w 4606884"/>
              <a:gd name="csY5" fmla="*/ 3556032 h 6644689"/>
              <a:gd name="csX6" fmla="*/ 1481347 w 4606884"/>
              <a:gd name="csY6" fmla="*/ 623980 h 6644689"/>
              <a:gd name="csX0" fmla="*/ 1481347 w 4606884"/>
              <a:gd name="csY0" fmla="*/ 591938 h 6612647"/>
              <a:gd name="csX1" fmla="*/ 3061048 w 4606884"/>
              <a:gd name="csY1" fmla="*/ 21265 h 6612647"/>
              <a:gd name="csX2" fmla="*/ 4606884 w 4606884"/>
              <a:gd name="csY2" fmla="*/ 1449894 h 6612647"/>
              <a:gd name="csX3" fmla="*/ 3072338 w 4606884"/>
              <a:gd name="csY3" fmla="*/ 5463676 h 6612647"/>
              <a:gd name="csX4" fmla="*/ 200523 w 4606884"/>
              <a:gd name="csY4" fmla="*/ 6436524 h 6612647"/>
              <a:gd name="csX5" fmla="*/ 1814833 w 4606884"/>
              <a:gd name="csY5" fmla="*/ 3523990 h 6612647"/>
              <a:gd name="csX6" fmla="*/ 1481347 w 4606884"/>
              <a:gd name="csY6" fmla="*/ 591938 h 6612647"/>
              <a:gd name="csX0" fmla="*/ 1391036 w 4606884"/>
              <a:gd name="csY0" fmla="*/ 572824 h 6661267"/>
              <a:gd name="csX1" fmla="*/ 3061048 w 4606884"/>
              <a:gd name="csY1" fmla="*/ 69885 h 6661267"/>
              <a:gd name="csX2" fmla="*/ 4606884 w 4606884"/>
              <a:gd name="csY2" fmla="*/ 1498514 h 6661267"/>
              <a:gd name="csX3" fmla="*/ 3072338 w 4606884"/>
              <a:gd name="csY3" fmla="*/ 5512296 h 6661267"/>
              <a:gd name="csX4" fmla="*/ 200523 w 4606884"/>
              <a:gd name="csY4" fmla="*/ 6485144 h 6661267"/>
              <a:gd name="csX5" fmla="*/ 1814833 w 4606884"/>
              <a:gd name="csY5" fmla="*/ 3572610 h 6661267"/>
              <a:gd name="csX6" fmla="*/ 1391036 w 4606884"/>
              <a:gd name="csY6" fmla="*/ 572824 h 6661267"/>
              <a:gd name="csX0" fmla="*/ 1384424 w 4600272"/>
              <a:gd name="csY0" fmla="*/ 572824 h 6661267"/>
              <a:gd name="csX1" fmla="*/ 3054436 w 4600272"/>
              <a:gd name="csY1" fmla="*/ 69885 h 6661267"/>
              <a:gd name="csX2" fmla="*/ 4600272 w 4600272"/>
              <a:gd name="csY2" fmla="*/ 1498514 h 6661267"/>
              <a:gd name="csX3" fmla="*/ 3065726 w 4600272"/>
              <a:gd name="csY3" fmla="*/ 5512296 h 6661267"/>
              <a:gd name="csX4" fmla="*/ 193911 w 4600272"/>
              <a:gd name="csY4" fmla="*/ 6485144 h 6661267"/>
              <a:gd name="csX5" fmla="*/ 1808221 w 4600272"/>
              <a:gd name="csY5" fmla="*/ 3572610 h 6661267"/>
              <a:gd name="csX6" fmla="*/ 1384424 w 4600272"/>
              <a:gd name="csY6" fmla="*/ 572824 h 6661267"/>
              <a:gd name="csX0" fmla="*/ 1399338 w 4615186"/>
              <a:gd name="csY0" fmla="*/ 565951 h 6654394"/>
              <a:gd name="csX1" fmla="*/ 3069350 w 4615186"/>
              <a:gd name="csY1" fmla="*/ 63012 h 6654394"/>
              <a:gd name="csX2" fmla="*/ 4615186 w 4615186"/>
              <a:gd name="csY2" fmla="*/ 1491641 h 6654394"/>
              <a:gd name="csX3" fmla="*/ 3080640 w 4615186"/>
              <a:gd name="csY3" fmla="*/ 5505423 h 6654394"/>
              <a:gd name="csX4" fmla="*/ 208825 w 4615186"/>
              <a:gd name="csY4" fmla="*/ 6478271 h 6654394"/>
              <a:gd name="csX5" fmla="*/ 1687669 w 4615186"/>
              <a:gd name="csY5" fmla="*/ 3317381 h 6654394"/>
              <a:gd name="csX6" fmla="*/ 1399338 w 4615186"/>
              <a:gd name="csY6" fmla="*/ 565951 h 6654394"/>
              <a:gd name="csX0" fmla="*/ 1382281 w 4598129"/>
              <a:gd name="csY0" fmla="*/ 565951 h 6654394"/>
              <a:gd name="csX1" fmla="*/ 3052293 w 4598129"/>
              <a:gd name="csY1" fmla="*/ 63012 h 6654394"/>
              <a:gd name="csX2" fmla="*/ 4598129 w 4598129"/>
              <a:gd name="csY2" fmla="*/ 1491641 h 6654394"/>
              <a:gd name="csX3" fmla="*/ 3063583 w 4598129"/>
              <a:gd name="csY3" fmla="*/ 5505423 h 6654394"/>
              <a:gd name="csX4" fmla="*/ 191768 w 4598129"/>
              <a:gd name="csY4" fmla="*/ 6478271 h 6654394"/>
              <a:gd name="csX5" fmla="*/ 1670612 w 4598129"/>
              <a:gd name="csY5" fmla="*/ 3317381 h 6654394"/>
              <a:gd name="csX6" fmla="*/ 1382281 w 4598129"/>
              <a:gd name="csY6" fmla="*/ 565951 h 6654394"/>
              <a:gd name="csX0" fmla="*/ 1382281 w 4598129"/>
              <a:gd name="csY0" fmla="*/ 573492 h 6661935"/>
              <a:gd name="csX1" fmla="*/ 3052293 w 4598129"/>
              <a:gd name="csY1" fmla="*/ 70553 h 6661935"/>
              <a:gd name="csX2" fmla="*/ 4598129 w 4598129"/>
              <a:gd name="csY2" fmla="*/ 1499182 h 6661935"/>
              <a:gd name="csX3" fmla="*/ 3063583 w 4598129"/>
              <a:gd name="csY3" fmla="*/ 5512964 h 6661935"/>
              <a:gd name="csX4" fmla="*/ 191768 w 4598129"/>
              <a:gd name="csY4" fmla="*/ 6485812 h 6661935"/>
              <a:gd name="csX5" fmla="*/ 1670612 w 4598129"/>
              <a:gd name="csY5" fmla="*/ 3324922 h 6661935"/>
              <a:gd name="csX6" fmla="*/ 1382281 w 4598129"/>
              <a:gd name="csY6" fmla="*/ 573492 h 6661935"/>
              <a:gd name="csX0" fmla="*/ 1416148 w 4598129"/>
              <a:gd name="csY0" fmla="*/ 688391 h 6630078"/>
              <a:gd name="csX1" fmla="*/ 3052293 w 4598129"/>
              <a:gd name="csY1" fmla="*/ 38696 h 6630078"/>
              <a:gd name="csX2" fmla="*/ 4598129 w 4598129"/>
              <a:gd name="csY2" fmla="*/ 1467325 h 6630078"/>
              <a:gd name="csX3" fmla="*/ 3063583 w 4598129"/>
              <a:gd name="csY3" fmla="*/ 5481107 h 6630078"/>
              <a:gd name="csX4" fmla="*/ 191768 w 4598129"/>
              <a:gd name="csY4" fmla="*/ 6453955 h 6630078"/>
              <a:gd name="csX5" fmla="*/ 1670612 w 4598129"/>
              <a:gd name="csY5" fmla="*/ 3293065 h 6630078"/>
              <a:gd name="csX6" fmla="*/ 1416148 w 4598129"/>
              <a:gd name="csY6" fmla="*/ 688391 h 6630078"/>
              <a:gd name="csX0" fmla="*/ 1416148 w 4598129"/>
              <a:gd name="csY0" fmla="*/ 687355 h 6629042"/>
              <a:gd name="csX1" fmla="*/ 3052293 w 4598129"/>
              <a:gd name="csY1" fmla="*/ 37660 h 6629042"/>
              <a:gd name="csX2" fmla="*/ 4598129 w 4598129"/>
              <a:gd name="csY2" fmla="*/ 1466289 h 6629042"/>
              <a:gd name="csX3" fmla="*/ 3063583 w 4598129"/>
              <a:gd name="csY3" fmla="*/ 5480071 h 6629042"/>
              <a:gd name="csX4" fmla="*/ 191768 w 4598129"/>
              <a:gd name="csY4" fmla="*/ 6452919 h 6629042"/>
              <a:gd name="csX5" fmla="*/ 1670612 w 4598129"/>
              <a:gd name="csY5" fmla="*/ 3292029 h 6629042"/>
              <a:gd name="csX6" fmla="*/ 1416148 w 4598129"/>
              <a:gd name="csY6" fmla="*/ 687355 h 6629042"/>
              <a:gd name="csX0" fmla="*/ 1416148 w 4598129"/>
              <a:gd name="csY0" fmla="*/ 690596 h 6632283"/>
              <a:gd name="csX1" fmla="*/ 3052293 w 4598129"/>
              <a:gd name="csY1" fmla="*/ 40901 h 6632283"/>
              <a:gd name="csX2" fmla="*/ 4598129 w 4598129"/>
              <a:gd name="csY2" fmla="*/ 1469530 h 6632283"/>
              <a:gd name="csX3" fmla="*/ 3063583 w 4598129"/>
              <a:gd name="csY3" fmla="*/ 5483312 h 6632283"/>
              <a:gd name="csX4" fmla="*/ 191768 w 4598129"/>
              <a:gd name="csY4" fmla="*/ 6456160 h 6632283"/>
              <a:gd name="csX5" fmla="*/ 1670612 w 4598129"/>
              <a:gd name="csY5" fmla="*/ 3295270 h 6632283"/>
              <a:gd name="csX6" fmla="*/ 1416148 w 4598129"/>
              <a:gd name="csY6" fmla="*/ 690596 h 6632283"/>
              <a:gd name="csX0" fmla="*/ 1416148 w 4598129"/>
              <a:gd name="csY0" fmla="*/ 684492 h 6626179"/>
              <a:gd name="csX1" fmla="*/ 3108737 w 4598129"/>
              <a:gd name="csY1" fmla="*/ 34797 h 6626179"/>
              <a:gd name="csX2" fmla="*/ 4598129 w 4598129"/>
              <a:gd name="csY2" fmla="*/ 1463426 h 6626179"/>
              <a:gd name="csX3" fmla="*/ 3063583 w 4598129"/>
              <a:gd name="csY3" fmla="*/ 5477208 h 6626179"/>
              <a:gd name="csX4" fmla="*/ 191768 w 4598129"/>
              <a:gd name="csY4" fmla="*/ 6450056 h 6626179"/>
              <a:gd name="csX5" fmla="*/ 1670612 w 4598129"/>
              <a:gd name="csY5" fmla="*/ 3289166 h 6626179"/>
              <a:gd name="csX6" fmla="*/ 1416148 w 4598129"/>
              <a:gd name="csY6" fmla="*/ 684492 h 6626179"/>
              <a:gd name="csX0" fmla="*/ 1416148 w 4598129"/>
              <a:gd name="csY0" fmla="*/ 658667 h 6600354"/>
              <a:gd name="csX1" fmla="*/ 3108737 w 4598129"/>
              <a:gd name="csY1" fmla="*/ 8972 h 6600354"/>
              <a:gd name="csX2" fmla="*/ 4598129 w 4598129"/>
              <a:gd name="csY2" fmla="*/ 1437601 h 6600354"/>
              <a:gd name="csX3" fmla="*/ 3063583 w 4598129"/>
              <a:gd name="csY3" fmla="*/ 5451383 h 6600354"/>
              <a:gd name="csX4" fmla="*/ 191768 w 4598129"/>
              <a:gd name="csY4" fmla="*/ 6424231 h 6600354"/>
              <a:gd name="csX5" fmla="*/ 1670612 w 4598129"/>
              <a:gd name="csY5" fmla="*/ 3263341 h 6600354"/>
              <a:gd name="csX6" fmla="*/ 1416148 w 4598129"/>
              <a:gd name="csY6" fmla="*/ 658667 h 6600354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601833 h 6656409"/>
              <a:gd name="csX1" fmla="*/ 3368382 w 4598129"/>
              <a:gd name="csY1" fmla="*/ 53738 h 6656409"/>
              <a:gd name="csX2" fmla="*/ 4598129 w 4598129"/>
              <a:gd name="csY2" fmla="*/ 1493656 h 6656409"/>
              <a:gd name="csX3" fmla="*/ 3063583 w 4598129"/>
              <a:gd name="csY3" fmla="*/ 5507438 h 6656409"/>
              <a:gd name="csX4" fmla="*/ 191768 w 4598129"/>
              <a:gd name="csY4" fmla="*/ 6480286 h 6656409"/>
              <a:gd name="csX5" fmla="*/ 1670612 w 4598129"/>
              <a:gd name="csY5" fmla="*/ 3319396 h 6656409"/>
              <a:gd name="csX6" fmla="*/ 1416148 w 4598129"/>
              <a:gd name="csY6" fmla="*/ 601833 h 6656409"/>
              <a:gd name="csX0" fmla="*/ 1416148 w 4598129"/>
              <a:gd name="csY0" fmla="*/ 578877 h 6633453"/>
              <a:gd name="csX1" fmla="*/ 3368382 w 4598129"/>
              <a:gd name="csY1" fmla="*/ 30782 h 6633453"/>
              <a:gd name="csX2" fmla="*/ 4598129 w 4598129"/>
              <a:gd name="csY2" fmla="*/ 1470700 h 6633453"/>
              <a:gd name="csX3" fmla="*/ 3063583 w 4598129"/>
              <a:gd name="csY3" fmla="*/ 5484482 h 6633453"/>
              <a:gd name="csX4" fmla="*/ 191768 w 4598129"/>
              <a:gd name="csY4" fmla="*/ 6457330 h 6633453"/>
              <a:gd name="csX5" fmla="*/ 1670612 w 4598129"/>
              <a:gd name="csY5" fmla="*/ 3296440 h 6633453"/>
              <a:gd name="csX6" fmla="*/ 1416148 w 4598129"/>
              <a:gd name="csY6" fmla="*/ 578877 h 6633453"/>
              <a:gd name="csX0" fmla="*/ 1416148 w 4598129"/>
              <a:gd name="csY0" fmla="*/ 558677 h 6613253"/>
              <a:gd name="csX1" fmla="*/ 3390960 w 4598129"/>
              <a:gd name="csY1" fmla="*/ 33160 h 6613253"/>
              <a:gd name="csX2" fmla="*/ 4598129 w 4598129"/>
              <a:gd name="csY2" fmla="*/ 1450500 h 6613253"/>
              <a:gd name="csX3" fmla="*/ 3063583 w 4598129"/>
              <a:gd name="csY3" fmla="*/ 5464282 h 6613253"/>
              <a:gd name="csX4" fmla="*/ 191768 w 4598129"/>
              <a:gd name="csY4" fmla="*/ 6437130 h 6613253"/>
              <a:gd name="csX5" fmla="*/ 1670612 w 4598129"/>
              <a:gd name="csY5" fmla="*/ 3276240 h 6613253"/>
              <a:gd name="csX6" fmla="*/ 1416148 w 4598129"/>
              <a:gd name="csY6" fmla="*/ 558677 h 6613253"/>
              <a:gd name="csX0" fmla="*/ 1438726 w 4598129"/>
              <a:gd name="csY0" fmla="*/ 515668 h 6660556"/>
              <a:gd name="csX1" fmla="*/ 3390960 w 4598129"/>
              <a:gd name="csY1" fmla="*/ 80463 h 6660556"/>
              <a:gd name="csX2" fmla="*/ 4598129 w 4598129"/>
              <a:gd name="csY2" fmla="*/ 1497803 h 6660556"/>
              <a:gd name="csX3" fmla="*/ 3063583 w 4598129"/>
              <a:gd name="csY3" fmla="*/ 5511585 h 6660556"/>
              <a:gd name="csX4" fmla="*/ 191768 w 4598129"/>
              <a:gd name="csY4" fmla="*/ 6484433 h 6660556"/>
              <a:gd name="csX5" fmla="*/ 1670612 w 4598129"/>
              <a:gd name="csY5" fmla="*/ 3323543 h 6660556"/>
              <a:gd name="csX6" fmla="*/ 1438726 w 4598129"/>
              <a:gd name="csY6" fmla="*/ 515668 h 6660556"/>
              <a:gd name="csX0" fmla="*/ 1438726 w 4598129"/>
              <a:gd name="csY0" fmla="*/ 494822 h 6639710"/>
              <a:gd name="csX1" fmla="*/ 3390960 w 4598129"/>
              <a:gd name="csY1" fmla="*/ 59617 h 6639710"/>
              <a:gd name="csX2" fmla="*/ 4598129 w 4598129"/>
              <a:gd name="csY2" fmla="*/ 1476957 h 6639710"/>
              <a:gd name="csX3" fmla="*/ 3063583 w 4598129"/>
              <a:gd name="csY3" fmla="*/ 5490739 h 6639710"/>
              <a:gd name="csX4" fmla="*/ 191768 w 4598129"/>
              <a:gd name="csY4" fmla="*/ 6463587 h 6639710"/>
              <a:gd name="csX5" fmla="*/ 1670612 w 4598129"/>
              <a:gd name="csY5" fmla="*/ 3302697 h 6639710"/>
              <a:gd name="csX6" fmla="*/ 1438726 w 4598129"/>
              <a:gd name="csY6" fmla="*/ 494822 h 6639710"/>
              <a:gd name="csX0" fmla="*/ 1393570 w 4598129"/>
              <a:gd name="csY0" fmla="*/ 468927 h 6647682"/>
              <a:gd name="csX1" fmla="*/ 3390960 w 4598129"/>
              <a:gd name="csY1" fmla="*/ 67589 h 6647682"/>
              <a:gd name="csX2" fmla="*/ 4598129 w 4598129"/>
              <a:gd name="csY2" fmla="*/ 1484929 h 6647682"/>
              <a:gd name="csX3" fmla="*/ 3063583 w 4598129"/>
              <a:gd name="csY3" fmla="*/ 5498711 h 6647682"/>
              <a:gd name="csX4" fmla="*/ 191768 w 4598129"/>
              <a:gd name="csY4" fmla="*/ 6471559 h 6647682"/>
              <a:gd name="csX5" fmla="*/ 1670612 w 4598129"/>
              <a:gd name="csY5" fmla="*/ 3310669 h 6647682"/>
              <a:gd name="csX6" fmla="*/ 1393570 w 4598129"/>
              <a:gd name="csY6" fmla="*/ 468927 h 6647682"/>
              <a:gd name="csX0" fmla="*/ 1393570 w 4598129"/>
              <a:gd name="csY0" fmla="*/ 492668 h 6671423"/>
              <a:gd name="csX1" fmla="*/ 3424827 w 4598129"/>
              <a:gd name="csY1" fmla="*/ 91330 h 6671423"/>
              <a:gd name="csX2" fmla="*/ 4598129 w 4598129"/>
              <a:gd name="csY2" fmla="*/ 1508670 h 6671423"/>
              <a:gd name="csX3" fmla="*/ 3063583 w 4598129"/>
              <a:gd name="csY3" fmla="*/ 5522452 h 6671423"/>
              <a:gd name="csX4" fmla="*/ 191768 w 4598129"/>
              <a:gd name="csY4" fmla="*/ 6495300 h 6671423"/>
              <a:gd name="csX5" fmla="*/ 1670612 w 4598129"/>
              <a:gd name="csY5" fmla="*/ 3334410 h 6671423"/>
              <a:gd name="csX6" fmla="*/ 1393570 w 4598129"/>
              <a:gd name="csY6" fmla="*/ 492668 h 6671423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797360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87651 h 6666406"/>
              <a:gd name="csX1" fmla="*/ 3797360 w 4598129"/>
              <a:gd name="csY1" fmla="*/ 86313 h 6666406"/>
              <a:gd name="csX2" fmla="*/ 4598129 w 4598129"/>
              <a:gd name="csY2" fmla="*/ 1503653 h 6666406"/>
              <a:gd name="csX3" fmla="*/ 3063583 w 4598129"/>
              <a:gd name="csY3" fmla="*/ 5517435 h 6666406"/>
              <a:gd name="csX4" fmla="*/ 191768 w 4598129"/>
              <a:gd name="csY4" fmla="*/ 6490283 h 6666406"/>
              <a:gd name="csX5" fmla="*/ 1670612 w 4598129"/>
              <a:gd name="csY5" fmla="*/ 3329393 h 6666406"/>
              <a:gd name="csX6" fmla="*/ 1393570 w 4598129"/>
              <a:gd name="csY6" fmla="*/ 487651 h 6666406"/>
              <a:gd name="csX0" fmla="*/ 1393570 w 4598129"/>
              <a:gd name="csY0" fmla="*/ 547856 h 6726611"/>
              <a:gd name="csX1" fmla="*/ 3797360 w 4598129"/>
              <a:gd name="csY1" fmla="*/ 146518 h 6726611"/>
              <a:gd name="csX2" fmla="*/ 4598129 w 4598129"/>
              <a:gd name="csY2" fmla="*/ 1563858 h 6726611"/>
              <a:gd name="csX3" fmla="*/ 3063583 w 4598129"/>
              <a:gd name="csY3" fmla="*/ 5577640 h 6726611"/>
              <a:gd name="csX4" fmla="*/ 191768 w 4598129"/>
              <a:gd name="csY4" fmla="*/ 6550488 h 6726611"/>
              <a:gd name="csX5" fmla="*/ 1670612 w 4598129"/>
              <a:gd name="csY5" fmla="*/ 3389598 h 6726611"/>
              <a:gd name="csX6" fmla="*/ 1393570 w 4598129"/>
              <a:gd name="csY6" fmla="*/ 547856 h 6726611"/>
              <a:gd name="csX0" fmla="*/ 1393570 w 4599402"/>
              <a:gd name="csY0" fmla="*/ 547856 h 6726611"/>
              <a:gd name="csX1" fmla="*/ 3797360 w 4599402"/>
              <a:gd name="csY1" fmla="*/ 146518 h 6726611"/>
              <a:gd name="csX2" fmla="*/ 4598129 w 4599402"/>
              <a:gd name="csY2" fmla="*/ 1563858 h 6726611"/>
              <a:gd name="csX3" fmla="*/ 3063583 w 4599402"/>
              <a:gd name="csY3" fmla="*/ 5577640 h 6726611"/>
              <a:gd name="csX4" fmla="*/ 191768 w 4599402"/>
              <a:gd name="csY4" fmla="*/ 6550488 h 6726611"/>
              <a:gd name="csX5" fmla="*/ 1670612 w 4599402"/>
              <a:gd name="csY5" fmla="*/ 3389598 h 6726611"/>
              <a:gd name="csX6" fmla="*/ 1393570 w 4599402"/>
              <a:gd name="csY6" fmla="*/ 547856 h 6726611"/>
              <a:gd name="csX0" fmla="*/ 1393570 w 4603890"/>
              <a:gd name="csY0" fmla="*/ 488366 h 6667121"/>
              <a:gd name="csX1" fmla="*/ 4057005 w 4603890"/>
              <a:gd name="csY1" fmla="*/ 166050 h 6667121"/>
              <a:gd name="csX2" fmla="*/ 4598129 w 4603890"/>
              <a:gd name="csY2" fmla="*/ 1504368 h 6667121"/>
              <a:gd name="csX3" fmla="*/ 3063583 w 4603890"/>
              <a:gd name="csY3" fmla="*/ 5518150 h 6667121"/>
              <a:gd name="csX4" fmla="*/ 191768 w 4603890"/>
              <a:gd name="csY4" fmla="*/ 6490998 h 6667121"/>
              <a:gd name="csX5" fmla="*/ 1670612 w 4603890"/>
              <a:gd name="csY5" fmla="*/ 3330108 h 6667121"/>
              <a:gd name="csX6" fmla="*/ 1393570 w 4603890"/>
              <a:gd name="csY6" fmla="*/ 488366 h 6667121"/>
              <a:gd name="csX0" fmla="*/ 1393570 w 4615934"/>
              <a:gd name="csY0" fmla="*/ 458638 h 6637393"/>
              <a:gd name="csX1" fmla="*/ 4057005 w 4615934"/>
              <a:gd name="csY1" fmla="*/ 136322 h 6637393"/>
              <a:gd name="csX2" fmla="*/ 4598129 w 4615934"/>
              <a:gd name="csY2" fmla="*/ 1474640 h 6637393"/>
              <a:gd name="csX3" fmla="*/ 3063583 w 4615934"/>
              <a:gd name="csY3" fmla="*/ 5488422 h 6637393"/>
              <a:gd name="csX4" fmla="*/ 191768 w 4615934"/>
              <a:gd name="csY4" fmla="*/ 6461270 h 6637393"/>
              <a:gd name="csX5" fmla="*/ 1670612 w 4615934"/>
              <a:gd name="csY5" fmla="*/ 3300380 h 6637393"/>
              <a:gd name="csX6" fmla="*/ 1393570 w 4615934"/>
              <a:gd name="csY6" fmla="*/ 458638 h 6637393"/>
              <a:gd name="csX0" fmla="*/ 1630636 w 4601822"/>
              <a:gd name="csY0" fmla="*/ 321391 h 6737213"/>
              <a:gd name="csX1" fmla="*/ 4057005 w 4601822"/>
              <a:gd name="csY1" fmla="*/ 236142 h 6737213"/>
              <a:gd name="csX2" fmla="*/ 4598129 w 4601822"/>
              <a:gd name="csY2" fmla="*/ 1574460 h 6737213"/>
              <a:gd name="csX3" fmla="*/ 3063583 w 4601822"/>
              <a:gd name="csY3" fmla="*/ 5588242 h 6737213"/>
              <a:gd name="csX4" fmla="*/ 191768 w 4601822"/>
              <a:gd name="csY4" fmla="*/ 6561090 h 6737213"/>
              <a:gd name="csX5" fmla="*/ 1670612 w 4601822"/>
              <a:gd name="csY5" fmla="*/ 3400200 h 6737213"/>
              <a:gd name="csX6" fmla="*/ 1630636 w 4601822"/>
              <a:gd name="csY6" fmla="*/ 321391 h 6737213"/>
              <a:gd name="csX0" fmla="*/ 1499940 w 4471126"/>
              <a:gd name="csY0" fmla="*/ 321391 h 6859664"/>
              <a:gd name="csX1" fmla="*/ 3926309 w 4471126"/>
              <a:gd name="csY1" fmla="*/ 236142 h 6859664"/>
              <a:gd name="csX2" fmla="*/ 4467433 w 4471126"/>
              <a:gd name="csY2" fmla="*/ 1574460 h 6859664"/>
              <a:gd name="csX3" fmla="*/ 2932887 w 4471126"/>
              <a:gd name="csY3" fmla="*/ 5588242 h 6859664"/>
              <a:gd name="csX4" fmla="*/ 207827 w 4471126"/>
              <a:gd name="csY4" fmla="*/ 6685268 h 6859664"/>
              <a:gd name="csX5" fmla="*/ 1539916 w 4471126"/>
              <a:gd name="csY5" fmla="*/ 3400200 h 6859664"/>
              <a:gd name="csX6" fmla="*/ 1499940 w 4471126"/>
              <a:gd name="csY6" fmla="*/ 321391 h 6859664"/>
              <a:gd name="csX0" fmla="*/ 1453694 w 4424880"/>
              <a:gd name="csY0" fmla="*/ 330618 h 6868891"/>
              <a:gd name="csX1" fmla="*/ 3880063 w 4424880"/>
              <a:gd name="csY1" fmla="*/ 245369 h 6868891"/>
              <a:gd name="csX2" fmla="*/ 4421187 w 4424880"/>
              <a:gd name="csY2" fmla="*/ 1583687 h 6868891"/>
              <a:gd name="csX3" fmla="*/ 2886641 w 4424880"/>
              <a:gd name="csY3" fmla="*/ 5597469 h 6868891"/>
              <a:gd name="csX4" fmla="*/ 161581 w 4424880"/>
              <a:gd name="csY4" fmla="*/ 6694495 h 6868891"/>
              <a:gd name="csX5" fmla="*/ 1990381 w 4424880"/>
              <a:gd name="csY5" fmla="*/ 3544894 h 6868891"/>
              <a:gd name="csX6" fmla="*/ 1453694 w 4424880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59724 w 4453599"/>
              <a:gd name="csY0" fmla="*/ 433979 h 6746474"/>
              <a:gd name="csX1" fmla="*/ 3908671 w 4453599"/>
              <a:gd name="csY1" fmla="*/ 122952 h 6746474"/>
              <a:gd name="csX2" fmla="*/ 4449795 w 4453599"/>
              <a:gd name="csY2" fmla="*/ 1461270 h 6746474"/>
              <a:gd name="csX3" fmla="*/ 2915249 w 4453599"/>
              <a:gd name="csY3" fmla="*/ 5475052 h 6746474"/>
              <a:gd name="csX4" fmla="*/ 190189 w 4453599"/>
              <a:gd name="csY4" fmla="*/ 6572078 h 6746474"/>
              <a:gd name="csX5" fmla="*/ 2018989 w 4453599"/>
              <a:gd name="csY5" fmla="*/ 3422477 h 6746474"/>
              <a:gd name="csX6" fmla="*/ 1459724 w 4453599"/>
              <a:gd name="csY6" fmla="*/ 433979 h 6746474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83247 h 6695742"/>
              <a:gd name="csX1" fmla="*/ 3908671 w 4453599"/>
              <a:gd name="csY1" fmla="*/ 72220 h 6695742"/>
              <a:gd name="csX2" fmla="*/ 4449795 w 4453599"/>
              <a:gd name="csY2" fmla="*/ 1410538 h 6695742"/>
              <a:gd name="csX3" fmla="*/ 2915249 w 4453599"/>
              <a:gd name="csY3" fmla="*/ 5424320 h 6695742"/>
              <a:gd name="csX4" fmla="*/ 190189 w 4453599"/>
              <a:gd name="csY4" fmla="*/ 6521346 h 6695742"/>
              <a:gd name="csX5" fmla="*/ 2018989 w 4453599"/>
              <a:gd name="csY5" fmla="*/ 3371745 h 6695742"/>
              <a:gd name="csX6" fmla="*/ 1544854 w 4453599"/>
              <a:gd name="csY6" fmla="*/ 1486503 h 6695742"/>
              <a:gd name="csX7" fmla="*/ 1459724 w 4453599"/>
              <a:gd name="csY7" fmla="*/ 383247 h 6695742"/>
              <a:gd name="csX0" fmla="*/ 1459724 w 4160496"/>
              <a:gd name="csY0" fmla="*/ 403883 h 6710874"/>
              <a:gd name="csX1" fmla="*/ 3908671 w 4160496"/>
              <a:gd name="csY1" fmla="*/ 92856 h 6710874"/>
              <a:gd name="csX2" fmla="*/ 4065972 w 4160496"/>
              <a:gd name="csY2" fmla="*/ 1713396 h 6710874"/>
              <a:gd name="csX3" fmla="*/ 2915249 w 4160496"/>
              <a:gd name="csY3" fmla="*/ 5444956 h 6710874"/>
              <a:gd name="csX4" fmla="*/ 190189 w 4160496"/>
              <a:gd name="csY4" fmla="*/ 6541982 h 6710874"/>
              <a:gd name="csX5" fmla="*/ 2018989 w 4160496"/>
              <a:gd name="csY5" fmla="*/ 3392381 h 6710874"/>
              <a:gd name="csX6" fmla="*/ 1544854 w 4160496"/>
              <a:gd name="csY6" fmla="*/ 1507139 h 6710874"/>
              <a:gd name="csX7" fmla="*/ 1459724 w 4160496"/>
              <a:gd name="csY7" fmla="*/ 403883 h 6710874"/>
              <a:gd name="csX0" fmla="*/ 1459724 w 4133482"/>
              <a:gd name="csY0" fmla="*/ 518594 h 6825585"/>
              <a:gd name="csX1" fmla="*/ 3908671 w 4133482"/>
              <a:gd name="csY1" fmla="*/ 207567 h 6825585"/>
              <a:gd name="csX2" fmla="*/ 4065972 w 4133482"/>
              <a:gd name="csY2" fmla="*/ 1828107 h 6825585"/>
              <a:gd name="csX3" fmla="*/ 2915249 w 4133482"/>
              <a:gd name="csY3" fmla="*/ 5559667 h 6825585"/>
              <a:gd name="csX4" fmla="*/ 190189 w 4133482"/>
              <a:gd name="csY4" fmla="*/ 6656693 h 6825585"/>
              <a:gd name="csX5" fmla="*/ 2018989 w 4133482"/>
              <a:gd name="csY5" fmla="*/ 3507092 h 6825585"/>
              <a:gd name="csX6" fmla="*/ 1544854 w 4133482"/>
              <a:gd name="csY6" fmla="*/ 1621850 h 6825585"/>
              <a:gd name="csX7" fmla="*/ 1459724 w 4133482"/>
              <a:gd name="csY7" fmla="*/ 518594 h 6825585"/>
              <a:gd name="csX0" fmla="*/ 1459724 w 4210480"/>
              <a:gd name="csY0" fmla="*/ 407707 h 6714698"/>
              <a:gd name="csX1" fmla="*/ 4032849 w 4210480"/>
              <a:gd name="csY1" fmla="*/ 209569 h 6714698"/>
              <a:gd name="csX2" fmla="*/ 4065972 w 4210480"/>
              <a:gd name="csY2" fmla="*/ 1717220 h 6714698"/>
              <a:gd name="csX3" fmla="*/ 2915249 w 4210480"/>
              <a:gd name="csY3" fmla="*/ 5448780 h 6714698"/>
              <a:gd name="csX4" fmla="*/ 190189 w 4210480"/>
              <a:gd name="csY4" fmla="*/ 6545806 h 6714698"/>
              <a:gd name="csX5" fmla="*/ 2018989 w 4210480"/>
              <a:gd name="csY5" fmla="*/ 3396205 h 6714698"/>
              <a:gd name="csX6" fmla="*/ 1544854 w 4210480"/>
              <a:gd name="csY6" fmla="*/ 1510963 h 6714698"/>
              <a:gd name="csX7" fmla="*/ 1459724 w 4210480"/>
              <a:gd name="csY7" fmla="*/ 407707 h 6714698"/>
              <a:gd name="csX0" fmla="*/ 1459724 w 4150964"/>
              <a:gd name="csY0" fmla="*/ 442784 h 6749775"/>
              <a:gd name="csX1" fmla="*/ 4032849 w 4150964"/>
              <a:gd name="csY1" fmla="*/ 244646 h 6749775"/>
              <a:gd name="csX2" fmla="*/ 4065972 w 4150964"/>
              <a:gd name="csY2" fmla="*/ 1752297 h 6749775"/>
              <a:gd name="csX3" fmla="*/ 2915249 w 4150964"/>
              <a:gd name="csY3" fmla="*/ 5483857 h 6749775"/>
              <a:gd name="csX4" fmla="*/ 190189 w 4150964"/>
              <a:gd name="csY4" fmla="*/ 6580883 h 6749775"/>
              <a:gd name="csX5" fmla="*/ 2018989 w 4150964"/>
              <a:gd name="csY5" fmla="*/ 3431282 h 6749775"/>
              <a:gd name="csX6" fmla="*/ 1544854 w 4150964"/>
              <a:gd name="csY6" fmla="*/ 1546040 h 6749775"/>
              <a:gd name="csX7" fmla="*/ 1459724 w 4150964"/>
              <a:gd name="csY7" fmla="*/ 442784 h 6749775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13004"/>
              <a:gd name="csX1" fmla="*/ 4032849 w 4262613"/>
              <a:gd name="csY1" fmla="*/ 98640 h 6613004"/>
              <a:gd name="csX2" fmla="*/ 4122417 w 4262613"/>
              <a:gd name="csY2" fmla="*/ 1662736 h 6613004"/>
              <a:gd name="csX3" fmla="*/ 2441116 w 4262613"/>
              <a:gd name="csY3" fmla="*/ 5416873 h 6613004"/>
              <a:gd name="csX4" fmla="*/ 190189 w 4262613"/>
              <a:gd name="csY4" fmla="*/ 6434877 h 6613004"/>
              <a:gd name="csX5" fmla="*/ 2018989 w 4262613"/>
              <a:gd name="csY5" fmla="*/ 3285276 h 6613004"/>
              <a:gd name="csX6" fmla="*/ 1544854 w 4262613"/>
              <a:gd name="csY6" fmla="*/ 1400034 h 6613004"/>
              <a:gd name="csX7" fmla="*/ 1459724 w 4262613"/>
              <a:gd name="csY7" fmla="*/ 296778 h 6613004"/>
              <a:gd name="csX0" fmla="*/ 1507371 w 4310260"/>
              <a:gd name="csY0" fmla="*/ 296778 h 6613004"/>
              <a:gd name="csX1" fmla="*/ 4080496 w 4310260"/>
              <a:gd name="csY1" fmla="*/ 98640 h 6613004"/>
              <a:gd name="csX2" fmla="*/ 4170064 w 4310260"/>
              <a:gd name="csY2" fmla="*/ 1662736 h 6613004"/>
              <a:gd name="csX3" fmla="*/ 2488763 w 4310260"/>
              <a:gd name="csY3" fmla="*/ 5416873 h 6613004"/>
              <a:gd name="csX4" fmla="*/ 237836 w 4310260"/>
              <a:gd name="csY4" fmla="*/ 6434877 h 6613004"/>
              <a:gd name="csX5" fmla="*/ 1671525 w 4310260"/>
              <a:gd name="csY5" fmla="*/ 3612654 h 6613004"/>
              <a:gd name="csX6" fmla="*/ 1592501 w 4310260"/>
              <a:gd name="csY6" fmla="*/ 1400034 h 6613004"/>
              <a:gd name="csX7" fmla="*/ 1507371 w 4310260"/>
              <a:gd name="csY7" fmla="*/ 296778 h 6613004"/>
              <a:gd name="csX0" fmla="*/ 1486388 w 4289277"/>
              <a:gd name="csY0" fmla="*/ 296778 h 6613004"/>
              <a:gd name="csX1" fmla="*/ 4059513 w 4289277"/>
              <a:gd name="csY1" fmla="*/ 98640 h 6613004"/>
              <a:gd name="csX2" fmla="*/ 4149081 w 4289277"/>
              <a:gd name="csY2" fmla="*/ 1662736 h 6613004"/>
              <a:gd name="csX3" fmla="*/ 2467780 w 4289277"/>
              <a:gd name="csY3" fmla="*/ 5416873 h 6613004"/>
              <a:gd name="csX4" fmla="*/ 216853 w 4289277"/>
              <a:gd name="csY4" fmla="*/ 6434877 h 6613004"/>
              <a:gd name="csX5" fmla="*/ 1650542 w 4289277"/>
              <a:gd name="csY5" fmla="*/ 3612654 h 6613004"/>
              <a:gd name="csX6" fmla="*/ 1571518 w 4289277"/>
              <a:gd name="csY6" fmla="*/ 1400034 h 6613004"/>
              <a:gd name="csX7" fmla="*/ 1486388 w 4289277"/>
              <a:gd name="csY7" fmla="*/ 296778 h 6613004"/>
              <a:gd name="csX0" fmla="*/ 1486388 w 4190291"/>
              <a:gd name="csY0" fmla="*/ 271841 h 6588067"/>
              <a:gd name="csX1" fmla="*/ 4059513 w 4190291"/>
              <a:gd name="csY1" fmla="*/ 73703 h 6588067"/>
              <a:gd name="csX2" fmla="*/ 4149081 w 4190291"/>
              <a:gd name="csY2" fmla="*/ 1637799 h 6588067"/>
              <a:gd name="csX3" fmla="*/ 2467780 w 4190291"/>
              <a:gd name="csY3" fmla="*/ 5391936 h 6588067"/>
              <a:gd name="csX4" fmla="*/ 216853 w 4190291"/>
              <a:gd name="csY4" fmla="*/ 6409940 h 6588067"/>
              <a:gd name="csX5" fmla="*/ 1650542 w 4190291"/>
              <a:gd name="csY5" fmla="*/ 3587717 h 6588067"/>
              <a:gd name="csX6" fmla="*/ 1571518 w 4190291"/>
              <a:gd name="csY6" fmla="*/ 1375097 h 6588067"/>
              <a:gd name="csX7" fmla="*/ 1486388 w 4190291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99528"/>
              <a:gd name="csY0" fmla="*/ 282638 h 6602932"/>
              <a:gd name="csX1" fmla="*/ 4059513 w 4299528"/>
              <a:gd name="csY1" fmla="*/ 84500 h 6602932"/>
              <a:gd name="csX2" fmla="*/ 4103925 w 4299528"/>
              <a:gd name="csY2" fmla="*/ 1456685 h 6602932"/>
              <a:gd name="csX3" fmla="*/ 2467780 w 4299528"/>
              <a:gd name="csY3" fmla="*/ 5402733 h 6602932"/>
              <a:gd name="csX4" fmla="*/ 216853 w 4299528"/>
              <a:gd name="csY4" fmla="*/ 6420737 h 6602932"/>
              <a:gd name="csX5" fmla="*/ 1650542 w 4299528"/>
              <a:gd name="csY5" fmla="*/ 3598514 h 6602932"/>
              <a:gd name="csX6" fmla="*/ 1571518 w 4299528"/>
              <a:gd name="csY6" fmla="*/ 1385894 h 6602932"/>
              <a:gd name="csX7" fmla="*/ 1486388 w 4299528"/>
              <a:gd name="csY7" fmla="*/ 282638 h 6602932"/>
              <a:gd name="csX0" fmla="*/ 1486388 w 4192078"/>
              <a:gd name="csY0" fmla="*/ 291844 h 6612138"/>
              <a:gd name="csX1" fmla="*/ 3845024 w 4192078"/>
              <a:gd name="csY1" fmla="*/ 82417 h 6612138"/>
              <a:gd name="csX2" fmla="*/ 4103925 w 4192078"/>
              <a:gd name="csY2" fmla="*/ 1465891 h 6612138"/>
              <a:gd name="csX3" fmla="*/ 2467780 w 4192078"/>
              <a:gd name="csY3" fmla="*/ 5411939 h 6612138"/>
              <a:gd name="csX4" fmla="*/ 216853 w 4192078"/>
              <a:gd name="csY4" fmla="*/ 6429943 h 6612138"/>
              <a:gd name="csX5" fmla="*/ 1650542 w 4192078"/>
              <a:gd name="csY5" fmla="*/ 3607720 h 6612138"/>
              <a:gd name="csX6" fmla="*/ 1571518 w 4192078"/>
              <a:gd name="csY6" fmla="*/ 1395100 h 6612138"/>
              <a:gd name="csX7" fmla="*/ 1486388 w 4192078"/>
              <a:gd name="csY7" fmla="*/ 291844 h 6612138"/>
              <a:gd name="csX0" fmla="*/ 1644433 w 4184699"/>
              <a:gd name="csY0" fmla="*/ 171346 h 6694840"/>
              <a:gd name="csX1" fmla="*/ 3845024 w 4184699"/>
              <a:gd name="csY1" fmla="*/ 165119 h 6694840"/>
              <a:gd name="csX2" fmla="*/ 4103925 w 4184699"/>
              <a:gd name="csY2" fmla="*/ 1548593 h 6694840"/>
              <a:gd name="csX3" fmla="*/ 2467780 w 4184699"/>
              <a:gd name="csY3" fmla="*/ 5494641 h 6694840"/>
              <a:gd name="csX4" fmla="*/ 216853 w 4184699"/>
              <a:gd name="csY4" fmla="*/ 6512645 h 6694840"/>
              <a:gd name="csX5" fmla="*/ 1650542 w 4184699"/>
              <a:gd name="csY5" fmla="*/ 3690422 h 6694840"/>
              <a:gd name="csX6" fmla="*/ 1571518 w 4184699"/>
              <a:gd name="csY6" fmla="*/ 1477802 h 6694840"/>
              <a:gd name="csX7" fmla="*/ 1644433 w 4184699"/>
              <a:gd name="csY7" fmla="*/ 171346 h 6694840"/>
              <a:gd name="csX0" fmla="*/ 1644433 w 4184699"/>
              <a:gd name="csY0" fmla="*/ 198463 h 6721957"/>
              <a:gd name="csX1" fmla="*/ 3845024 w 4184699"/>
              <a:gd name="csY1" fmla="*/ 192236 h 6721957"/>
              <a:gd name="csX2" fmla="*/ 4103925 w 4184699"/>
              <a:gd name="csY2" fmla="*/ 1575710 h 6721957"/>
              <a:gd name="csX3" fmla="*/ 2467780 w 4184699"/>
              <a:gd name="csY3" fmla="*/ 5521758 h 6721957"/>
              <a:gd name="csX4" fmla="*/ 216853 w 4184699"/>
              <a:gd name="csY4" fmla="*/ 6539762 h 6721957"/>
              <a:gd name="csX5" fmla="*/ 1650542 w 4184699"/>
              <a:gd name="csY5" fmla="*/ 3717539 h 6721957"/>
              <a:gd name="csX6" fmla="*/ 1797296 w 4184699"/>
              <a:gd name="csY6" fmla="*/ 1933897 h 6721957"/>
              <a:gd name="csX7" fmla="*/ 1644433 w 4184699"/>
              <a:gd name="csY7" fmla="*/ 198463 h 6721957"/>
              <a:gd name="csX0" fmla="*/ 1632274 w 4172540"/>
              <a:gd name="csY0" fmla="*/ 198463 h 6721957"/>
              <a:gd name="csX1" fmla="*/ 3832865 w 4172540"/>
              <a:gd name="csY1" fmla="*/ 192236 h 6721957"/>
              <a:gd name="csX2" fmla="*/ 4091766 w 4172540"/>
              <a:gd name="csY2" fmla="*/ 1575710 h 6721957"/>
              <a:gd name="csX3" fmla="*/ 2455621 w 4172540"/>
              <a:gd name="csY3" fmla="*/ 5521758 h 6721957"/>
              <a:gd name="csX4" fmla="*/ 204694 w 4172540"/>
              <a:gd name="csY4" fmla="*/ 6539762 h 6721957"/>
              <a:gd name="csX5" fmla="*/ 1739983 w 4172540"/>
              <a:gd name="csY5" fmla="*/ 3570784 h 6721957"/>
              <a:gd name="csX6" fmla="*/ 1785137 w 4172540"/>
              <a:gd name="csY6" fmla="*/ 1933897 h 6721957"/>
              <a:gd name="csX7" fmla="*/ 1632274 w 4172540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76590 w 4116856"/>
              <a:gd name="csY0" fmla="*/ 198463 h 6721957"/>
              <a:gd name="csX1" fmla="*/ 3777181 w 4116856"/>
              <a:gd name="csY1" fmla="*/ 192236 h 6721957"/>
              <a:gd name="csX2" fmla="*/ 4036082 w 4116856"/>
              <a:gd name="csY2" fmla="*/ 1575710 h 6721957"/>
              <a:gd name="csX3" fmla="*/ 2399937 w 4116856"/>
              <a:gd name="csY3" fmla="*/ 5521758 h 6721957"/>
              <a:gd name="csX4" fmla="*/ 149010 w 4116856"/>
              <a:gd name="csY4" fmla="*/ 6539762 h 6721957"/>
              <a:gd name="csX5" fmla="*/ 1684299 w 4116856"/>
              <a:gd name="csY5" fmla="*/ 3570784 h 6721957"/>
              <a:gd name="csX6" fmla="*/ 1729453 w 4116856"/>
              <a:gd name="csY6" fmla="*/ 1933897 h 6721957"/>
              <a:gd name="csX7" fmla="*/ 1576590 w 4116856"/>
              <a:gd name="csY7" fmla="*/ 198463 h 67219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16856" h="6721957">
                <a:moveTo>
                  <a:pt x="1576590" y="198463"/>
                </a:moveTo>
                <a:cubicBezTo>
                  <a:pt x="1917878" y="-91814"/>
                  <a:pt x="3367266" y="-37305"/>
                  <a:pt x="3777181" y="192236"/>
                </a:cubicBezTo>
                <a:cubicBezTo>
                  <a:pt x="4187096" y="421777"/>
                  <a:pt x="4160259" y="938442"/>
                  <a:pt x="4036082" y="1575710"/>
                </a:cubicBezTo>
                <a:cubicBezTo>
                  <a:pt x="3731283" y="2201688"/>
                  <a:pt x="3047782" y="4694416"/>
                  <a:pt x="2399937" y="5521758"/>
                </a:cubicBezTo>
                <a:cubicBezTo>
                  <a:pt x="1752092" y="6349100"/>
                  <a:pt x="939971" y="7071887"/>
                  <a:pt x="149010" y="6539762"/>
                </a:cubicBezTo>
                <a:cubicBezTo>
                  <a:pt x="-529062" y="5872170"/>
                  <a:pt x="1305259" y="4076394"/>
                  <a:pt x="1684299" y="3570784"/>
                </a:cubicBezTo>
                <a:cubicBezTo>
                  <a:pt x="2101987" y="2944250"/>
                  <a:pt x="1980708" y="2431980"/>
                  <a:pt x="1729453" y="1933897"/>
                </a:cubicBezTo>
                <a:cubicBezTo>
                  <a:pt x="1500775" y="1435814"/>
                  <a:pt x="1235302" y="488740"/>
                  <a:pt x="1576590" y="198463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0086E13-B4E8-8FDE-07F8-5DA29A30F952}"/>
              </a:ext>
            </a:extLst>
          </p:cNvPr>
          <p:cNvSpPr/>
          <p:nvPr/>
        </p:nvSpPr>
        <p:spPr bwMode="auto">
          <a:xfrm rot="1935669">
            <a:off x="4237895" y="4679288"/>
            <a:ext cx="4870584" cy="4854020"/>
          </a:xfrm>
          <a:custGeom>
            <a:avLst/>
            <a:gdLst>
              <a:gd name="csX0" fmla="*/ 0 w 4818094"/>
              <a:gd name="csY0" fmla="*/ 2593800 h 5187600"/>
              <a:gd name="csX1" fmla="*/ 2409047 w 4818094"/>
              <a:gd name="csY1" fmla="*/ 0 h 5187600"/>
              <a:gd name="csX2" fmla="*/ 4818094 w 4818094"/>
              <a:gd name="csY2" fmla="*/ 2593800 h 5187600"/>
              <a:gd name="csX3" fmla="*/ 2409047 w 4818094"/>
              <a:gd name="csY3" fmla="*/ 5187600 h 5187600"/>
              <a:gd name="csX4" fmla="*/ 0 w 4818094"/>
              <a:gd name="csY4" fmla="*/ 2593800 h 5187600"/>
              <a:gd name="csX0" fmla="*/ 0 w 5187760"/>
              <a:gd name="csY0" fmla="*/ 2594828 h 5189910"/>
              <a:gd name="csX1" fmla="*/ 2409047 w 5187760"/>
              <a:gd name="csY1" fmla="*/ 1028 h 5189910"/>
              <a:gd name="csX2" fmla="*/ 5187760 w 5187760"/>
              <a:gd name="csY2" fmla="*/ 2842077 h 5189910"/>
              <a:gd name="csX3" fmla="*/ 2409047 w 5187760"/>
              <a:gd name="csY3" fmla="*/ 5188628 h 5189910"/>
              <a:gd name="csX4" fmla="*/ 0 w 5187760"/>
              <a:gd name="csY4" fmla="*/ 2594828 h 5189910"/>
              <a:gd name="csX0" fmla="*/ 42041 w 5229801"/>
              <a:gd name="csY0" fmla="*/ 2594508 h 5203334"/>
              <a:gd name="csX1" fmla="*/ 2451088 w 5229801"/>
              <a:gd name="csY1" fmla="*/ 708 h 5203334"/>
              <a:gd name="csX2" fmla="*/ 5229801 w 5229801"/>
              <a:gd name="csY2" fmla="*/ 2841757 h 5203334"/>
              <a:gd name="csX3" fmla="*/ 1244945 w 5229801"/>
              <a:gd name="csY3" fmla="*/ 5202069 h 5203334"/>
              <a:gd name="csX4" fmla="*/ 42041 w 5229801"/>
              <a:gd name="csY4" fmla="*/ 2594508 h 5203334"/>
              <a:gd name="csX0" fmla="*/ 74467 w 4841053"/>
              <a:gd name="csY0" fmla="*/ 1799631 h 5238998"/>
              <a:gd name="csX1" fmla="*/ 2062340 w 4841053"/>
              <a:gd name="csY1" fmla="*/ 19027 h 5238998"/>
              <a:gd name="csX2" fmla="*/ 4841053 w 4841053"/>
              <a:gd name="csY2" fmla="*/ 2860076 h 5238998"/>
              <a:gd name="csX3" fmla="*/ 856197 w 4841053"/>
              <a:gd name="csY3" fmla="*/ 5220388 h 5238998"/>
              <a:gd name="csX4" fmla="*/ 74467 w 4841053"/>
              <a:gd name="csY4" fmla="*/ 1799631 h 5238998"/>
              <a:gd name="csX0" fmla="*/ 109724 w 4876310"/>
              <a:gd name="csY0" fmla="*/ 1799261 h 5087365"/>
              <a:gd name="csX1" fmla="*/ 2097597 w 4876310"/>
              <a:gd name="csY1" fmla="*/ 18657 h 5087365"/>
              <a:gd name="csX2" fmla="*/ 4876310 w 4876310"/>
              <a:gd name="csY2" fmla="*/ 2859706 h 5087365"/>
              <a:gd name="csX3" fmla="*/ 754352 w 4876310"/>
              <a:gd name="csY3" fmla="*/ 5066265 h 5087365"/>
              <a:gd name="csX4" fmla="*/ 109724 w 4876310"/>
              <a:gd name="csY4" fmla="*/ 1799261 h 5087365"/>
              <a:gd name="csX0" fmla="*/ 133227 w 4899813"/>
              <a:gd name="csY0" fmla="*/ 1799261 h 5263847"/>
              <a:gd name="csX1" fmla="*/ 2121100 w 4899813"/>
              <a:gd name="csY1" fmla="*/ 18657 h 5263847"/>
              <a:gd name="csX2" fmla="*/ 4899813 w 4899813"/>
              <a:gd name="csY2" fmla="*/ 2859706 h 5263847"/>
              <a:gd name="csX3" fmla="*/ 777855 w 4899813"/>
              <a:gd name="csY3" fmla="*/ 5066265 h 5263847"/>
              <a:gd name="csX4" fmla="*/ 133227 w 4899813"/>
              <a:gd name="csY4" fmla="*/ 1799261 h 5263847"/>
              <a:gd name="csX0" fmla="*/ 116725 w 5089331"/>
              <a:gd name="csY0" fmla="*/ 1792871 h 5071472"/>
              <a:gd name="csX1" fmla="*/ 2104598 w 5089331"/>
              <a:gd name="csY1" fmla="*/ 12267 h 5071472"/>
              <a:gd name="csX2" fmla="*/ 5089331 w 5089331"/>
              <a:gd name="csY2" fmla="*/ 2629823 h 5071472"/>
              <a:gd name="csX3" fmla="*/ 761353 w 5089331"/>
              <a:gd name="csY3" fmla="*/ 5059875 h 5071472"/>
              <a:gd name="csX4" fmla="*/ 116725 w 5089331"/>
              <a:gd name="csY4" fmla="*/ 1792871 h 5071472"/>
              <a:gd name="csX0" fmla="*/ 116725 w 5089331"/>
              <a:gd name="csY0" fmla="*/ 1792871 h 5069573"/>
              <a:gd name="csX1" fmla="*/ 2104598 w 5089331"/>
              <a:gd name="csY1" fmla="*/ 12267 h 5069573"/>
              <a:gd name="csX2" fmla="*/ 5089331 w 5089331"/>
              <a:gd name="csY2" fmla="*/ 2629823 h 5069573"/>
              <a:gd name="csX3" fmla="*/ 761353 w 5089331"/>
              <a:gd name="csY3" fmla="*/ 5059875 h 5069573"/>
              <a:gd name="csX4" fmla="*/ 116725 w 5089331"/>
              <a:gd name="csY4" fmla="*/ 1792871 h 5069573"/>
              <a:gd name="csX0" fmla="*/ 84154 w 5056760"/>
              <a:gd name="csY0" fmla="*/ 1790420 h 5062474"/>
              <a:gd name="csX1" fmla="*/ 2072027 w 5056760"/>
              <a:gd name="csY1" fmla="*/ 9816 h 5062474"/>
              <a:gd name="csX2" fmla="*/ 5056760 w 5056760"/>
              <a:gd name="csY2" fmla="*/ 2627372 h 5062474"/>
              <a:gd name="csX3" fmla="*/ 728782 w 5056760"/>
              <a:gd name="csY3" fmla="*/ 5057424 h 5062474"/>
              <a:gd name="csX4" fmla="*/ 404231 w 5056760"/>
              <a:gd name="csY4" fmla="*/ 3222753 h 5062474"/>
              <a:gd name="csX5" fmla="*/ 84154 w 5056760"/>
              <a:gd name="csY5" fmla="*/ 1790420 h 5062474"/>
              <a:gd name="csX0" fmla="*/ 79747 w 5052353"/>
              <a:gd name="csY0" fmla="*/ 1790420 h 5062474"/>
              <a:gd name="csX1" fmla="*/ 2067620 w 5052353"/>
              <a:gd name="csY1" fmla="*/ 9816 h 5062474"/>
              <a:gd name="csX2" fmla="*/ 5052353 w 5052353"/>
              <a:gd name="csY2" fmla="*/ 2627372 h 5062474"/>
              <a:gd name="csX3" fmla="*/ 724375 w 5052353"/>
              <a:gd name="csY3" fmla="*/ 5057424 h 5062474"/>
              <a:gd name="csX4" fmla="*/ 399824 w 5052353"/>
              <a:gd name="csY4" fmla="*/ 3222753 h 5062474"/>
              <a:gd name="csX5" fmla="*/ 79747 w 5052353"/>
              <a:gd name="csY5" fmla="*/ 1790420 h 5062474"/>
              <a:gd name="csX0" fmla="*/ 751 w 4973357"/>
              <a:gd name="csY0" fmla="*/ 1791382 h 5063436"/>
              <a:gd name="csX1" fmla="*/ 1988624 w 4973357"/>
              <a:gd name="csY1" fmla="*/ 10778 h 5063436"/>
              <a:gd name="csX2" fmla="*/ 4973357 w 4973357"/>
              <a:gd name="csY2" fmla="*/ 2628334 h 5063436"/>
              <a:gd name="csX3" fmla="*/ 645379 w 4973357"/>
              <a:gd name="csY3" fmla="*/ 5058386 h 5063436"/>
              <a:gd name="csX4" fmla="*/ 320828 w 4973357"/>
              <a:gd name="csY4" fmla="*/ 3223715 h 5063436"/>
              <a:gd name="csX5" fmla="*/ 751 w 4973357"/>
              <a:gd name="csY5" fmla="*/ 1791382 h 5063436"/>
              <a:gd name="csX0" fmla="*/ 755 w 4966384"/>
              <a:gd name="csY0" fmla="*/ 2008354 h 5057866"/>
              <a:gd name="csX1" fmla="*/ 1981651 w 4966384"/>
              <a:gd name="csY1" fmla="*/ 5208 h 5057866"/>
              <a:gd name="csX2" fmla="*/ 4966384 w 4966384"/>
              <a:gd name="csY2" fmla="*/ 2622764 h 5057866"/>
              <a:gd name="csX3" fmla="*/ 638406 w 4966384"/>
              <a:gd name="csY3" fmla="*/ 5052816 h 5057866"/>
              <a:gd name="csX4" fmla="*/ 313855 w 4966384"/>
              <a:gd name="csY4" fmla="*/ 3218145 h 5057866"/>
              <a:gd name="csX5" fmla="*/ 755 w 4966384"/>
              <a:gd name="csY5" fmla="*/ 2008354 h 5057866"/>
              <a:gd name="csX0" fmla="*/ 4502 w 4970131"/>
              <a:gd name="csY0" fmla="*/ 2008285 h 5057797"/>
              <a:gd name="csX1" fmla="*/ 1985398 w 4970131"/>
              <a:gd name="csY1" fmla="*/ 5139 h 5057797"/>
              <a:gd name="csX2" fmla="*/ 4970131 w 4970131"/>
              <a:gd name="csY2" fmla="*/ 2622695 h 5057797"/>
              <a:gd name="csX3" fmla="*/ 642153 w 4970131"/>
              <a:gd name="csY3" fmla="*/ 5052747 h 5057797"/>
              <a:gd name="csX4" fmla="*/ 317602 w 4970131"/>
              <a:gd name="csY4" fmla="*/ 3218076 h 5057797"/>
              <a:gd name="csX5" fmla="*/ 4502 w 4970131"/>
              <a:gd name="csY5" fmla="*/ 2008285 h 5057797"/>
              <a:gd name="csX0" fmla="*/ 4853 w 4856467"/>
              <a:gd name="csY0" fmla="*/ 2081855 h 5056489"/>
              <a:gd name="csX1" fmla="*/ 1871734 w 4856467"/>
              <a:gd name="csY1" fmla="*/ 3831 h 5056489"/>
              <a:gd name="csX2" fmla="*/ 4856467 w 4856467"/>
              <a:gd name="csY2" fmla="*/ 2621387 h 5056489"/>
              <a:gd name="csX3" fmla="*/ 528489 w 4856467"/>
              <a:gd name="csY3" fmla="*/ 5051439 h 5056489"/>
              <a:gd name="csX4" fmla="*/ 203938 w 4856467"/>
              <a:gd name="csY4" fmla="*/ 3216768 h 5056489"/>
              <a:gd name="csX5" fmla="*/ 4853 w 4856467"/>
              <a:gd name="csY5" fmla="*/ 2081855 h 5056489"/>
              <a:gd name="csX0" fmla="*/ 42894 w 4894508"/>
              <a:gd name="csY0" fmla="*/ 1888260 h 4862894"/>
              <a:gd name="csX1" fmla="*/ 1137616 w 4894508"/>
              <a:gd name="csY1" fmla="*/ 3948 h 4862894"/>
              <a:gd name="csX2" fmla="*/ 4894508 w 4894508"/>
              <a:gd name="csY2" fmla="*/ 2427792 h 4862894"/>
              <a:gd name="csX3" fmla="*/ 566530 w 4894508"/>
              <a:gd name="csY3" fmla="*/ 4857844 h 4862894"/>
              <a:gd name="csX4" fmla="*/ 241979 w 4894508"/>
              <a:gd name="csY4" fmla="*/ 3023173 h 4862894"/>
              <a:gd name="csX5" fmla="*/ 42894 w 4894508"/>
              <a:gd name="csY5" fmla="*/ 1888260 h 4862894"/>
              <a:gd name="csX0" fmla="*/ 42894 w 4894508"/>
              <a:gd name="csY0" fmla="*/ 1983654 h 4958288"/>
              <a:gd name="csX1" fmla="*/ 1137616 w 4894508"/>
              <a:gd name="csY1" fmla="*/ 99342 h 4958288"/>
              <a:gd name="csX2" fmla="*/ 4894508 w 4894508"/>
              <a:gd name="csY2" fmla="*/ 2523186 h 4958288"/>
              <a:gd name="csX3" fmla="*/ 566530 w 4894508"/>
              <a:gd name="csY3" fmla="*/ 4953238 h 4958288"/>
              <a:gd name="csX4" fmla="*/ 241979 w 4894508"/>
              <a:gd name="csY4" fmla="*/ 3118567 h 4958288"/>
              <a:gd name="csX5" fmla="*/ 42894 w 4894508"/>
              <a:gd name="csY5" fmla="*/ 1983654 h 4958288"/>
              <a:gd name="csX0" fmla="*/ 35178 w 4973722"/>
              <a:gd name="csY0" fmla="*/ 1981804 h 4861515"/>
              <a:gd name="csX1" fmla="*/ 1216830 w 4973722"/>
              <a:gd name="csY1" fmla="*/ 2569 h 4861515"/>
              <a:gd name="csX2" fmla="*/ 4973722 w 4973722"/>
              <a:gd name="csY2" fmla="*/ 2426413 h 4861515"/>
              <a:gd name="csX3" fmla="*/ 645744 w 4973722"/>
              <a:gd name="csY3" fmla="*/ 4856465 h 4861515"/>
              <a:gd name="csX4" fmla="*/ 321193 w 4973722"/>
              <a:gd name="csY4" fmla="*/ 3021794 h 4861515"/>
              <a:gd name="csX5" fmla="*/ 35178 w 4973722"/>
              <a:gd name="csY5" fmla="*/ 1981804 h 4861515"/>
              <a:gd name="csX0" fmla="*/ 1802 w 4940346"/>
              <a:gd name="csY0" fmla="*/ 1981685 h 4861396"/>
              <a:gd name="csX1" fmla="*/ 1183454 w 4940346"/>
              <a:gd name="csY1" fmla="*/ 2450 h 4861396"/>
              <a:gd name="csX2" fmla="*/ 4940346 w 4940346"/>
              <a:gd name="csY2" fmla="*/ 2426294 h 4861396"/>
              <a:gd name="csX3" fmla="*/ 612368 w 4940346"/>
              <a:gd name="csY3" fmla="*/ 4856346 h 4861396"/>
              <a:gd name="csX4" fmla="*/ 287817 w 4940346"/>
              <a:gd name="csY4" fmla="*/ 3021675 h 4861396"/>
              <a:gd name="csX5" fmla="*/ 1802 w 4940346"/>
              <a:gd name="csY5" fmla="*/ 1981685 h 4861396"/>
              <a:gd name="csX0" fmla="*/ 24863 w 4747430"/>
              <a:gd name="csY0" fmla="*/ 2111059 h 4860104"/>
              <a:gd name="csX1" fmla="*/ 990538 w 4747430"/>
              <a:gd name="csY1" fmla="*/ 1158 h 4860104"/>
              <a:gd name="csX2" fmla="*/ 4747430 w 4747430"/>
              <a:gd name="csY2" fmla="*/ 2425002 h 4860104"/>
              <a:gd name="csX3" fmla="*/ 419452 w 4747430"/>
              <a:gd name="csY3" fmla="*/ 4855054 h 4860104"/>
              <a:gd name="csX4" fmla="*/ 94901 w 4747430"/>
              <a:gd name="csY4" fmla="*/ 3020383 h 4860104"/>
              <a:gd name="csX5" fmla="*/ 24863 w 4747430"/>
              <a:gd name="csY5" fmla="*/ 2111059 h 4860104"/>
              <a:gd name="csX0" fmla="*/ 43013 w 5023801"/>
              <a:gd name="csY0" fmla="*/ 2110689 h 4860667"/>
              <a:gd name="csX1" fmla="*/ 1008688 w 5023801"/>
              <a:gd name="csY1" fmla="*/ 788 h 4860667"/>
              <a:gd name="csX2" fmla="*/ 5023801 w 5023801"/>
              <a:gd name="csY2" fmla="*/ 2368434 h 4860667"/>
              <a:gd name="csX3" fmla="*/ 437602 w 5023801"/>
              <a:gd name="csY3" fmla="*/ 4854684 h 4860667"/>
              <a:gd name="csX4" fmla="*/ 113051 w 5023801"/>
              <a:gd name="csY4" fmla="*/ 3020013 h 4860667"/>
              <a:gd name="csX5" fmla="*/ 43013 w 5023801"/>
              <a:gd name="csY5" fmla="*/ 2110689 h 4860667"/>
              <a:gd name="csX0" fmla="*/ 8874 w 4989662"/>
              <a:gd name="csY0" fmla="*/ 2110689 h 4865235"/>
              <a:gd name="csX1" fmla="*/ 974549 w 4989662"/>
              <a:gd name="csY1" fmla="*/ 788 h 4865235"/>
              <a:gd name="csX2" fmla="*/ 4989662 w 4989662"/>
              <a:gd name="csY2" fmla="*/ 2368434 h 4865235"/>
              <a:gd name="csX3" fmla="*/ 403463 w 4989662"/>
              <a:gd name="csY3" fmla="*/ 4854684 h 4865235"/>
              <a:gd name="csX4" fmla="*/ 78912 w 4989662"/>
              <a:gd name="csY4" fmla="*/ 3020013 h 4865235"/>
              <a:gd name="csX5" fmla="*/ 8874 w 4989662"/>
              <a:gd name="csY5" fmla="*/ 2110689 h 4865235"/>
              <a:gd name="csX0" fmla="*/ 65222 w 5046010"/>
              <a:gd name="csY0" fmla="*/ 2110748 h 4869039"/>
              <a:gd name="csX1" fmla="*/ 1030897 w 5046010"/>
              <a:gd name="csY1" fmla="*/ 847 h 4869039"/>
              <a:gd name="csX2" fmla="*/ 5046010 w 5046010"/>
              <a:gd name="csY2" fmla="*/ 2368493 h 4869039"/>
              <a:gd name="csX3" fmla="*/ 459811 w 5046010"/>
              <a:gd name="csY3" fmla="*/ 4854743 h 4869039"/>
              <a:gd name="csX4" fmla="*/ 128155 w 5046010"/>
              <a:gd name="csY4" fmla="*/ 3304902 h 4869039"/>
              <a:gd name="csX5" fmla="*/ 65222 w 5046010"/>
              <a:gd name="csY5" fmla="*/ 2110748 h 486903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171393 w 5152181"/>
              <a:gd name="csY0" fmla="*/ 2110758 h 4874910"/>
              <a:gd name="csX1" fmla="*/ 1137068 w 5152181"/>
              <a:gd name="csY1" fmla="*/ 857 h 4874910"/>
              <a:gd name="csX2" fmla="*/ 5152181 w 5152181"/>
              <a:gd name="csY2" fmla="*/ 2368503 h 4874910"/>
              <a:gd name="csX3" fmla="*/ 565982 w 5152181"/>
              <a:gd name="csY3" fmla="*/ 4854753 h 4874910"/>
              <a:gd name="csX4" fmla="*/ 84093 w 5152181"/>
              <a:gd name="csY4" fmla="*/ 3426443 h 4874910"/>
              <a:gd name="csX5" fmla="*/ 171393 w 5152181"/>
              <a:gd name="csY5" fmla="*/ 2110758 h 4874910"/>
              <a:gd name="csX0" fmla="*/ 171060 w 5151848"/>
              <a:gd name="csY0" fmla="*/ 2110758 h 4874910"/>
              <a:gd name="csX1" fmla="*/ 1136735 w 5151848"/>
              <a:gd name="csY1" fmla="*/ 857 h 4874910"/>
              <a:gd name="csX2" fmla="*/ 5151848 w 5151848"/>
              <a:gd name="csY2" fmla="*/ 2368503 h 4874910"/>
              <a:gd name="csX3" fmla="*/ 565649 w 5151848"/>
              <a:gd name="csY3" fmla="*/ 4854753 h 4874910"/>
              <a:gd name="csX4" fmla="*/ 83760 w 5151848"/>
              <a:gd name="csY4" fmla="*/ 3426443 h 4874910"/>
              <a:gd name="csX5" fmla="*/ 171060 w 5151848"/>
              <a:gd name="csY5" fmla="*/ 2110758 h 4874910"/>
              <a:gd name="csX0" fmla="*/ 150001 w 5130789"/>
              <a:gd name="csY0" fmla="*/ 2110906 h 4854901"/>
              <a:gd name="csX1" fmla="*/ 1115676 w 5130789"/>
              <a:gd name="csY1" fmla="*/ 1005 h 4854901"/>
              <a:gd name="csX2" fmla="*/ 5130789 w 5130789"/>
              <a:gd name="csY2" fmla="*/ 2368651 h 4854901"/>
              <a:gd name="csX3" fmla="*/ 544590 w 5130789"/>
              <a:gd name="csY3" fmla="*/ 4854901 h 4854901"/>
              <a:gd name="csX4" fmla="*/ 150001 w 5130789"/>
              <a:gd name="csY4" fmla="*/ 2110906 h 4854901"/>
              <a:gd name="csX0" fmla="*/ 141325 w 5143299"/>
              <a:gd name="csY0" fmla="*/ 2457192 h 4854172"/>
              <a:gd name="csX1" fmla="*/ 1128186 w 5143299"/>
              <a:gd name="csY1" fmla="*/ 173 h 4854172"/>
              <a:gd name="csX2" fmla="*/ 5143299 w 5143299"/>
              <a:gd name="csY2" fmla="*/ 2367819 h 4854172"/>
              <a:gd name="csX3" fmla="*/ 557100 w 5143299"/>
              <a:gd name="csY3" fmla="*/ 4854069 h 4854172"/>
              <a:gd name="csX4" fmla="*/ 141325 w 5143299"/>
              <a:gd name="csY4" fmla="*/ 2457192 h 4854172"/>
              <a:gd name="csX0" fmla="*/ 120587 w 4762853"/>
              <a:gd name="csY0" fmla="*/ 2457023 h 4853905"/>
              <a:gd name="csX1" fmla="*/ 1107448 w 4762853"/>
              <a:gd name="csY1" fmla="*/ 4 h 4853905"/>
              <a:gd name="csX2" fmla="*/ 4762853 w 4762853"/>
              <a:gd name="csY2" fmla="*/ 2474560 h 4853905"/>
              <a:gd name="csX3" fmla="*/ 536362 w 4762853"/>
              <a:gd name="csY3" fmla="*/ 4853900 h 4853905"/>
              <a:gd name="csX4" fmla="*/ 120587 w 4762853"/>
              <a:gd name="csY4" fmla="*/ 2457023 h 4853905"/>
              <a:gd name="csX0" fmla="*/ 134579 w 5021524"/>
              <a:gd name="csY0" fmla="*/ 2457357 h 4854429"/>
              <a:gd name="csX1" fmla="*/ 1121440 w 5021524"/>
              <a:gd name="csY1" fmla="*/ 338 h 4854429"/>
              <a:gd name="csX2" fmla="*/ 5021524 w 5021524"/>
              <a:gd name="csY2" fmla="*/ 2333796 h 4854429"/>
              <a:gd name="csX3" fmla="*/ 550354 w 5021524"/>
              <a:gd name="csY3" fmla="*/ 4854234 h 4854429"/>
              <a:gd name="csX4" fmla="*/ 134579 w 5021524"/>
              <a:gd name="csY4" fmla="*/ 2457357 h 4854429"/>
              <a:gd name="csX0" fmla="*/ 126356 w 4870584"/>
              <a:gd name="csY0" fmla="*/ 2457087 h 4854059"/>
              <a:gd name="csX1" fmla="*/ 1113217 w 4870584"/>
              <a:gd name="csY1" fmla="*/ 68 h 4854059"/>
              <a:gd name="csX2" fmla="*/ 4870584 w 4870584"/>
              <a:gd name="csY2" fmla="*/ 2530410 h 4854059"/>
              <a:gd name="csX3" fmla="*/ 542131 w 4870584"/>
              <a:gd name="csY3" fmla="*/ 4853964 h 4854059"/>
              <a:gd name="csX4" fmla="*/ 126356 w 4870584"/>
              <a:gd name="csY4" fmla="*/ 2457087 h 4854059"/>
              <a:gd name="csX0" fmla="*/ 126356 w 4870584"/>
              <a:gd name="csY0" fmla="*/ 2457087 h 4854020"/>
              <a:gd name="csX1" fmla="*/ 1113217 w 4870584"/>
              <a:gd name="csY1" fmla="*/ 68 h 4854020"/>
              <a:gd name="csX2" fmla="*/ 4870584 w 4870584"/>
              <a:gd name="csY2" fmla="*/ 2530410 h 4854020"/>
              <a:gd name="csX3" fmla="*/ 542131 w 4870584"/>
              <a:gd name="csY3" fmla="*/ 4853964 h 4854020"/>
              <a:gd name="csX4" fmla="*/ 126356 w 4870584"/>
              <a:gd name="csY4" fmla="*/ 2457087 h 4854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870584" h="4854020">
                <a:moveTo>
                  <a:pt x="126356" y="2457087"/>
                </a:moveTo>
                <a:cubicBezTo>
                  <a:pt x="221537" y="1648104"/>
                  <a:pt x="322512" y="-12153"/>
                  <a:pt x="1113217" y="68"/>
                </a:cubicBezTo>
                <a:cubicBezTo>
                  <a:pt x="1903922" y="12289"/>
                  <a:pt x="4870584" y="1097894"/>
                  <a:pt x="4870584" y="2530410"/>
                </a:cubicBezTo>
                <a:cubicBezTo>
                  <a:pt x="4865830" y="2897944"/>
                  <a:pt x="1332836" y="4866185"/>
                  <a:pt x="542131" y="4853964"/>
                </a:cubicBezTo>
                <a:cubicBezTo>
                  <a:pt x="-248574" y="4841744"/>
                  <a:pt x="31175" y="3266070"/>
                  <a:pt x="126356" y="245708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6160FD4-CFD2-290E-53C8-BCF84A71AE40}"/>
              </a:ext>
            </a:extLst>
          </p:cNvPr>
          <p:cNvSpPr/>
          <p:nvPr/>
        </p:nvSpPr>
        <p:spPr bwMode="auto">
          <a:xfrm rot="9456563">
            <a:off x="-1367282" y="52925"/>
            <a:ext cx="5827645" cy="8318068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414639 w 5449346"/>
              <a:gd name="csY0" fmla="*/ 2902198 h 8529583"/>
              <a:gd name="csX1" fmla="*/ 3708963 w 5449346"/>
              <a:gd name="csY1" fmla="*/ 26423 h 8529583"/>
              <a:gd name="csX2" fmla="*/ 4883435 w 5449346"/>
              <a:gd name="csY2" fmla="*/ 4469488 h 8529583"/>
              <a:gd name="csX3" fmla="*/ 1055106 w 5449346"/>
              <a:gd name="csY3" fmla="*/ 8481918 h 8529583"/>
              <a:gd name="csX4" fmla="*/ 414639 w 5449346"/>
              <a:gd name="csY4" fmla="*/ 2902198 h 8529583"/>
              <a:gd name="csX0" fmla="*/ 183453 w 4839523"/>
              <a:gd name="csY0" fmla="*/ 2878424 h 8459374"/>
              <a:gd name="csX1" fmla="*/ 3477777 w 4839523"/>
              <a:gd name="csY1" fmla="*/ 2649 h 8459374"/>
              <a:gd name="csX2" fmla="*/ 4196225 w 4839523"/>
              <a:gd name="csY2" fmla="*/ 3329929 h 8459374"/>
              <a:gd name="csX3" fmla="*/ 823920 w 4839523"/>
              <a:gd name="csY3" fmla="*/ 8458144 h 8459374"/>
              <a:gd name="csX4" fmla="*/ 183453 w 4839523"/>
              <a:gd name="csY4" fmla="*/ 2878424 h 8459374"/>
              <a:gd name="csX0" fmla="*/ 183453 w 4839523"/>
              <a:gd name="csY0" fmla="*/ 2878424 h 8459459"/>
              <a:gd name="csX1" fmla="*/ 3477777 w 4839523"/>
              <a:gd name="csY1" fmla="*/ 2649 h 8459459"/>
              <a:gd name="csX2" fmla="*/ 4196225 w 4839523"/>
              <a:gd name="csY2" fmla="*/ 3329929 h 8459459"/>
              <a:gd name="csX3" fmla="*/ 823920 w 4839523"/>
              <a:gd name="csY3" fmla="*/ 8458144 h 8459459"/>
              <a:gd name="csX4" fmla="*/ 183453 w 4839523"/>
              <a:gd name="csY4" fmla="*/ 2878424 h 8459459"/>
              <a:gd name="csX0" fmla="*/ 50689 w 4706759"/>
              <a:gd name="csY0" fmla="*/ 2878472 h 8635821"/>
              <a:gd name="csX1" fmla="*/ 3345013 w 4706759"/>
              <a:gd name="csY1" fmla="*/ 2697 h 8635821"/>
              <a:gd name="csX2" fmla="*/ 4063461 w 4706759"/>
              <a:gd name="csY2" fmla="*/ 3329977 h 8635821"/>
              <a:gd name="csX3" fmla="*/ 1534192 w 4706759"/>
              <a:gd name="csY3" fmla="*/ 8634574 h 8635821"/>
              <a:gd name="csX4" fmla="*/ 50689 w 4706759"/>
              <a:gd name="csY4" fmla="*/ 2878472 h 8635821"/>
              <a:gd name="csX0" fmla="*/ 347528 w 5003598"/>
              <a:gd name="csY0" fmla="*/ 2878472 h 8712612"/>
              <a:gd name="csX1" fmla="*/ 3641852 w 5003598"/>
              <a:gd name="csY1" fmla="*/ 2697 h 8712612"/>
              <a:gd name="csX2" fmla="*/ 4360300 w 5003598"/>
              <a:gd name="csY2" fmla="*/ 3329977 h 8712612"/>
              <a:gd name="csX3" fmla="*/ 1831031 w 5003598"/>
              <a:gd name="csY3" fmla="*/ 8634574 h 8712612"/>
              <a:gd name="csX4" fmla="*/ 347528 w 5003598"/>
              <a:gd name="csY4" fmla="*/ 2878472 h 8712612"/>
              <a:gd name="csX0" fmla="*/ 755949 w 5412019"/>
              <a:gd name="csY0" fmla="*/ 2878371 h 8343041"/>
              <a:gd name="csX1" fmla="*/ 4050273 w 5412019"/>
              <a:gd name="csY1" fmla="*/ 2596 h 8343041"/>
              <a:gd name="csX2" fmla="*/ 4768721 w 5412019"/>
              <a:gd name="csY2" fmla="*/ 3329876 h 8343041"/>
              <a:gd name="csX3" fmla="*/ 1503293 w 5412019"/>
              <a:gd name="csY3" fmla="*/ 8257937 h 8343041"/>
              <a:gd name="csX4" fmla="*/ 755949 w 5412019"/>
              <a:gd name="csY4" fmla="*/ 2878371 h 8343041"/>
              <a:gd name="csX0" fmla="*/ 755949 w 5180572"/>
              <a:gd name="csY0" fmla="*/ 2878371 h 8343041"/>
              <a:gd name="csX1" fmla="*/ 4050273 w 5180572"/>
              <a:gd name="csY1" fmla="*/ 2596 h 8343041"/>
              <a:gd name="csX2" fmla="*/ 4768721 w 5180572"/>
              <a:gd name="csY2" fmla="*/ 3329876 h 8343041"/>
              <a:gd name="csX3" fmla="*/ 1503293 w 5180572"/>
              <a:gd name="csY3" fmla="*/ 8257937 h 8343041"/>
              <a:gd name="csX4" fmla="*/ 755949 w 5180572"/>
              <a:gd name="csY4" fmla="*/ 2878371 h 8343041"/>
              <a:gd name="csX0" fmla="*/ 755949 w 5180572"/>
              <a:gd name="csY0" fmla="*/ 2878371 h 8337890"/>
              <a:gd name="csX1" fmla="*/ 4050273 w 5180572"/>
              <a:gd name="csY1" fmla="*/ 2596 h 8337890"/>
              <a:gd name="csX2" fmla="*/ 4768721 w 5180572"/>
              <a:gd name="csY2" fmla="*/ 3329876 h 8337890"/>
              <a:gd name="csX3" fmla="*/ 1503293 w 5180572"/>
              <a:gd name="csY3" fmla="*/ 8257937 h 8337890"/>
              <a:gd name="csX4" fmla="*/ 755949 w 5180572"/>
              <a:gd name="csY4" fmla="*/ 2878371 h 8337890"/>
              <a:gd name="csX0" fmla="*/ 755949 w 5601609"/>
              <a:gd name="csY0" fmla="*/ 2962031 h 8421550"/>
              <a:gd name="csX1" fmla="*/ 4050273 w 5601609"/>
              <a:gd name="csY1" fmla="*/ 86256 h 8421550"/>
              <a:gd name="csX2" fmla="*/ 5577491 w 5601609"/>
              <a:gd name="csY2" fmla="*/ 989920 h 8421550"/>
              <a:gd name="csX3" fmla="*/ 4768721 w 5601609"/>
              <a:gd name="csY3" fmla="*/ 3413536 h 8421550"/>
              <a:gd name="csX4" fmla="*/ 1503293 w 5601609"/>
              <a:gd name="csY4" fmla="*/ 8341597 h 8421550"/>
              <a:gd name="csX5" fmla="*/ 755949 w 5601609"/>
              <a:gd name="csY5" fmla="*/ 2962031 h 8421550"/>
              <a:gd name="csX0" fmla="*/ 755949 w 5601609"/>
              <a:gd name="csY0" fmla="*/ 2954571 h 8414090"/>
              <a:gd name="csX1" fmla="*/ 4050273 w 5601609"/>
              <a:gd name="csY1" fmla="*/ 78796 h 8414090"/>
              <a:gd name="csX2" fmla="*/ 5577491 w 5601609"/>
              <a:gd name="csY2" fmla="*/ 982460 h 8414090"/>
              <a:gd name="csX3" fmla="*/ 4768721 w 5601609"/>
              <a:gd name="csY3" fmla="*/ 3406076 h 8414090"/>
              <a:gd name="csX4" fmla="*/ 1503293 w 5601609"/>
              <a:gd name="csY4" fmla="*/ 8334137 h 8414090"/>
              <a:gd name="csX5" fmla="*/ 755949 w 5601609"/>
              <a:gd name="csY5" fmla="*/ 2954571 h 8414090"/>
              <a:gd name="csX0" fmla="*/ 746220 w 5591880"/>
              <a:gd name="csY0" fmla="*/ 2863760 h 8323279"/>
              <a:gd name="csX1" fmla="*/ 3865525 w 5591880"/>
              <a:gd name="csY1" fmla="*/ 86813 h 8323279"/>
              <a:gd name="csX2" fmla="*/ 5567762 w 5591880"/>
              <a:gd name="csY2" fmla="*/ 891649 h 8323279"/>
              <a:gd name="csX3" fmla="*/ 4758992 w 5591880"/>
              <a:gd name="csY3" fmla="*/ 3315265 h 8323279"/>
              <a:gd name="csX4" fmla="*/ 1493564 w 5591880"/>
              <a:gd name="csY4" fmla="*/ 8243326 h 8323279"/>
              <a:gd name="csX5" fmla="*/ 746220 w 5591880"/>
              <a:gd name="csY5" fmla="*/ 2863760 h 8323279"/>
              <a:gd name="csX0" fmla="*/ 746220 w 5591880"/>
              <a:gd name="csY0" fmla="*/ 2777767 h 8237286"/>
              <a:gd name="csX1" fmla="*/ 3865525 w 5591880"/>
              <a:gd name="csY1" fmla="*/ 820 h 8237286"/>
              <a:gd name="csX2" fmla="*/ 5567762 w 5591880"/>
              <a:gd name="csY2" fmla="*/ 805656 h 8237286"/>
              <a:gd name="csX3" fmla="*/ 4758992 w 5591880"/>
              <a:gd name="csY3" fmla="*/ 3229272 h 8237286"/>
              <a:gd name="csX4" fmla="*/ 1493564 w 5591880"/>
              <a:gd name="csY4" fmla="*/ 8157333 h 8237286"/>
              <a:gd name="csX5" fmla="*/ 746220 w 5591880"/>
              <a:gd name="csY5" fmla="*/ 2777767 h 8237286"/>
              <a:gd name="csX0" fmla="*/ 679331 w 5524991"/>
              <a:gd name="csY0" fmla="*/ 2851449 h 8310968"/>
              <a:gd name="csX1" fmla="*/ 2562394 w 5524991"/>
              <a:gd name="csY1" fmla="*/ 2647832 h 8310968"/>
              <a:gd name="csX2" fmla="*/ 3798636 w 5524991"/>
              <a:gd name="csY2" fmla="*/ 74502 h 8310968"/>
              <a:gd name="csX3" fmla="*/ 5500873 w 5524991"/>
              <a:gd name="csY3" fmla="*/ 879338 h 8310968"/>
              <a:gd name="csX4" fmla="*/ 4692103 w 5524991"/>
              <a:gd name="csY4" fmla="*/ 3302954 h 8310968"/>
              <a:gd name="csX5" fmla="*/ 1426675 w 5524991"/>
              <a:gd name="csY5" fmla="*/ 8231015 h 8310968"/>
              <a:gd name="csX6" fmla="*/ 679331 w 5524991"/>
              <a:gd name="csY6" fmla="*/ 2851449 h 8310968"/>
              <a:gd name="csX0" fmla="*/ 250758 w 4418662"/>
              <a:gd name="csY0" fmla="*/ 3606835 h 8231523"/>
              <a:gd name="csX1" fmla="*/ 1456065 w 4418662"/>
              <a:gd name="csY1" fmla="*/ 2647832 h 8231523"/>
              <a:gd name="csX2" fmla="*/ 2692307 w 4418662"/>
              <a:gd name="csY2" fmla="*/ 74502 h 8231523"/>
              <a:gd name="csX3" fmla="*/ 4394544 w 4418662"/>
              <a:gd name="csY3" fmla="*/ 879338 h 8231523"/>
              <a:gd name="csX4" fmla="*/ 3585774 w 4418662"/>
              <a:gd name="csY4" fmla="*/ 3302954 h 8231523"/>
              <a:gd name="csX5" fmla="*/ 320346 w 4418662"/>
              <a:gd name="csY5" fmla="*/ 8231015 h 8231523"/>
              <a:gd name="csX6" fmla="*/ 250758 w 4418662"/>
              <a:gd name="csY6" fmla="*/ 3606835 h 8231523"/>
              <a:gd name="csX0" fmla="*/ 508860 w 4676764"/>
              <a:gd name="csY0" fmla="*/ 3606835 h 8231501"/>
              <a:gd name="csX1" fmla="*/ 1714167 w 4676764"/>
              <a:gd name="csY1" fmla="*/ 2647832 h 8231501"/>
              <a:gd name="csX2" fmla="*/ 2950409 w 4676764"/>
              <a:gd name="csY2" fmla="*/ 74502 h 8231501"/>
              <a:gd name="csX3" fmla="*/ 4652646 w 4676764"/>
              <a:gd name="csY3" fmla="*/ 879338 h 8231501"/>
              <a:gd name="csX4" fmla="*/ 3843876 w 4676764"/>
              <a:gd name="csY4" fmla="*/ 3302954 h 8231501"/>
              <a:gd name="csX5" fmla="*/ 578448 w 4676764"/>
              <a:gd name="csY5" fmla="*/ 8231015 h 8231501"/>
              <a:gd name="csX6" fmla="*/ 508860 w 4676764"/>
              <a:gd name="csY6" fmla="*/ 3606835 h 8231501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85435 w 4710329"/>
              <a:gd name="csY0" fmla="*/ 4423597 h 8242968"/>
              <a:gd name="csX1" fmla="*/ 1696755 w 4710329"/>
              <a:gd name="csY1" fmla="*/ 2716158 h 8242968"/>
              <a:gd name="csX2" fmla="*/ 2983974 w 4710329"/>
              <a:gd name="csY2" fmla="*/ 78364 h 8242968"/>
              <a:gd name="csX3" fmla="*/ 4686211 w 4710329"/>
              <a:gd name="csY3" fmla="*/ 883200 h 8242968"/>
              <a:gd name="csX4" fmla="*/ 3877441 w 4710329"/>
              <a:gd name="csY4" fmla="*/ 3306816 h 8242968"/>
              <a:gd name="csX5" fmla="*/ 612013 w 4710329"/>
              <a:gd name="csY5" fmla="*/ 8234877 h 8242968"/>
              <a:gd name="csX6" fmla="*/ 85435 w 4710329"/>
              <a:gd name="csY6" fmla="*/ 4423597 h 8242968"/>
              <a:gd name="csX0" fmla="*/ 243944 w 4868838"/>
              <a:gd name="csY0" fmla="*/ 4423597 h 8242846"/>
              <a:gd name="csX1" fmla="*/ 1855264 w 4868838"/>
              <a:gd name="csY1" fmla="*/ 2716158 h 8242846"/>
              <a:gd name="csX2" fmla="*/ 3142483 w 4868838"/>
              <a:gd name="csY2" fmla="*/ 78364 h 8242846"/>
              <a:gd name="csX3" fmla="*/ 4844720 w 4868838"/>
              <a:gd name="csY3" fmla="*/ 883200 h 8242846"/>
              <a:gd name="csX4" fmla="*/ 4035950 w 4868838"/>
              <a:gd name="csY4" fmla="*/ 3306816 h 8242846"/>
              <a:gd name="csX5" fmla="*/ 770522 w 4868838"/>
              <a:gd name="csY5" fmla="*/ 8234877 h 8242846"/>
              <a:gd name="csX6" fmla="*/ 243944 w 4868838"/>
              <a:gd name="csY6" fmla="*/ 4423597 h 8242846"/>
              <a:gd name="csX0" fmla="*/ 1033724 w 5658618"/>
              <a:gd name="csY0" fmla="*/ 4423597 h 8297012"/>
              <a:gd name="csX1" fmla="*/ 2645044 w 5658618"/>
              <a:gd name="csY1" fmla="*/ 2716158 h 8297012"/>
              <a:gd name="csX2" fmla="*/ 3932263 w 5658618"/>
              <a:gd name="csY2" fmla="*/ 78364 h 8297012"/>
              <a:gd name="csX3" fmla="*/ 5634500 w 5658618"/>
              <a:gd name="csY3" fmla="*/ 883200 h 8297012"/>
              <a:gd name="csX4" fmla="*/ 4825730 w 5658618"/>
              <a:gd name="csY4" fmla="*/ 3306816 h 8297012"/>
              <a:gd name="csX5" fmla="*/ 1560302 w 5658618"/>
              <a:gd name="csY5" fmla="*/ 8234877 h 8297012"/>
              <a:gd name="csX6" fmla="*/ 7783 w 5658618"/>
              <a:gd name="csY6" fmla="*/ 5976200 h 8297012"/>
              <a:gd name="csX7" fmla="*/ 1033724 w 5658618"/>
              <a:gd name="csY7" fmla="*/ 4423597 h 8297012"/>
              <a:gd name="csX0" fmla="*/ 1033724 w 5658618"/>
              <a:gd name="csY0" fmla="*/ 4423597 h 8392010"/>
              <a:gd name="csX1" fmla="*/ 2645044 w 5658618"/>
              <a:gd name="csY1" fmla="*/ 2716158 h 8392010"/>
              <a:gd name="csX2" fmla="*/ 3932263 w 5658618"/>
              <a:gd name="csY2" fmla="*/ 78364 h 8392010"/>
              <a:gd name="csX3" fmla="*/ 5634500 w 5658618"/>
              <a:gd name="csY3" fmla="*/ 883200 h 8392010"/>
              <a:gd name="csX4" fmla="*/ 4825730 w 5658618"/>
              <a:gd name="csY4" fmla="*/ 3306816 h 8392010"/>
              <a:gd name="csX5" fmla="*/ 3076421 w 5658618"/>
              <a:gd name="csY5" fmla="*/ 7655532 h 8392010"/>
              <a:gd name="csX6" fmla="*/ 1560302 w 5658618"/>
              <a:gd name="csY6" fmla="*/ 8234877 h 8392010"/>
              <a:gd name="csX7" fmla="*/ 7783 w 5658618"/>
              <a:gd name="csY7" fmla="*/ 5976200 h 8392010"/>
              <a:gd name="csX8" fmla="*/ 1033724 w 5658618"/>
              <a:gd name="csY8" fmla="*/ 4423597 h 8392010"/>
              <a:gd name="csX0" fmla="*/ 1033724 w 5658618"/>
              <a:gd name="csY0" fmla="*/ 4423597 h 8417076"/>
              <a:gd name="csX1" fmla="*/ 2645044 w 5658618"/>
              <a:gd name="csY1" fmla="*/ 2716158 h 8417076"/>
              <a:gd name="csX2" fmla="*/ 3932263 w 5658618"/>
              <a:gd name="csY2" fmla="*/ 78364 h 8417076"/>
              <a:gd name="csX3" fmla="*/ 5634500 w 5658618"/>
              <a:gd name="csY3" fmla="*/ 883200 h 8417076"/>
              <a:gd name="csX4" fmla="*/ 4825730 w 5658618"/>
              <a:gd name="csY4" fmla="*/ 3306816 h 8417076"/>
              <a:gd name="csX5" fmla="*/ 3076421 w 5658618"/>
              <a:gd name="csY5" fmla="*/ 7655532 h 8417076"/>
              <a:gd name="csX6" fmla="*/ 1643805 w 5658618"/>
              <a:gd name="csY6" fmla="*/ 8269278 h 8417076"/>
              <a:gd name="csX7" fmla="*/ 7783 w 5658618"/>
              <a:gd name="csY7" fmla="*/ 5976200 h 8417076"/>
              <a:gd name="csX8" fmla="*/ 1033724 w 5658618"/>
              <a:gd name="csY8" fmla="*/ 4423597 h 8417076"/>
              <a:gd name="csX0" fmla="*/ 1036919 w 5661813"/>
              <a:gd name="csY0" fmla="*/ 4423597 h 8314732"/>
              <a:gd name="csX1" fmla="*/ 2648239 w 5661813"/>
              <a:gd name="csY1" fmla="*/ 2716158 h 8314732"/>
              <a:gd name="csX2" fmla="*/ 3935458 w 5661813"/>
              <a:gd name="csY2" fmla="*/ 78364 h 8314732"/>
              <a:gd name="csX3" fmla="*/ 5637695 w 5661813"/>
              <a:gd name="csY3" fmla="*/ 883200 h 8314732"/>
              <a:gd name="csX4" fmla="*/ 4828925 w 5661813"/>
              <a:gd name="csY4" fmla="*/ 3306816 h 8314732"/>
              <a:gd name="csX5" fmla="*/ 3079616 w 5661813"/>
              <a:gd name="csY5" fmla="*/ 7655532 h 8314732"/>
              <a:gd name="csX6" fmla="*/ 1647000 w 5661813"/>
              <a:gd name="csY6" fmla="*/ 8269278 h 8314732"/>
              <a:gd name="csX7" fmla="*/ 430726 w 5661813"/>
              <a:gd name="csY7" fmla="*/ 7357855 h 8314732"/>
              <a:gd name="csX8" fmla="*/ 10978 w 5661813"/>
              <a:gd name="csY8" fmla="*/ 5976200 h 8314732"/>
              <a:gd name="csX9" fmla="*/ 1036919 w 5661813"/>
              <a:gd name="csY9" fmla="*/ 4423597 h 8314732"/>
              <a:gd name="csX0" fmla="*/ 1036919 w 5713201"/>
              <a:gd name="csY0" fmla="*/ 4423597 h 8314732"/>
              <a:gd name="csX1" fmla="*/ 2648239 w 5713201"/>
              <a:gd name="csY1" fmla="*/ 2716158 h 8314732"/>
              <a:gd name="csX2" fmla="*/ 3935458 w 5713201"/>
              <a:gd name="csY2" fmla="*/ 78364 h 8314732"/>
              <a:gd name="csX3" fmla="*/ 5637695 w 5713201"/>
              <a:gd name="csY3" fmla="*/ 883200 h 8314732"/>
              <a:gd name="csX4" fmla="*/ 4828925 w 5713201"/>
              <a:gd name="csY4" fmla="*/ 3306816 h 8314732"/>
              <a:gd name="csX5" fmla="*/ 3079616 w 5713201"/>
              <a:gd name="csY5" fmla="*/ 7655532 h 8314732"/>
              <a:gd name="csX6" fmla="*/ 1647000 w 5713201"/>
              <a:gd name="csY6" fmla="*/ 8269278 h 8314732"/>
              <a:gd name="csX7" fmla="*/ 430726 w 5713201"/>
              <a:gd name="csY7" fmla="*/ 7357855 h 8314732"/>
              <a:gd name="csX8" fmla="*/ 10978 w 5713201"/>
              <a:gd name="csY8" fmla="*/ 5976200 h 8314732"/>
              <a:gd name="csX9" fmla="*/ 1036919 w 5713201"/>
              <a:gd name="csY9" fmla="*/ 4423597 h 8314732"/>
              <a:gd name="csX0" fmla="*/ 1036919 w 5713201"/>
              <a:gd name="csY0" fmla="*/ 4423790 h 8314925"/>
              <a:gd name="csX1" fmla="*/ 2648239 w 5713201"/>
              <a:gd name="csY1" fmla="*/ 2716351 h 8314925"/>
              <a:gd name="csX2" fmla="*/ 3935458 w 5713201"/>
              <a:gd name="csY2" fmla="*/ 78557 h 8314925"/>
              <a:gd name="csX3" fmla="*/ 5637695 w 5713201"/>
              <a:gd name="csY3" fmla="*/ 883393 h 8314925"/>
              <a:gd name="csX4" fmla="*/ 4828925 w 5713201"/>
              <a:gd name="csY4" fmla="*/ 3307009 h 8314925"/>
              <a:gd name="csX5" fmla="*/ 3079616 w 5713201"/>
              <a:gd name="csY5" fmla="*/ 7655725 h 8314925"/>
              <a:gd name="csX6" fmla="*/ 1647000 w 5713201"/>
              <a:gd name="csY6" fmla="*/ 8269471 h 8314925"/>
              <a:gd name="csX7" fmla="*/ 430726 w 5713201"/>
              <a:gd name="csY7" fmla="*/ 7358048 h 8314925"/>
              <a:gd name="csX8" fmla="*/ 10978 w 5713201"/>
              <a:gd name="csY8" fmla="*/ 5976393 h 8314925"/>
              <a:gd name="csX9" fmla="*/ 1036919 w 5713201"/>
              <a:gd name="csY9" fmla="*/ 4423790 h 8314925"/>
              <a:gd name="csX0" fmla="*/ 1036919 w 5713201"/>
              <a:gd name="csY0" fmla="*/ 4391860 h 8282995"/>
              <a:gd name="csX1" fmla="*/ 2648239 w 5713201"/>
              <a:gd name="csY1" fmla="*/ 2684421 h 8282995"/>
              <a:gd name="csX2" fmla="*/ 3872206 w 5713201"/>
              <a:gd name="csY2" fmla="*/ 81616 h 8282995"/>
              <a:gd name="csX3" fmla="*/ 5637695 w 5713201"/>
              <a:gd name="csY3" fmla="*/ 851463 h 8282995"/>
              <a:gd name="csX4" fmla="*/ 4828925 w 5713201"/>
              <a:gd name="csY4" fmla="*/ 3275079 h 8282995"/>
              <a:gd name="csX5" fmla="*/ 3079616 w 5713201"/>
              <a:gd name="csY5" fmla="*/ 7623795 h 8282995"/>
              <a:gd name="csX6" fmla="*/ 1647000 w 5713201"/>
              <a:gd name="csY6" fmla="*/ 8237541 h 8282995"/>
              <a:gd name="csX7" fmla="*/ 430726 w 5713201"/>
              <a:gd name="csY7" fmla="*/ 7326118 h 8282995"/>
              <a:gd name="csX8" fmla="*/ 10978 w 5713201"/>
              <a:gd name="csY8" fmla="*/ 5944463 h 8282995"/>
              <a:gd name="csX9" fmla="*/ 1036919 w 5713201"/>
              <a:gd name="csY9" fmla="*/ 4391860 h 8282995"/>
              <a:gd name="csX0" fmla="*/ 1036919 w 5713201"/>
              <a:gd name="csY0" fmla="*/ 4339825 h 8230960"/>
              <a:gd name="csX1" fmla="*/ 2648239 w 5713201"/>
              <a:gd name="csY1" fmla="*/ 2632386 h 8230960"/>
              <a:gd name="csX2" fmla="*/ 3872206 w 5713201"/>
              <a:gd name="csY2" fmla="*/ 29581 h 8230960"/>
              <a:gd name="csX3" fmla="*/ 5637695 w 5713201"/>
              <a:gd name="csY3" fmla="*/ 799428 h 8230960"/>
              <a:gd name="csX4" fmla="*/ 4828925 w 5713201"/>
              <a:gd name="csY4" fmla="*/ 3223044 h 8230960"/>
              <a:gd name="csX5" fmla="*/ 3079616 w 5713201"/>
              <a:gd name="csY5" fmla="*/ 7571760 h 8230960"/>
              <a:gd name="csX6" fmla="*/ 1647000 w 5713201"/>
              <a:gd name="csY6" fmla="*/ 8185506 h 8230960"/>
              <a:gd name="csX7" fmla="*/ 430726 w 5713201"/>
              <a:gd name="csY7" fmla="*/ 7274083 h 8230960"/>
              <a:gd name="csX8" fmla="*/ 10978 w 5713201"/>
              <a:gd name="csY8" fmla="*/ 5892428 h 8230960"/>
              <a:gd name="csX9" fmla="*/ 1036919 w 5713201"/>
              <a:gd name="csY9" fmla="*/ 4339825 h 8230960"/>
              <a:gd name="csX0" fmla="*/ 1036919 w 5714556"/>
              <a:gd name="csY0" fmla="*/ 4339825 h 8230960"/>
              <a:gd name="csX1" fmla="*/ 2648239 w 5714556"/>
              <a:gd name="csY1" fmla="*/ 2632386 h 8230960"/>
              <a:gd name="csX2" fmla="*/ 3872206 w 5714556"/>
              <a:gd name="csY2" fmla="*/ 29581 h 8230960"/>
              <a:gd name="csX3" fmla="*/ 5637695 w 5714556"/>
              <a:gd name="csY3" fmla="*/ 799428 h 8230960"/>
              <a:gd name="csX4" fmla="*/ 4842450 w 5714556"/>
              <a:gd name="csY4" fmla="*/ 3130941 h 8230960"/>
              <a:gd name="csX5" fmla="*/ 3079616 w 5714556"/>
              <a:gd name="csY5" fmla="*/ 7571760 h 8230960"/>
              <a:gd name="csX6" fmla="*/ 1647000 w 5714556"/>
              <a:gd name="csY6" fmla="*/ 8185506 h 8230960"/>
              <a:gd name="csX7" fmla="*/ 430726 w 5714556"/>
              <a:gd name="csY7" fmla="*/ 7274083 h 8230960"/>
              <a:gd name="csX8" fmla="*/ 10978 w 5714556"/>
              <a:gd name="csY8" fmla="*/ 5892428 h 8230960"/>
              <a:gd name="csX9" fmla="*/ 1036919 w 5714556"/>
              <a:gd name="csY9" fmla="*/ 4339825 h 8230960"/>
              <a:gd name="csX0" fmla="*/ 1036919 w 5714556"/>
              <a:gd name="csY0" fmla="*/ 4339825 h 8300703"/>
              <a:gd name="csX1" fmla="*/ 2648239 w 5714556"/>
              <a:gd name="csY1" fmla="*/ 2632386 h 8300703"/>
              <a:gd name="csX2" fmla="*/ 3872206 w 5714556"/>
              <a:gd name="csY2" fmla="*/ 29581 h 8300703"/>
              <a:gd name="csX3" fmla="*/ 5637695 w 5714556"/>
              <a:gd name="csY3" fmla="*/ 799428 h 8300703"/>
              <a:gd name="csX4" fmla="*/ 4842450 w 5714556"/>
              <a:gd name="csY4" fmla="*/ 3130941 h 8300703"/>
              <a:gd name="csX5" fmla="*/ 3035989 w 5714556"/>
              <a:gd name="csY5" fmla="*/ 7736927 h 8300703"/>
              <a:gd name="csX6" fmla="*/ 1647000 w 5714556"/>
              <a:gd name="csY6" fmla="*/ 8185506 h 8300703"/>
              <a:gd name="csX7" fmla="*/ 430726 w 5714556"/>
              <a:gd name="csY7" fmla="*/ 7274083 h 8300703"/>
              <a:gd name="csX8" fmla="*/ 10978 w 5714556"/>
              <a:gd name="csY8" fmla="*/ 5892428 h 8300703"/>
              <a:gd name="csX9" fmla="*/ 1036919 w 5714556"/>
              <a:gd name="csY9" fmla="*/ 4339825 h 8300703"/>
              <a:gd name="csX0" fmla="*/ 1036919 w 5714556"/>
              <a:gd name="csY0" fmla="*/ 4339825 h 8315686"/>
              <a:gd name="csX1" fmla="*/ 2648239 w 5714556"/>
              <a:gd name="csY1" fmla="*/ 2632386 h 8315686"/>
              <a:gd name="csX2" fmla="*/ 3872206 w 5714556"/>
              <a:gd name="csY2" fmla="*/ 29581 h 8315686"/>
              <a:gd name="csX3" fmla="*/ 5637695 w 5714556"/>
              <a:gd name="csY3" fmla="*/ 799428 h 8315686"/>
              <a:gd name="csX4" fmla="*/ 4842450 w 5714556"/>
              <a:gd name="csY4" fmla="*/ 3130941 h 8315686"/>
              <a:gd name="csX5" fmla="*/ 3035989 w 5714556"/>
              <a:gd name="csY5" fmla="*/ 7736927 h 8315686"/>
              <a:gd name="csX6" fmla="*/ 1709626 w 5714556"/>
              <a:gd name="csY6" fmla="*/ 8211307 h 8315686"/>
              <a:gd name="csX7" fmla="*/ 430726 w 5714556"/>
              <a:gd name="csY7" fmla="*/ 7274083 h 8315686"/>
              <a:gd name="csX8" fmla="*/ 10978 w 5714556"/>
              <a:gd name="csY8" fmla="*/ 5892428 h 8315686"/>
              <a:gd name="csX9" fmla="*/ 1036919 w 5714556"/>
              <a:gd name="csY9" fmla="*/ 4339825 h 8315686"/>
              <a:gd name="csX0" fmla="*/ 1041511 w 5719148"/>
              <a:gd name="csY0" fmla="*/ 4339825 h 8318068"/>
              <a:gd name="csX1" fmla="*/ 2652831 w 5719148"/>
              <a:gd name="csY1" fmla="*/ 2632386 h 8318068"/>
              <a:gd name="csX2" fmla="*/ 3876798 w 5719148"/>
              <a:gd name="csY2" fmla="*/ 29581 h 8318068"/>
              <a:gd name="csX3" fmla="*/ 5642287 w 5719148"/>
              <a:gd name="csY3" fmla="*/ 799428 h 8318068"/>
              <a:gd name="csX4" fmla="*/ 4847042 w 5719148"/>
              <a:gd name="csY4" fmla="*/ 3130941 h 8318068"/>
              <a:gd name="csX5" fmla="*/ 3040581 w 5719148"/>
              <a:gd name="csY5" fmla="*/ 7736927 h 8318068"/>
              <a:gd name="csX6" fmla="*/ 1714218 w 5719148"/>
              <a:gd name="csY6" fmla="*/ 8211307 h 8318068"/>
              <a:gd name="csX7" fmla="*/ 351816 w 5719148"/>
              <a:gd name="csY7" fmla="*/ 7239682 h 8318068"/>
              <a:gd name="csX8" fmla="*/ 15570 w 5719148"/>
              <a:gd name="csY8" fmla="*/ 5892428 h 8318068"/>
              <a:gd name="csX9" fmla="*/ 1041511 w 5719148"/>
              <a:gd name="csY9" fmla="*/ 4339825 h 8318068"/>
              <a:gd name="csX0" fmla="*/ 1150008 w 5827645"/>
              <a:gd name="csY0" fmla="*/ 4339825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1150008 w 5827645"/>
              <a:gd name="csY9" fmla="*/ 4339825 h 8318068"/>
              <a:gd name="csX0" fmla="*/ 959078 w 5827645"/>
              <a:gd name="csY0" fmla="*/ 4151281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959078 w 5827645"/>
              <a:gd name="csY9" fmla="*/ 4151281 h 83180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5827645" h="8318068">
                <a:moveTo>
                  <a:pt x="959078" y="4151281"/>
                </a:moveTo>
                <a:cubicBezTo>
                  <a:pt x="1417653" y="3625956"/>
                  <a:pt x="1953373" y="3586998"/>
                  <a:pt x="2761328" y="2632386"/>
                </a:cubicBezTo>
                <a:cubicBezTo>
                  <a:pt x="3281212" y="2169562"/>
                  <a:pt x="3293659" y="182144"/>
                  <a:pt x="3985295" y="29581"/>
                </a:cubicBezTo>
                <a:cubicBezTo>
                  <a:pt x="4676931" y="-122982"/>
                  <a:pt x="5273657" y="341831"/>
                  <a:pt x="5750784" y="799428"/>
                </a:cubicBezTo>
                <a:cubicBezTo>
                  <a:pt x="6017903" y="1292599"/>
                  <a:pt x="5549121" y="1890807"/>
                  <a:pt x="4955539" y="3130941"/>
                </a:cubicBezTo>
                <a:cubicBezTo>
                  <a:pt x="4448772" y="4163450"/>
                  <a:pt x="3693316" y="6915584"/>
                  <a:pt x="3149078" y="7736927"/>
                </a:cubicBezTo>
                <a:cubicBezTo>
                  <a:pt x="2604840" y="8558270"/>
                  <a:pt x="2270843" y="8294181"/>
                  <a:pt x="1822715" y="8211307"/>
                </a:cubicBezTo>
                <a:cubicBezTo>
                  <a:pt x="1374587" y="8128433"/>
                  <a:pt x="732983" y="7621862"/>
                  <a:pt x="460313" y="7239682"/>
                </a:cubicBezTo>
                <a:cubicBezTo>
                  <a:pt x="187643" y="6857502"/>
                  <a:pt x="-52161" y="6252818"/>
                  <a:pt x="9876" y="5784338"/>
                </a:cubicBezTo>
                <a:cubicBezTo>
                  <a:pt x="-77887" y="5149125"/>
                  <a:pt x="500503" y="4676606"/>
                  <a:pt x="959078" y="415128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877268" y="7156549"/>
            <a:ext cx="1808459" cy="119082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870016" y="5792663"/>
            <a:ext cx="1560817" cy="1634612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641714" y="3131727"/>
            <a:ext cx="1182039" cy="119965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433261" y="5434973"/>
            <a:ext cx="1182038" cy="90055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4235094" y="2930674"/>
            <a:ext cx="1855656" cy="207868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ReviewEx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GetStExTests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CorrectStExTests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RevStExTests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marL="176213" rtl="0">
              <a:defRPr/>
            </a:pP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612526" y="2562764"/>
            <a:ext cx="1614208" cy="152819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2599790" y="2128356"/>
            <a:ext cx="1757728" cy="175997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424942" y="4090963"/>
            <a:ext cx="1816421" cy="3387560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625475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450850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 {</a:t>
            </a:r>
            <a:r>
              <a:rPr lang="en-US" sz="85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2:5}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450850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867313" y="5009357"/>
            <a:ext cx="1261502" cy="1243452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2931927" y="4398309"/>
            <a:ext cx="1467637" cy="1268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10063108" y="8393387"/>
            <a:ext cx="1467068" cy="2308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9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9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6904870" y="1316632"/>
            <a:ext cx="1764331" cy="146823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289398" y="4422044"/>
            <a:ext cx="1637820" cy="166361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DateTimeStart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DateTimeFinish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  <a:p>
            <a:pPr rtl="0">
              <a:defRPr/>
            </a:pPr>
            <a:endParaRPr lang="en-US" sz="853" i="1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108307" y="7156549"/>
            <a:ext cx="2656717" cy="130002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7057976" y="3246024"/>
            <a:ext cx="1864591" cy="115228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765737" y="4503438"/>
            <a:ext cx="1855657" cy="2573059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90488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128 AnswerTextAcceptedByTeacher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143620" y="3744317"/>
            <a:ext cx="1105305" cy="163461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P</a:t>
            </a:r>
          </a:p>
          <a:p>
            <a:pPr rtl="0"/>
            <a:r>
              <a:rPr lang="en-US" sz="1280" b="1"/>
              <a:t>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  <a:p>
            <a:pPr rtl="0"/>
            <a:endParaRPr lang="en-US" sz="9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154352" y="6690674"/>
            <a:ext cx="1105070" cy="787849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NoteTypes: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180740" y="1926523"/>
            <a:ext cx="1105305" cy="171265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2:Imp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3:Bookmark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4:Del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143620" y="143917"/>
            <a:ext cx="1467069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39591" y="6459549"/>
            <a:ext cx="976113" cy="1787289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</a:t>
            </a:r>
          </a:p>
          <a:p>
            <a:pPr rtl="0"/>
            <a:r>
              <a:rPr lang="en-US" sz="1280" b="1"/>
              <a:t>Notes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ReferenceId</a:t>
            </a:r>
          </a:p>
          <a:p>
            <a:pPr rtl="0"/>
            <a:r>
              <a:rPr lang="en-US" sz="853"/>
              <a:t>ReferenceType</a:t>
            </a:r>
          </a:p>
          <a:p>
            <a:pPr rtl="0"/>
            <a:r>
              <a:rPr lang="en-US" sz="853"/>
              <a:t>NoteDateTime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CreatorId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2:IsDone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4:IsShared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8:IsReadonly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928564" y="7596296"/>
            <a:ext cx="954729" cy="900550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NN</a:t>
            </a:r>
          </a:p>
          <a:p>
            <a:pPr rtl="0"/>
            <a:r>
              <a:rPr lang="en-US" sz="1280" b="1"/>
              <a:t>NoteNet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486841" y="464701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3888036" y="90839"/>
            <a:ext cx="1366068" cy="174861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  <a:endParaRPr lang="en-US" sz="853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   : -          8  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 : -          32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 : -          128: SuperUser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20" name="Rectangle: Rounded Corners 44">
            <a:extLst>
              <a:ext uri="{FF2B5EF4-FFF2-40B4-BE49-F238E27FC236}">
                <a16:creationId xmlns:a16="http://schemas.microsoft.com/office/drawing/2014/main" id="{C1A287B8-4523-C3A6-B4FC-EC364E463395}"/>
              </a:ext>
            </a:extLst>
          </p:cNvPr>
          <p:cNvSpPr/>
          <p:nvPr/>
        </p:nvSpPr>
        <p:spPr bwMode="auto">
          <a:xfrm>
            <a:off x="4968156" y="215925"/>
            <a:ext cx="1344323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DepartmentInfo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260916" y="5218875"/>
            <a:ext cx="1315682" cy="1059364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SP</a:t>
            </a:r>
          </a:p>
          <a:p>
            <a:pPr rtl="0"/>
            <a:r>
              <a:rPr lang="en-US" sz="1280" b="1"/>
              <a:t>SuubProjects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5007411" y="1296045"/>
            <a:ext cx="1077711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BB31EC6-BE38-7894-9735-BF8813D2F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049013" y="7897994"/>
            <a:ext cx="1414177" cy="525095"/>
          </a:xfrm>
          <a:prstGeom prst="rect">
            <a:avLst/>
          </a:prstGeom>
        </p:spPr>
      </p:pic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8036893" y="575965"/>
            <a:ext cx="1366069" cy="1179645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8450680" y="1920134"/>
            <a:ext cx="1414020" cy="115228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6264300" y="129342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159124" y="181431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2476329" y="1234286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8370BD1-AA52-1C19-2408-C4514B831CEF}"/>
              </a:ext>
            </a:extLst>
          </p:cNvPr>
          <p:cNvSpPr txBox="1"/>
          <p:nvPr/>
        </p:nvSpPr>
        <p:spPr>
          <a:xfrm>
            <a:off x="5473749" y="7194213"/>
            <a:ext cx="586492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aminerv - 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tudent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2F6D86-6AF3-4A0E-2F22-5EE0548A7A53}"/>
              </a:ext>
            </a:extLst>
          </p:cNvPr>
          <p:cNvSpPr txBox="1"/>
          <p:nvPr/>
        </p:nvSpPr>
        <p:spPr>
          <a:xfrm>
            <a:off x="161822" y="2057444"/>
            <a:ext cx="113613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mut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Lib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Herbs – S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Papers – IR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 – St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cturEasy - Ne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term – Re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ident – SKU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B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ioDigi – SI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K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AD - 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</a:t>
            </a:r>
          </a:p>
        </p:txBody>
      </p: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6182</TotalTime>
  <Words>498</Words>
  <Application>Microsoft Office PowerPoint</Application>
  <PresentationFormat>Custom</PresentationFormat>
  <Paragraphs>299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Consolas</vt:lpstr>
      <vt:lpstr>Rastanty Cortez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575</cp:revision>
  <cp:lastPrinted>2026-07-18T08:45:37Z</cp:lastPrinted>
  <dcterms:modified xsi:type="dcterms:W3CDTF">2026-07-20T09:23:09Z</dcterms:modified>
</cp:coreProperties>
</file>