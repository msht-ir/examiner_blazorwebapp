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2" r:id="rId2"/>
    <p:sldId id="263" r:id="rId3"/>
  </p:sldIdLst>
  <p:sldSz cx="9906000" cy="6858000" type="A4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2613" userDrawn="1">
          <p15:clr>
            <a:srgbClr val="A4A3A4"/>
          </p15:clr>
        </p15:guide>
        <p15:guide id="2" pos="283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>
        <p:scale>
          <a:sx n="202" d="100"/>
          <a:sy n="202" d="100"/>
        </p:scale>
        <p:origin x="144" y="-5424"/>
      </p:cViewPr>
      <p:guideLst>
        <p:guide orient="horz" pos="2613"/>
        <p:guide pos="283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238290" y="1122496"/>
            <a:ext cx="7429742" cy="2387886"/>
          </a:xfrm>
        </p:spPr>
        <p:txBody>
          <a:bodyPr anchor="b"/>
          <a:lstStyle>
            <a:lvl1pPr algn="ctr"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238290" y="3602469"/>
            <a:ext cx="7429742" cy="1655961"/>
          </a:xfrm>
        </p:spPr>
        <p:txBody>
          <a:bodyPr/>
          <a:lstStyle>
            <a:lvl1pPr marL="0" indent="0" algn="ctr">
              <a:buNone/>
              <a:defRPr sz="358"/>
            </a:lvl1pPr>
            <a:lvl2pPr marL="68141" indent="0" algn="ctr">
              <a:buNone/>
              <a:defRPr sz="298"/>
            </a:lvl2pPr>
            <a:lvl3pPr marL="136283" indent="0" algn="ctr">
              <a:buNone/>
              <a:defRPr sz="268"/>
            </a:lvl3pPr>
            <a:lvl4pPr marL="204424" indent="0" algn="ctr">
              <a:buNone/>
              <a:defRPr sz="238"/>
            </a:lvl4pPr>
            <a:lvl5pPr marL="272565" indent="0" algn="ctr">
              <a:buNone/>
              <a:defRPr sz="238"/>
            </a:lvl5pPr>
            <a:lvl6pPr marL="340706" indent="0" algn="ctr">
              <a:buNone/>
              <a:defRPr sz="238"/>
            </a:lvl6pPr>
            <a:lvl7pPr marL="408847" indent="0" algn="ctr">
              <a:buNone/>
              <a:defRPr sz="238"/>
            </a:lvl7pPr>
            <a:lvl8pPr marL="476988" indent="0" algn="ctr">
              <a:buNone/>
              <a:defRPr sz="238"/>
            </a:lvl8pPr>
            <a:lvl9pPr marL="545129" indent="0" algn="ctr">
              <a:buNone/>
              <a:defRPr sz="238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18/08/1447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18/08/1447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675901" y="1709945"/>
            <a:ext cx="8544203" cy="2853078"/>
          </a:xfrm>
        </p:spPr>
        <p:txBody>
          <a:bodyPr anchor="b"/>
          <a:lstStyle>
            <a:lvl1pPr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75901" y="4590015"/>
            <a:ext cx="8544203" cy="1500366"/>
          </a:xfrm>
        </p:spPr>
        <p:txBody>
          <a:bodyPr/>
          <a:lstStyle>
            <a:lvl1pPr marL="0" indent="0">
              <a:buNone/>
              <a:defRPr sz="358">
                <a:solidFill>
                  <a:schemeClr val="tx1">
                    <a:tint val="75000"/>
                  </a:schemeClr>
                </a:solidFill>
              </a:defRPr>
            </a:lvl1pPr>
            <a:lvl2pPr marL="68141" indent="0">
              <a:buNone/>
              <a:defRPr sz="298">
                <a:solidFill>
                  <a:schemeClr val="tx1">
                    <a:tint val="75000"/>
                  </a:schemeClr>
                </a:solidFill>
              </a:defRPr>
            </a:lvl2pPr>
            <a:lvl3pPr marL="136283" indent="0">
              <a:buNone/>
              <a:defRPr sz="268">
                <a:solidFill>
                  <a:schemeClr val="tx1">
                    <a:tint val="75000"/>
                  </a:schemeClr>
                </a:solidFill>
              </a:defRPr>
            </a:lvl3pPr>
            <a:lvl4pPr marL="204424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4pPr>
            <a:lvl5pPr marL="272565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5pPr>
            <a:lvl6pPr marL="340706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6pPr>
            <a:lvl7pPr marL="408847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7pPr>
            <a:lvl8pPr marL="476988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8pPr>
            <a:lvl9pPr marL="545129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18/08/1447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1062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015077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18/08/1447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682351" y="365169"/>
            <a:ext cx="8544203" cy="1325721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2353" y="1681363"/>
            <a:ext cx="4190837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2353" y="2505374"/>
            <a:ext cx="4190837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015076" y="1681363"/>
            <a:ext cx="4211476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015076" y="2505374"/>
            <a:ext cx="4211476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18/08/1447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18/08/1447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18/08/1447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211478" y="987543"/>
            <a:ext cx="5015074" cy="4874208"/>
          </a:xfrm>
        </p:spPr>
        <p:txBody>
          <a:bodyPr/>
          <a:lstStyle>
            <a:lvl1pPr>
              <a:defRPr sz="477"/>
            </a:lvl1pPr>
            <a:lvl2pPr>
              <a:defRPr sz="417"/>
            </a:lvl2pPr>
            <a:lvl3pPr>
              <a:defRPr sz="358"/>
            </a:lvl3pPr>
            <a:lvl4pPr>
              <a:defRPr sz="298"/>
            </a:lvl4pPr>
            <a:lvl5pPr>
              <a:defRPr sz="298"/>
            </a:lvl5pPr>
            <a:lvl6pPr>
              <a:defRPr sz="298"/>
            </a:lvl6pPr>
            <a:lvl7pPr>
              <a:defRPr sz="298"/>
            </a:lvl7pPr>
            <a:lvl8pPr>
              <a:defRPr sz="298"/>
            </a:lvl8pPr>
            <a:lvl9pPr>
              <a:defRPr sz="29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18/08/1447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211478" y="987543"/>
            <a:ext cx="5015074" cy="4874208"/>
          </a:xfrm>
        </p:spPr>
        <p:txBody>
          <a:bodyPr anchor="t"/>
          <a:lstStyle>
            <a:lvl1pPr marL="0" indent="0">
              <a:buNone/>
              <a:defRPr sz="477"/>
            </a:lvl1pPr>
            <a:lvl2pPr marL="68141" indent="0">
              <a:buNone/>
              <a:defRPr sz="417"/>
            </a:lvl2pPr>
            <a:lvl3pPr marL="136283" indent="0">
              <a:buNone/>
              <a:defRPr sz="358"/>
            </a:lvl3pPr>
            <a:lvl4pPr marL="204424" indent="0">
              <a:buNone/>
              <a:defRPr sz="298"/>
            </a:lvl4pPr>
            <a:lvl5pPr marL="272565" indent="0">
              <a:buNone/>
              <a:defRPr sz="298"/>
            </a:lvl5pPr>
            <a:lvl6pPr marL="340706" indent="0">
              <a:buNone/>
              <a:defRPr sz="298"/>
            </a:lvl6pPr>
            <a:lvl7pPr marL="408847" indent="0">
              <a:buNone/>
              <a:defRPr sz="298"/>
            </a:lvl7pPr>
            <a:lvl8pPr marL="476988" indent="0">
              <a:buNone/>
              <a:defRPr sz="298"/>
            </a:lvl8pPr>
            <a:lvl9pPr marL="545129" indent="0">
              <a:buNone/>
              <a:defRPr sz="29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18/08/1447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18/08/1447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7089213" y="365171"/>
            <a:ext cx="2136049" cy="581253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1063" y="365171"/>
            <a:ext cx="6284323" cy="581253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18/08/1447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681062" y="365169"/>
            <a:ext cx="8544203" cy="1325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1062" y="1825846"/>
            <a:ext cx="8544203" cy="43518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81060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18/08/1447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281471" y="6357111"/>
            <a:ext cx="3343383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996339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36283" rtl="0">
        <a:lnSpc>
          <a:spcPct val="90000"/>
        </a:lnSpc>
        <a:spcBef>
          <a:spcPts val="0"/>
        </a:spcBef>
        <a:buNone/>
        <a:defRPr sz="656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071" indent="-34071" algn="l" defTabSz="136283" rtl="0">
        <a:lnSpc>
          <a:spcPct val="90000"/>
        </a:lnSpc>
        <a:spcBef>
          <a:spcPts val="149"/>
        </a:spcBef>
        <a:buFont typeface="Arial"/>
        <a:buChar char="•"/>
        <a:defRPr sz="417">
          <a:solidFill>
            <a:schemeClr val="tx1"/>
          </a:solidFill>
          <a:latin typeface="+mn-lt"/>
          <a:ea typeface="+mn-ea"/>
          <a:cs typeface="+mn-cs"/>
        </a:defRPr>
      </a:lvl1pPr>
      <a:lvl2pPr marL="102212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358">
          <a:solidFill>
            <a:schemeClr val="tx1"/>
          </a:solidFill>
          <a:latin typeface="+mn-lt"/>
          <a:ea typeface="+mn-ea"/>
          <a:cs typeface="+mn-cs"/>
        </a:defRPr>
      </a:lvl2pPr>
      <a:lvl3pPr marL="170353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98">
          <a:solidFill>
            <a:schemeClr val="tx1"/>
          </a:solidFill>
          <a:latin typeface="+mn-lt"/>
          <a:ea typeface="+mn-ea"/>
          <a:cs typeface="+mn-cs"/>
        </a:defRPr>
      </a:lvl3pPr>
      <a:lvl4pPr marL="238494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306636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74777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42918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511059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79200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1pPr>
      <a:lvl2pPr marL="68141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2pPr>
      <a:lvl3pPr marL="136283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3pPr>
      <a:lvl4pPr marL="204424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272565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40706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08847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476988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45129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560512" y="2996952"/>
            <a:ext cx="1647764" cy="211649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6" y="86812"/>
            <a:ext cx="972942" cy="22192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7951877" y="48764"/>
            <a:ext cx="1280606" cy="109671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1: active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3383257" y="122202"/>
            <a:ext cx="1710241" cy="1227037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6832045" y="2276872"/>
            <a:ext cx="1936274" cy="2283588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77800" rtl="0">
              <a:defRPr/>
            </a:pPr>
            <a:endParaRPr lang="en-US" sz="2800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177800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177800" rtl="0">
              <a:buNone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(</a:t>
            </a: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testRtl, optRtl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8511367" y="2892488"/>
            <a:ext cx="1182582" cy="1300673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</a:t>
            </a: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forceLast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2:isAns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3573269" y="5373216"/>
            <a:ext cx="1614370" cy="1229112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2904316" y="2276872"/>
            <a:ext cx="1739566" cy="228358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77800"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77800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TeacherId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2:pass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4,8,16,32: x 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64:selected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1927150" y="3573016"/>
            <a:ext cx="1108090" cy="126460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4535385" y="122202"/>
            <a:ext cx="1280606" cy="1227037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560512" y="1500273"/>
            <a:ext cx="1647764" cy="135266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600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</a:t>
            </a: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8785415" y="116632"/>
            <a:ext cx="892983" cy="858526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-6084" y="258527"/>
            <a:ext cx="1306768" cy="215444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800">
                <a:solidFill>
                  <a:schemeClr val="tx1"/>
                </a:solidFill>
                <a:latin typeface="Consolas" panose="020B0609020204030204" pitchFamily="49" charset="0"/>
              </a:rPr>
              <a:t>Majid SharifiTehrani</a:t>
            </a:r>
            <a:endParaRPr lang="fa-IR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4021499" y="3920846"/>
            <a:ext cx="1884916" cy="1754951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1941850" y="1618724"/>
            <a:ext cx="1108089" cy="100811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4019229" y="1317752"/>
            <a:ext cx="1887185" cy="1542865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rgbClr val="C00000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5591825" y="5232081"/>
            <a:ext cx="1455027" cy="15463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2:st, 4:fin, 8:rev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5575436" y="1245744"/>
            <a:ext cx="1449104" cy="1751208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1:act </a:t>
            </a:r>
            <a:r>
              <a:rPr lang="en-US" sz="8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2:retry </a:t>
            </a:r>
            <a:r>
              <a:rPr lang="en-US" sz="800" kern="100">
                <a:solidFill>
                  <a:srgbClr val="C0000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4rev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5569512" y="3808976"/>
            <a:ext cx="1455027" cy="1300673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6892673" y="1398230"/>
            <a:ext cx="2155587" cy="13146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6892675" y="4437112"/>
            <a:ext cx="2155586" cy="1985810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8075835" y="5414033"/>
            <a:ext cx="908508" cy="919701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  <a:endParaRPr lang="en-US" sz="800" kern="100">
              <a:solidFill>
                <a:srgbClr val="C00000"/>
              </a:solidFill>
              <a:effectLst/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952446" y="5214367"/>
            <a:ext cx="1176611" cy="1093453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 err="1">
                <a:solidFill>
                  <a:schemeClr val="bg1"/>
                </a:solidFill>
                <a:highlight>
                  <a:srgbClr val="000000"/>
                </a:highlight>
              </a:rPr>
              <a:t>S</a:t>
            </a:r>
            <a:r>
              <a:rPr lang="en-US" sz="1200" b="1" dirty="0" err="1"/>
              <a:t>ubProjects</a:t>
            </a:r>
            <a:endParaRPr lang="en-US" sz="8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00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>
                <a:solidFill>
                  <a:schemeClr val="tx1"/>
                </a:solidFill>
              </a:rPr>
              <a:t>ProjectId</a:t>
            </a:r>
            <a:endParaRPr lang="fa-IR" sz="800">
              <a:solidFill>
                <a:schemeClr val="tx1"/>
              </a:solidFill>
            </a:endParaRPr>
          </a:p>
          <a:p>
            <a:pPr rtl="0"/>
            <a:r>
              <a:rPr lang="en-US" sz="800"/>
              <a:t>SubprojectName</a:t>
            </a:r>
          </a:p>
          <a:p>
            <a:pPr rtl="0"/>
            <a:r>
              <a:rPr lang="en-US" sz="800"/>
              <a:t>Subproject</a:t>
            </a:r>
            <a:r>
              <a:rPr lang="en-US" sz="800">
                <a:solidFill>
                  <a:srgbClr val="C00000"/>
                </a:solidFill>
              </a:rPr>
              <a:t>Tags</a:t>
            </a:r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56455" y="5336994"/>
            <a:ext cx="934651" cy="855155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>
                <a:solidFill>
                  <a:schemeClr val="bg1"/>
                </a:solidFill>
                <a:highlight>
                  <a:srgbClr val="000000"/>
                </a:highlight>
              </a:rPr>
              <a:t>P</a:t>
            </a:r>
            <a:r>
              <a:rPr lang="en-US" sz="1200" b="1" dirty="0"/>
              <a:t>rojects</a:t>
            </a:r>
            <a:endParaRPr lang="en-US" sz="8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00">
                <a:solidFill>
                  <a:schemeClr val="tx1"/>
                </a:solidFill>
              </a:rPr>
              <a:t>UserId</a:t>
            </a:r>
            <a:endParaRPr lang="en-US" sz="800" dirty="0"/>
          </a:p>
          <a:p>
            <a:pPr rtl="0"/>
            <a:r>
              <a:rPr lang="en-US" sz="800" dirty="0" err="1"/>
              <a:t>ProjectName</a:t>
            </a:r>
            <a:endParaRPr lang="en-US" sz="800" dirty="0"/>
          </a:p>
          <a:p>
            <a:pPr rtl="0"/>
            <a:r>
              <a:rPr lang="en-US" sz="800"/>
              <a:t>Project</a:t>
            </a:r>
            <a:r>
              <a:rPr lang="en-US" sz="800">
                <a:solidFill>
                  <a:srgbClr val="C00000"/>
                </a:solidFill>
              </a:rPr>
              <a:t>Tags</a:t>
            </a:r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1965066" y="5544838"/>
            <a:ext cx="755686" cy="1057489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00" b="1" dirty="0"/>
              <a:t>otes</a:t>
            </a: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00"/>
              <a:t>ParentId</a:t>
            </a:r>
          </a:p>
          <a:p>
            <a:pPr rtl="0"/>
            <a:r>
              <a:rPr lang="en-US" sz="800"/>
              <a:t>ParentType</a:t>
            </a:r>
          </a:p>
          <a:p>
            <a:pPr rtl="0"/>
            <a:r>
              <a:rPr lang="en-US" sz="800"/>
              <a:t>NoteDatum</a:t>
            </a:r>
            <a:endParaRPr lang="en-US" sz="800" dirty="0"/>
          </a:p>
          <a:p>
            <a:pPr rtl="0"/>
            <a:r>
              <a:rPr lang="en-US" sz="800"/>
              <a:t>NoteText</a:t>
            </a:r>
            <a:endParaRPr lang="en-US" sz="800" dirty="0"/>
          </a:p>
          <a:p>
            <a:pPr rtl="0"/>
            <a:r>
              <a:rPr lang="en-US" sz="800">
                <a:solidFill>
                  <a:srgbClr val="C00000"/>
                </a:solidFill>
              </a:rPr>
              <a:t>NoteTags</a:t>
            </a:r>
            <a:endParaRPr lang="fa-IR" sz="800" dirty="0">
              <a:solidFill>
                <a:srgbClr val="C00000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2535182" y="5229570"/>
            <a:ext cx="853003" cy="675995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 err="1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00" b="1" dirty="0" err="1"/>
              <a:t>oteNet</a:t>
            </a:r>
            <a:endParaRPr lang="en-US" sz="12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00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/>
              <a:t>NoteAId</a:t>
            </a:r>
          </a:p>
          <a:p>
            <a:pPr rtl="0"/>
            <a:r>
              <a:rPr lang="en-US" sz="800"/>
              <a:t>NoteBId</a:t>
            </a:r>
            <a:endParaRPr lang="en-US" sz="800" dirty="0"/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56455" y="6482272"/>
            <a:ext cx="1870695" cy="333367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parentTypes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1:U 2:SP 3:S 4:G 5:C 6:E 7: SN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1941849" y="76956"/>
            <a:ext cx="1108090" cy="131515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</p:txBody>
      </p:sp>
      <p:sp>
        <p:nvSpPr>
          <p:cNvPr id="19" name="Callout: Bent Line 18">
            <a:extLst>
              <a:ext uri="{FF2B5EF4-FFF2-40B4-BE49-F238E27FC236}">
                <a16:creationId xmlns:a16="http://schemas.microsoft.com/office/drawing/2014/main" id="{911BC3D9-3D49-A426-849E-1055E8FBCA28}"/>
              </a:ext>
            </a:extLst>
          </p:cNvPr>
          <p:cNvSpPr/>
          <p:nvPr/>
        </p:nvSpPr>
        <p:spPr bwMode="auto">
          <a:xfrm>
            <a:off x="102068" y="1022049"/>
            <a:ext cx="1794362" cy="252245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ChatTags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2:Imp 3:Bookmark 4:Del</a:t>
            </a:r>
          </a:p>
        </p:txBody>
      </p:sp>
      <p:sp>
        <p:nvSpPr>
          <p:cNvPr id="20" name="Callout: Bent Line 19">
            <a:extLst>
              <a:ext uri="{FF2B5EF4-FFF2-40B4-BE49-F238E27FC236}">
                <a16:creationId xmlns:a16="http://schemas.microsoft.com/office/drawing/2014/main" id="{12E24851-D7C0-662B-DDE1-34D282E94032}"/>
              </a:ext>
            </a:extLst>
          </p:cNvPr>
          <p:cNvSpPr/>
          <p:nvPr/>
        </p:nvSpPr>
        <p:spPr bwMode="auto">
          <a:xfrm>
            <a:off x="1977072" y="6638291"/>
            <a:ext cx="3116426" cy="176102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NoteTags 1:rtl 2:done 4:shared 8:</a:t>
            </a:r>
            <a:r>
              <a:rPr lang="en-US" sz="800" kern="100">
                <a:solidFill>
                  <a:srgbClr val="FF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readonly</a:t>
            </a: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16:S-Note?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4E031B59-FDCF-00D2-0FB7-7B2750CD1ADA}"/>
              </a:ext>
            </a:extLst>
          </p:cNvPr>
          <p:cNvGrpSpPr/>
          <p:nvPr/>
        </p:nvGrpSpPr>
        <p:grpSpPr>
          <a:xfrm>
            <a:off x="1589356" y="1013892"/>
            <a:ext cx="6727288" cy="1839044"/>
            <a:chOff x="1193312" y="2814092"/>
            <a:chExt cx="6727288" cy="1839044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3444AEB6-9BD6-AB72-951A-18261436B578}"/>
                </a:ext>
              </a:extLst>
            </p:cNvPr>
            <p:cNvSpPr/>
            <p:nvPr/>
          </p:nvSpPr>
          <p:spPr>
            <a:xfrm>
              <a:off x="1193312" y="2814092"/>
              <a:ext cx="6727288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A68C7F0B-C391-B55C-47BC-A0FF1617461E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F29E6DAF-4CAA-F9AE-00D3-C3E45DEC8ABB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BCE94C59-064A-8189-BECB-5300E76493D6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FD8E63FB-7AB4-D5E0-A496-57C9756433C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3" name="Isosceles Triangle 22">
              <a:extLst>
                <a:ext uri="{FF2B5EF4-FFF2-40B4-BE49-F238E27FC236}">
                  <a16:creationId xmlns:a16="http://schemas.microsoft.com/office/drawing/2014/main" id="{AE909714-3D44-FBBE-D98F-416489CEFA03}"/>
                </a:ext>
              </a:extLst>
            </p:cNvPr>
            <p:cNvSpPr/>
            <p:nvPr/>
          </p:nvSpPr>
          <p:spPr>
            <a:xfrm rot="15349267" flipV="1">
              <a:off x="6467061" y="3115264"/>
              <a:ext cx="1462064" cy="1121031"/>
            </a:xfrm>
            <a:prstGeom prst="triangle">
              <a:avLst>
                <a:gd name="adj" fmla="val 88060"/>
              </a:avLst>
            </a:prstGeom>
            <a:solidFill>
              <a:schemeClr val="accent4">
                <a:lumMod val="75000"/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FDF59576-5476-FD7E-59A3-ACACB88EF8DB}"/>
                </a:ext>
              </a:extLst>
            </p:cNvPr>
            <p:cNvSpPr/>
            <p:nvPr/>
          </p:nvSpPr>
          <p:spPr>
            <a:xfrm rot="17022562">
              <a:off x="5751059" y="3125908"/>
              <a:ext cx="1480751" cy="1075355"/>
            </a:xfrm>
            <a:prstGeom prst="triangle">
              <a:avLst>
                <a:gd name="adj" fmla="val 88060"/>
              </a:avLst>
            </a:prstGeom>
            <a:solidFill>
              <a:schemeClr val="accent4">
                <a:lumMod val="75000"/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" name="Isosceles Triangle 24">
              <a:extLst>
                <a:ext uri="{FF2B5EF4-FFF2-40B4-BE49-F238E27FC236}">
                  <a16:creationId xmlns:a16="http://schemas.microsoft.com/office/drawing/2014/main" id="{45DEEFC6-2A68-0149-4918-8F988855421A}"/>
                </a:ext>
              </a:extLst>
            </p:cNvPr>
            <p:cNvSpPr/>
            <p:nvPr/>
          </p:nvSpPr>
          <p:spPr>
            <a:xfrm rot="15519398" flipV="1">
              <a:off x="5119490" y="3099987"/>
              <a:ext cx="1497693" cy="1121031"/>
            </a:xfrm>
            <a:prstGeom prst="triangle">
              <a:avLst>
                <a:gd name="adj" fmla="val 88060"/>
              </a:avLst>
            </a:prstGeom>
            <a:solidFill>
              <a:schemeClr val="accent5"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F95274A8-A1F5-FD0B-F639-2AC5C65CFF15}"/>
                </a:ext>
              </a:extLst>
            </p:cNvPr>
            <p:cNvSpPr/>
            <p:nvPr/>
          </p:nvSpPr>
          <p:spPr>
            <a:xfrm rot="17022562">
              <a:off x="5090012" y="3133316"/>
              <a:ext cx="1501729" cy="1075355"/>
            </a:xfrm>
            <a:prstGeom prst="triangle">
              <a:avLst>
                <a:gd name="adj" fmla="val 88060"/>
              </a:avLst>
            </a:prstGeom>
            <a:solidFill>
              <a:schemeClr val="accent5"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969C9B7-5920-A33D-C8E3-DA0473D65AD4}"/>
              </a:ext>
            </a:extLst>
          </p:cNvPr>
          <p:cNvGrpSpPr/>
          <p:nvPr/>
        </p:nvGrpSpPr>
        <p:grpSpPr>
          <a:xfrm>
            <a:off x="7570676" y="3333581"/>
            <a:ext cx="742693" cy="190837"/>
            <a:chOff x="1980235" y="3333581"/>
            <a:chExt cx="742693" cy="190837"/>
          </a:xfrm>
        </p:grpSpPr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D60B27F0-B1E2-A3B0-9BCD-8FC1DEAFF1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58345" y="3357909"/>
              <a:ext cx="149488" cy="0"/>
            </a:xfrm>
            <a:prstGeom prst="line">
              <a:avLst/>
            </a:prstGeom>
            <a:ln w="381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4FA2CEF3-A8DE-8F0F-3762-A1599CE5F8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1925" y="3436494"/>
              <a:ext cx="99707" cy="0"/>
            </a:xfrm>
            <a:prstGeom prst="line">
              <a:avLst/>
            </a:prstGeom>
            <a:ln w="381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870E863-A002-20BB-72AE-5638538C9630}"/>
                </a:ext>
              </a:extLst>
            </p:cNvPr>
            <p:cNvCxnSpPr>
              <a:cxnSpLocks/>
            </p:cNvCxnSpPr>
            <p:nvPr/>
          </p:nvCxnSpPr>
          <p:spPr>
            <a:xfrm>
              <a:off x="2577224" y="3428608"/>
              <a:ext cx="0" cy="95810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EA5C3F5-63C6-1B31-0403-0D5ACDEE66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1028" y="3385294"/>
              <a:ext cx="101900" cy="0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32D99E6-8705-C28C-AAA0-F94A2DF5BDFA}"/>
                </a:ext>
              </a:extLst>
            </p:cNvPr>
            <p:cNvCxnSpPr>
              <a:cxnSpLocks/>
            </p:cNvCxnSpPr>
            <p:nvPr/>
          </p:nvCxnSpPr>
          <p:spPr>
            <a:xfrm>
              <a:off x="2472567" y="3333581"/>
              <a:ext cx="0" cy="19083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740549B-6069-223E-23C3-026A75324B42}"/>
                </a:ext>
              </a:extLst>
            </p:cNvPr>
            <p:cNvCxnSpPr>
              <a:cxnSpLocks/>
            </p:cNvCxnSpPr>
            <p:nvPr/>
          </p:nvCxnSpPr>
          <p:spPr>
            <a:xfrm>
              <a:off x="2690087" y="3333581"/>
              <a:ext cx="0" cy="19083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5324755-7C32-B3A8-536E-9050849C5CBD}"/>
                </a:ext>
              </a:extLst>
            </p:cNvPr>
            <p:cNvCxnSpPr>
              <a:cxnSpLocks/>
            </p:cNvCxnSpPr>
            <p:nvPr/>
          </p:nvCxnSpPr>
          <p:spPr>
            <a:xfrm>
              <a:off x="2194348" y="3333581"/>
              <a:ext cx="0" cy="190053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210D44F-62CE-DCC1-1CD7-EE569C0FA2F4}"/>
                </a:ext>
              </a:extLst>
            </p:cNvPr>
            <p:cNvCxnSpPr>
              <a:cxnSpLocks/>
            </p:cNvCxnSpPr>
            <p:nvPr/>
          </p:nvCxnSpPr>
          <p:spPr>
            <a:xfrm>
              <a:off x="2089171" y="3333582"/>
              <a:ext cx="0" cy="119679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AB48CDB-C3DC-CB74-DB53-F89C30C49446}"/>
                </a:ext>
              </a:extLst>
            </p:cNvPr>
            <p:cNvCxnSpPr>
              <a:cxnSpLocks/>
            </p:cNvCxnSpPr>
            <p:nvPr/>
          </p:nvCxnSpPr>
          <p:spPr>
            <a:xfrm>
              <a:off x="1980235" y="3333581"/>
              <a:ext cx="0" cy="190053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27DFE30-C4B8-2E20-9BF4-AB13044C7F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58345" y="3523634"/>
              <a:ext cx="149488" cy="0"/>
            </a:xfrm>
            <a:prstGeom prst="line">
              <a:avLst/>
            </a:prstGeom>
            <a:ln w="381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2628</TotalTime>
  <Words>316</Words>
  <Application>Microsoft Office PowerPoint</Application>
  <PresentationFormat>A4 Paper (210x297 mm)</PresentationFormat>
  <Paragraphs>199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Consolas</vt:lpstr>
      <vt:lpstr>Segoe UI</vt:lpstr>
      <vt:lpstr>Blank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470</cp:revision>
  <cp:lastPrinted>2026-01-01T08:26:55Z</cp:lastPrinted>
  <dcterms:modified xsi:type="dcterms:W3CDTF">2026-02-05T06:13:47Z</dcterms:modified>
</cp:coreProperties>
</file>