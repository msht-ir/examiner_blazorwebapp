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1520488" cy="8640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292" userDrawn="1">
          <p15:clr>
            <a:srgbClr val="A4A3A4"/>
          </p15:clr>
        </p15:guide>
        <p15:guide id="2" pos="32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 varScale="1">
        <p:scale>
          <a:sx n="96" d="100"/>
          <a:sy n="96" d="100"/>
        </p:scale>
        <p:origin x="3528" y="90"/>
      </p:cViewPr>
      <p:guideLst>
        <p:guide orient="horz" pos="3292"/>
        <p:guide pos="32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440109" y="1414293"/>
            <a:ext cx="8640647" cy="3008626"/>
          </a:xfrm>
        </p:spPr>
        <p:txBody>
          <a:bodyPr anchor="b"/>
          <a:lstStyle>
            <a:lvl1pPr algn="ctr"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0109" y="4538946"/>
            <a:ext cx="8640647" cy="2086434"/>
          </a:xfrm>
        </p:spPr>
        <p:txBody>
          <a:bodyPr/>
          <a:lstStyle>
            <a:lvl1pPr marL="0" indent="0" algn="ctr">
              <a:buNone/>
              <a:defRPr sz="382"/>
            </a:lvl1pPr>
            <a:lvl2pPr marL="72683" indent="0" algn="ctr">
              <a:buNone/>
              <a:defRPr sz="318"/>
            </a:lvl2pPr>
            <a:lvl3pPr marL="145367" indent="0" algn="ctr">
              <a:buNone/>
              <a:defRPr sz="286"/>
            </a:lvl3pPr>
            <a:lvl4pPr marL="218049" indent="0" algn="ctr">
              <a:buNone/>
              <a:defRPr sz="254"/>
            </a:lvl4pPr>
            <a:lvl5pPr marL="290732" indent="0" algn="ctr">
              <a:buNone/>
              <a:defRPr sz="254"/>
            </a:lvl5pPr>
            <a:lvl6pPr marL="363416" indent="0" algn="ctr">
              <a:buNone/>
              <a:defRPr sz="254"/>
            </a:lvl6pPr>
            <a:lvl7pPr marL="436099" indent="0" algn="ctr">
              <a:buNone/>
              <a:defRPr sz="254"/>
            </a:lvl7pPr>
            <a:lvl8pPr marL="508782" indent="0" algn="ctr">
              <a:buNone/>
              <a:defRPr sz="254"/>
            </a:lvl8pPr>
            <a:lvl9pPr marL="581464" indent="0" algn="ctr">
              <a:buNone/>
              <a:defRPr sz="254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26/10/1447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26/10/1447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786063" y="2154452"/>
            <a:ext cx="9936745" cy="3594746"/>
          </a:xfrm>
        </p:spPr>
        <p:txBody>
          <a:bodyPr anchor="b"/>
          <a:lstStyle>
            <a:lvl1pPr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86063" y="5783207"/>
            <a:ext cx="9936745" cy="1890392"/>
          </a:xfrm>
        </p:spPr>
        <p:txBody>
          <a:bodyPr/>
          <a:lstStyle>
            <a:lvl1pPr marL="0" indent="0">
              <a:buNone/>
              <a:defRPr sz="382">
                <a:solidFill>
                  <a:schemeClr val="tx1">
                    <a:tint val="75000"/>
                  </a:schemeClr>
                </a:solidFill>
              </a:defRPr>
            </a:lvl1pPr>
            <a:lvl2pPr marL="72683" indent="0">
              <a:buNone/>
              <a:defRPr sz="318">
                <a:solidFill>
                  <a:schemeClr val="tx1">
                    <a:tint val="75000"/>
                  </a:schemeClr>
                </a:solidFill>
              </a:defRPr>
            </a:lvl2pPr>
            <a:lvl3pPr marL="145367" indent="0">
              <a:buNone/>
              <a:defRPr sz="286">
                <a:solidFill>
                  <a:schemeClr val="tx1">
                    <a:tint val="75000"/>
                  </a:schemeClr>
                </a:solidFill>
              </a:defRPr>
            </a:lvl3pPr>
            <a:lvl4pPr marL="21804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4pPr>
            <a:lvl5pPr marL="29073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5pPr>
            <a:lvl6pPr marL="363416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6pPr>
            <a:lvl7pPr marL="43609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7pPr>
            <a:lvl8pPr marL="50878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8pPr>
            <a:lvl9pPr marL="581464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26/10/1447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792064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32440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26/10/1447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793563" y="460099"/>
            <a:ext cx="9936745" cy="1670347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3567" y="2118442"/>
            <a:ext cx="4873863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793567" y="3156658"/>
            <a:ext cx="4873863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32438" y="2118442"/>
            <a:ext cx="4897866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32438" y="3156658"/>
            <a:ext cx="4897866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26/10/1447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26/10/1447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26/10/1447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897870" y="1244259"/>
            <a:ext cx="5832435" cy="6141277"/>
          </a:xfrm>
        </p:spPr>
        <p:txBody>
          <a:bodyPr/>
          <a:lstStyle>
            <a:lvl1pPr>
              <a:defRPr sz="509"/>
            </a:lvl1pPr>
            <a:lvl2pPr>
              <a:defRPr sz="445"/>
            </a:lvl2pPr>
            <a:lvl3pPr>
              <a:defRPr sz="382"/>
            </a:lvl3pPr>
            <a:lvl4pPr>
              <a:defRPr sz="318"/>
            </a:lvl4pPr>
            <a:lvl5pPr>
              <a:defRPr sz="318"/>
            </a:lvl5pPr>
            <a:lvl6pPr>
              <a:defRPr sz="318"/>
            </a:lvl6pPr>
            <a:lvl7pPr>
              <a:defRPr sz="318"/>
            </a:lvl7pPr>
            <a:lvl8pPr>
              <a:defRPr sz="318"/>
            </a:lvl8pPr>
            <a:lvl9pPr>
              <a:defRPr sz="31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26/10/1447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97870" y="1244259"/>
            <a:ext cx="5832435" cy="6141277"/>
          </a:xfrm>
        </p:spPr>
        <p:txBody>
          <a:bodyPr anchor="t"/>
          <a:lstStyle>
            <a:lvl1pPr marL="0" indent="0">
              <a:buNone/>
              <a:defRPr sz="509"/>
            </a:lvl1pPr>
            <a:lvl2pPr marL="72683" indent="0">
              <a:buNone/>
              <a:defRPr sz="445"/>
            </a:lvl2pPr>
            <a:lvl3pPr marL="145367" indent="0">
              <a:buNone/>
              <a:defRPr sz="382"/>
            </a:lvl3pPr>
            <a:lvl4pPr marL="218049" indent="0">
              <a:buNone/>
              <a:defRPr sz="318"/>
            </a:lvl4pPr>
            <a:lvl5pPr marL="290732" indent="0">
              <a:buNone/>
              <a:defRPr sz="318"/>
            </a:lvl5pPr>
            <a:lvl6pPr marL="363416" indent="0">
              <a:buNone/>
              <a:defRPr sz="318"/>
            </a:lvl6pPr>
            <a:lvl7pPr marL="436099" indent="0">
              <a:buNone/>
              <a:defRPr sz="318"/>
            </a:lvl7pPr>
            <a:lvl8pPr marL="508782" indent="0">
              <a:buNone/>
              <a:defRPr sz="318"/>
            </a:lvl8pPr>
            <a:lvl9pPr marL="581464" indent="0">
              <a:buNone/>
              <a:defRPr sz="31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26/10/1447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26/10/1447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244622" y="460101"/>
            <a:ext cx="2484183" cy="732352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792066" y="460101"/>
            <a:ext cx="7308547" cy="732352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26/10/1447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792064" y="460099"/>
            <a:ext cx="9936745" cy="1670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2064" y="2300487"/>
            <a:ext cx="9936745" cy="5483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92061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26/10/1447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6289" y="8009667"/>
            <a:ext cx="3888292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136609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5367" rtl="0">
        <a:lnSpc>
          <a:spcPct val="90000"/>
        </a:lnSpc>
        <a:spcBef>
          <a:spcPts val="0"/>
        </a:spcBef>
        <a:buNone/>
        <a:defRPr sz="7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341" indent="-36341" algn="l" defTabSz="145367" rtl="0">
        <a:lnSpc>
          <a:spcPct val="90000"/>
        </a:lnSpc>
        <a:spcBef>
          <a:spcPts val="159"/>
        </a:spcBef>
        <a:buFont typeface="Arial"/>
        <a:buChar char="•"/>
        <a:defRPr sz="445">
          <a:solidFill>
            <a:schemeClr val="tx1"/>
          </a:solidFill>
          <a:latin typeface="+mn-lt"/>
          <a:ea typeface="+mn-ea"/>
          <a:cs typeface="+mn-cs"/>
        </a:defRPr>
      </a:lvl1pPr>
      <a:lvl2pPr marL="109024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82">
          <a:solidFill>
            <a:schemeClr val="tx1"/>
          </a:solidFill>
          <a:latin typeface="+mn-lt"/>
          <a:ea typeface="+mn-ea"/>
          <a:cs typeface="+mn-cs"/>
        </a:defRPr>
      </a:lvl2pPr>
      <a:lvl3pPr marL="181707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18">
          <a:solidFill>
            <a:schemeClr val="tx1"/>
          </a:solidFill>
          <a:latin typeface="+mn-lt"/>
          <a:ea typeface="+mn-ea"/>
          <a:cs typeface="+mn-cs"/>
        </a:defRPr>
      </a:lvl3pPr>
      <a:lvl4pPr marL="25439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327075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99758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7244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45123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617806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1pPr>
      <a:lvl2pPr marL="72683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2pPr>
      <a:lvl3pPr marL="145367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3pPr>
      <a:lvl4pPr marL="21804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29073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63416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3609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0878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581464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1359989" y="3712531"/>
            <a:ext cx="1757728" cy="225773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2126" y="8018081"/>
            <a:ext cx="1037872" cy="23673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9107253" y="359941"/>
            <a:ext cx="1261503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1: active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4371117" y="645939"/>
            <a:ext cx="1824374" cy="1308924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050056" y="2944397"/>
            <a:ext cx="2065492" cy="2435984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rtl="0">
              <a:defRPr/>
            </a:pPr>
            <a:endParaRPr lang="en-US" sz="1707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89651"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(</a:t>
            </a: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testRtl, optRtl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9979322" y="3652993"/>
            <a:ext cx="1261502" cy="1387474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1:forceLast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2:isAns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4561055" y="6369915"/>
            <a:ext cx="1722105" cy="1226651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3860208" y="2944397"/>
            <a:ext cx="1855656" cy="2435984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TeacherId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189651"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2:pass</a:t>
            </a:r>
          </a:p>
          <a:p>
            <a:pPr marL="189651"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4,8,16,32: x </a:t>
            </a:r>
          </a:p>
          <a:p>
            <a:pPr marL="189651"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64:selected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2817830" y="4327039"/>
            <a:ext cx="1182039" cy="13490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5600126" y="645939"/>
            <a:ext cx="1366068" cy="1308924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1359989" y="2115977"/>
            <a:ext cx="1757728" cy="144293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10195069" y="524241"/>
            <a:ext cx="1045755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9757896" y="8201250"/>
            <a:ext cx="1402948" cy="223587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853">
                <a:solidFill>
                  <a:schemeClr val="tx1"/>
                </a:solidFill>
                <a:latin typeface="Consolas" panose="020B0609020204030204" pitchFamily="49" charset="0"/>
              </a:rPr>
              <a:t>Majid SharifiTehrani</a:t>
            </a:r>
            <a:endParaRPr lang="fa-IR" sz="853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5051947" y="4698088"/>
            <a:ext cx="2010706" cy="1872068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2833517" y="2242327"/>
            <a:ext cx="1182038" cy="1075389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5049531" y="1921275"/>
            <a:ext cx="2013127" cy="164582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6727074" y="6096823"/>
            <a:ext cx="1552129" cy="164949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2:st, 4:fin, 8:rev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6709586" y="1844456"/>
            <a:ext cx="1545810" cy="186807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1:act 2:retry 4rev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6703272" y="4578752"/>
            <a:ext cx="1552129" cy="1387474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8114732" y="2007119"/>
            <a:ext cx="1864591" cy="140233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8114731" y="5248801"/>
            <a:ext cx="2299440" cy="2118334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9376850" y="6290922"/>
            <a:ext cx="969138" cy="981077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1585325" y="6149940"/>
            <a:ext cx="1316313" cy="1122060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80" b="1" dirty="0" err="1"/>
              <a:t>ubProjects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ProjectId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/>
              <a:t>SubprojectName</a:t>
            </a:r>
          </a:p>
          <a:p>
            <a:pPr rtl="0"/>
            <a:r>
              <a:rPr lang="en-US" sz="853"/>
              <a:t>Subproject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632108" y="6269364"/>
            <a:ext cx="997025" cy="883585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80" b="1" dirty="0"/>
              <a:t>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UserId</a:t>
            </a:r>
            <a:endParaRPr lang="en-US" sz="853" dirty="0"/>
          </a:p>
          <a:p>
            <a:pPr rtl="0"/>
            <a:r>
              <a:rPr lang="en-US" sz="853" dirty="0" err="1"/>
              <a:t>ProjectName</a:t>
            </a:r>
            <a:endParaRPr lang="en-US" sz="853" dirty="0"/>
          </a:p>
          <a:p>
            <a:pPr rtl="0"/>
            <a:r>
              <a:rPr lang="en-US" sz="853"/>
              <a:t>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2735908" y="6631447"/>
            <a:ext cx="895415" cy="1128061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/>
              <a:t>otes</a:t>
            </a: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53"/>
              <a:t>ParentId</a:t>
            </a:r>
          </a:p>
          <a:p>
            <a:pPr rtl="0"/>
            <a:r>
              <a:rPr lang="en-US" sz="853"/>
              <a:t>ParentType</a:t>
            </a:r>
          </a:p>
          <a:p>
            <a:pPr rtl="0"/>
            <a:r>
              <a:rPr lang="en-US" sz="853"/>
              <a:t>NoteDatum</a:t>
            </a:r>
            <a:endParaRPr lang="en-US" sz="853" dirty="0"/>
          </a:p>
          <a:p>
            <a:pPr rtl="0"/>
            <a:r>
              <a:rPr lang="en-US" sz="853"/>
              <a:t>NoteText</a:t>
            </a:r>
            <a:endParaRPr lang="en-US" sz="853" dirty="0"/>
          </a:p>
          <a:p>
            <a:pPr rtl="0"/>
            <a:r>
              <a:rPr lang="en-US" sz="853">
                <a:solidFill>
                  <a:srgbClr val="C00000"/>
                </a:solidFill>
              </a:rPr>
              <a:t>NoteTags</a:t>
            </a:r>
            <a:endParaRPr lang="fa-IR" sz="853" dirty="0">
              <a:solidFill>
                <a:srgbClr val="C00000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3482164" y="6264597"/>
            <a:ext cx="909928" cy="721108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 err="1"/>
              <a:t>oteNet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/>
              <a:t>NoteAId</a:t>
            </a:r>
          </a:p>
          <a:p>
            <a:pPr rtl="0"/>
            <a:r>
              <a:rPr lang="en-US" sz="853"/>
              <a:t>NoteBId</a:t>
            </a:r>
            <a:endParaRPr lang="en-US" sz="853" dirty="0"/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595546" y="7759508"/>
            <a:ext cx="2306092" cy="326683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parentTypes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1:U, 2:SP, 3:S, 4:G, 5:C, 6:E, 7:SN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2833510" y="597669"/>
            <a:ext cx="1182039" cy="140291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</p:txBody>
      </p:sp>
      <p:sp>
        <p:nvSpPr>
          <p:cNvPr id="19" name="Callout: Bent Line 18">
            <a:extLst>
              <a:ext uri="{FF2B5EF4-FFF2-40B4-BE49-F238E27FC236}">
                <a16:creationId xmlns:a16="http://schemas.microsoft.com/office/drawing/2014/main" id="{911BC3D9-3D49-A426-849E-1055E8FBCA28}"/>
              </a:ext>
            </a:extLst>
          </p:cNvPr>
          <p:cNvSpPr/>
          <p:nvPr/>
        </p:nvSpPr>
        <p:spPr bwMode="auto">
          <a:xfrm>
            <a:off x="779315" y="1829793"/>
            <a:ext cx="2013126" cy="259346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ChatTags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2:Imp 3:Bookmark 4:Del</a:t>
            </a:r>
          </a:p>
        </p:txBody>
      </p:sp>
      <p:sp>
        <p:nvSpPr>
          <p:cNvPr id="20" name="Callout: Bent Line 19">
            <a:extLst>
              <a:ext uri="{FF2B5EF4-FFF2-40B4-BE49-F238E27FC236}">
                <a16:creationId xmlns:a16="http://schemas.microsoft.com/office/drawing/2014/main" id="{12E24851-D7C0-662B-DDE1-34D282E94032}"/>
              </a:ext>
            </a:extLst>
          </p:cNvPr>
          <p:cNvSpPr/>
          <p:nvPr/>
        </p:nvSpPr>
        <p:spPr bwMode="auto">
          <a:xfrm>
            <a:off x="3164545" y="7770744"/>
            <a:ext cx="2891549" cy="355614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NoteTags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1:rtl 2:done 4:shared 8:</a:t>
            </a:r>
            <a:r>
              <a:rPr lang="en-US" sz="853" kern="10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readonly</a:t>
            </a: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16:S-Note?</a:t>
            </a:r>
          </a:p>
        </p:txBody>
      </p:sp>
      <p:sp>
        <p:nvSpPr>
          <p:cNvPr id="24" name="Callout: Bent Line 23">
            <a:extLst>
              <a:ext uri="{FF2B5EF4-FFF2-40B4-BE49-F238E27FC236}">
                <a16:creationId xmlns:a16="http://schemas.microsoft.com/office/drawing/2014/main" id="{5C54F825-3D0E-64C0-E121-67B6A937D248}"/>
              </a:ext>
            </a:extLst>
          </p:cNvPr>
          <p:cNvSpPr/>
          <p:nvPr/>
        </p:nvSpPr>
        <p:spPr bwMode="auto">
          <a:xfrm>
            <a:off x="171698" y="7182323"/>
            <a:ext cx="1152128" cy="355613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ProjectTags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1:active</a:t>
            </a:r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544309" y="157639"/>
            <a:ext cx="1210830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48639" y="157639"/>
            <a:ext cx="1445914" cy="164246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3196081" y="3961225"/>
            <a:ext cx="5128326" cy="12961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3621400" y="1008013"/>
            <a:ext cx="4120968" cy="1014077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3926063" y="2939091"/>
            <a:ext cx="3668362" cy="665661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256050" y="215925"/>
            <a:ext cx="2592288" cy="33843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480458" y="36832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480458" y="801150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480458" y="1527027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480458" y="195638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976130" y="2736205"/>
            <a:ext cx="1152128" cy="26164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400">
                <a:solidFill>
                  <a:sysClr val="windowText" lastClr="000000"/>
                </a:solidFill>
              </a:rPr>
              <a:t>Login</a:t>
            </a:r>
            <a:endParaRPr lang="fa-IR" sz="1400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3095948" y="143917"/>
            <a:ext cx="4176464" cy="8208912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400">
                  <a:solidFill>
                    <a:schemeClr val="accent1"/>
                  </a:solidFill>
                </a:rPr>
                <a:t>Entry outlook</a:t>
              </a:r>
              <a:endParaRPr lang="fa-IR" sz="160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200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40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392715" y="458280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392714" y="918373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2739</TotalTime>
  <Words>379</Words>
  <Application>Microsoft Office PowerPoint</Application>
  <PresentationFormat>Custom</PresentationFormat>
  <Paragraphs>245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Consolas</vt:lpstr>
      <vt:lpstr>Segoe UI</vt:lpstr>
      <vt:lpstr>Tahoma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493</cp:revision>
  <cp:lastPrinted>2026-01-01T08:26:55Z</cp:lastPrinted>
  <dcterms:modified xsi:type="dcterms:W3CDTF">2026-04-13T07:26:27Z</dcterms:modified>
</cp:coreProperties>
</file>