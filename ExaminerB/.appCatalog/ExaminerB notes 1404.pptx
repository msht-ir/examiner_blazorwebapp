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50" d="100"/>
          <a:sy n="250" d="100"/>
        </p:scale>
        <p:origin x="330" y="180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DueNotesDays=7 (default=3)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6693</TotalTime>
  <Words>509</Words>
  <Application>Microsoft Office PowerPoint</Application>
  <PresentationFormat>Custom</PresentationFormat>
  <Paragraphs>303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580</cp:revision>
  <cp:lastPrinted>2026-07-18T08:45:37Z</cp:lastPrinted>
  <dcterms:modified xsi:type="dcterms:W3CDTF">2026-07-22T13:50:09Z</dcterms:modified>
</cp:coreProperties>
</file>