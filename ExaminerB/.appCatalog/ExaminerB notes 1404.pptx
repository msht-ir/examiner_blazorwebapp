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62" r:id="rId2"/>
    <p:sldId id="263" r:id="rId3"/>
    <p:sldId id="264" r:id="rId4"/>
  </p:sldIdLst>
  <p:sldSz cx="11520488" cy="8640763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3292" userDrawn="1">
          <p15:clr>
            <a:srgbClr val="A4A3A4"/>
          </p15:clr>
        </p15:guide>
        <p15:guide id="2" pos="329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>
        <p:scale>
          <a:sx n="300" d="100"/>
          <a:sy n="300" d="100"/>
        </p:scale>
        <p:origin x="-5021" y="-6826"/>
      </p:cViewPr>
      <p:guideLst>
        <p:guide orient="horz" pos="3292"/>
        <p:guide pos="329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440109" y="1414293"/>
            <a:ext cx="8640647" cy="3008626"/>
          </a:xfrm>
        </p:spPr>
        <p:txBody>
          <a:bodyPr anchor="b"/>
          <a:lstStyle>
            <a:lvl1pPr algn="ctr"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440109" y="4538946"/>
            <a:ext cx="8640647" cy="2086434"/>
          </a:xfrm>
        </p:spPr>
        <p:txBody>
          <a:bodyPr/>
          <a:lstStyle>
            <a:lvl1pPr marL="0" indent="0" algn="ctr">
              <a:buNone/>
              <a:defRPr sz="382"/>
            </a:lvl1pPr>
            <a:lvl2pPr marL="72683" indent="0" algn="ctr">
              <a:buNone/>
              <a:defRPr sz="318"/>
            </a:lvl2pPr>
            <a:lvl3pPr marL="145367" indent="0" algn="ctr">
              <a:buNone/>
              <a:defRPr sz="286"/>
            </a:lvl3pPr>
            <a:lvl4pPr marL="218049" indent="0" algn="ctr">
              <a:buNone/>
              <a:defRPr sz="254"/>
            </a:lvl4pPr>
            <a:lvl5pPr marL="290732" indent="0" algn="ctr">
              <a:buNone/>
              <a:defRPr sz="254"/>
            </a:lvl5pPr>
            <a:lvl6pPr marL="363416" indent="0" algn="ctr">
              <a:buNone/>
              <a:defRPr sz="254"/>
            </a:lvl6pPr>
            <a:lvl7pPr marL="436099" indent="0" algn="ctr">
              <a:buNone/>
              <a:defRPr sz="254"/>
            </a:lvl7pPr>
            <a:lvl8pPr marL="508782" indent="0" algn="ctr">
              <a:buNone/>
              <a:defRPr sz="254"/>
            </a:lvl8pPr>
            <a:lvl9pPr marL="581464" indent="0" algn="ctr">
              <a:buNone/>
              <a:defRPr sz="254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22/12/1447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22/12/1447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786063" y="2154452"/>
            <a:ext cx="9936745" cy="3594746"/>
          </a:xfrm>
        </p:spPr>
        <p:txBody>
          <a:bodyPr anchor="b"/>
          <a:lstStyle>
            <a:lvl1pPr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86063" y="5783207"/>
            <a:ext cx="9936745" cy="1890392"/>
          </a:xfrm>
        </p:spPr>
        <p:txBody>
          <a:bodyPr/>
          <a:lstStyle>
            <a:lvl1pPr marL="0" indent="0">
              <a:buNone/>
              <a:defRPr sz="382">
                <a:solidFill>
                  <a:schemeClr val="tx1">
                    <a:tint val="75000"/>
                  </a:schemeClr>
                </a:solidFill>
              </a:defRPr>
            </a:lvl1pPr>
            <a:lvl2pPr marL="72683" indent="0">
              <a:buNone/>
              <a:defRPr sz="318">
                <a:solidFill>
                  <a:schemeClr val="tx1">
                    <a:tint val="75000"/>
                  </a:schemeClr>
                </a:solidFill>
              </a:defRPr>
            </a:lvl2pPr>
            <a:lvl3pPr marL="145367" indent="0">
              <a:buNone/>
              <a:defRPr sz="286">
                <a:solidFill>
                  <a:schemeClr val="tx1">
                    <a:tint val="75000"/>
                  </a:schemeClr>
                </a:solidFill>
              </a:defRPr>
            </a:lvl3pPr>
            <a:lvl4pPr marL="21804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4pPr>
            <a:lvl5pPr marL="29073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5pPr>
            <a:lvl6pPr marL="363416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6pPr>
            <a:lvl7pPr marL="43609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7pPr>
            <a:lvl8pPr marL="50878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8pPr>
            <a:lvl9pPr marL="581464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22/12/1447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792064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832440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22/12/1447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793563" y="460099"/>
            <a:ext cx="9936745" cy="1670347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3567" y="2118442"/>
            <a:ext cx="4873863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793567" y="3156658"/>
            <a:ext cx="4873863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32438" y="2118442"/>
            <a:ext cx="4897866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832438" y="3156658"/>
            <a:ext cx="4897866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22/12/1447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22/12/1447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22/12/1447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897870" y="1244259"/>
            <a:ext cx="5832435" cy="6141277"/>
          </a:xfrm>
        </p:spPr>
        <p:txBody>
          <a:bodyPr/>
          <a:lstStyle>
            <a:lvl1pPr>
              <a:defRPr sz="509"/>
            </a:lvl1pPr>
            <a:lvl2pPr>
              <a:defRPr sz="445"/>
            </a:lvl2pPr>
            <a:lvl3pPr>
              <a:defRPr sz="382"/>
            </a:lvl3pPr>
            <a:lvl4pPr>
              <a:defRPr sz="318"/>
            </a:lvl4pPr>
            <a:lvl5pPr>
              <a:defRPr sz="318"/>
            </a:lvl5pPr>
            <a:lvl6pPr>
              <a:defRPr sz="318"/>
            </a:lvl6pPr>
            <a:lvl7pPr>
              <a:defRPr sz="318"/>
            </a:lvl7pPr>
            <a:lvl8pPr>
              <a:defRPr sz="318"/>
            </a:lvl8pPr>
            <a:lvl9pPr>
              <a:defRPr sz="31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22/12/1447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897870" y="1244259"/>
            <a:ext cx="5832435" cy="6141277"/>
          </a:xfrm>
        </p:spPr>
        <p:txBody>
          <a:bodyPr anchor="t"/>
          <a:lstStyle>
            <a:lvl1pPr marL="0" indent="0">
              <a:buNone/>
              <a:defRPr sz="509"/>
            </a:lvl1pPr>
            <a:lvl2pPr marL="72683" indent="0">
              <a:buNone/>
              <a:defRPr sz="445"/>
            </a:lvl2pPr>
            <a:lvl3pPr marL="145367" indent="0">
              <a:buNone/>
              <a:defRPr sz="382"/>
            </a:lvl3pPr>
            <a:lvl4pPr marL="218049" indent="0">
              <a:buNone/>
              <a:defRPr sz="318"/>
            </a:lvl4pPr>
            <a:lvl5pPr marL="290732" indent="0">
              <a:buNone/>
              <a:defRPr sz="318"/>
            </a:lvl5pPr>
            <a:lvl6pPr marL="363416" indent="0">
              <a:buNone/>
              <a:defRPr sz="318"/>
            </a:lvl6pPr>
            <a:lvl7pPr marL="436099" indent="0">
              <a:buNone/>
              <a:defRPr sz="318"/>
            </a:lvl7pPr>
            <a:lvl8pPr marL="508782" indent="0">
              <a:buNone/>
              <a:defRPr sz="318"/>
            </a:lvl8pPr>
            <a:lvl9pPr marL="581464" indent="0">
              <a:buNone/>
              <a:defRPr sz="31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22/12/1447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22/12/1447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244622" y="460101"/>
            <a:ext cx="2484183" cy="732352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792066" y="460101"/>
            <a:ext cx="7308547" cy="732352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22/12/1447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792064" y="460099"/>
            <a:ext cx="9936745" cy="16703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2064" y="2300487"/>
            <a:ext cx="9936745" cy="54831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792061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22/12/1447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816289" y="8009667"/>
            <a:ext cx="3888292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136609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45367" rtl="0">
        <a:lnSpc>
          <a:spcPct val="90000"/>
        </a:lnSpc>
        <a:spcBef>
          <a:spcPts val="0"/>
        </a:spcBef>
        <a:buNone/>
        <a:defRPr sz="7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341" indent="-36341" algn="l" defTabSz="145367" rtl="0">
        <a:lnSpc>
          <a:spcPct val="90000"/>
        </a:lnSpc>
        <a:spcBef>
          <a:spcPts val="159"/>
        </a:spcBef>
        <a:buFont typeface="Arial"/>
        <a:buChar char="•"/>
        <a:defRPr sz="445">
          <a:solidFill>
            <a:schemeClr val="tx1"/>
          </a:solidFill>
          <a:latin typeface="+mn-lt"/>
          <a:ea typeface="+mn-ea"/>
          <a:cs typeface="+mn-cs"/>
        </a:defRPr>
      </a:lvl1pPr>
      <a:lvl2pPr marL="109024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82">
          <a:solidFill>
            <a:schemeClr val="tx1"/>
          </a:solidFill>
          <a:latin typeface="+mn-lt"/>
          <a:ea typeface="+mn-ea"/>
          <a:cs typeface="+mn-cs"/>
        </a:defRPr>
      </a:lvl2pPr>
      <a:lvl3pPr marL="181707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18">
          <a:solidFill>
            <a:schemeClr val="tx1"/>
          </a:solidFill>
          <a:latin typeface="+mn-lt"/>
          <a:ea typeface="+mn-ea"/>
          <a:cs typeface="+mn-cs"/>
        </a:defRPr>
      </a:lvl3pPr>
      <a:lvl4pPr marL="25439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327075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99758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7244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45123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617806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1pPr>
      <a:lvl2pPr marL="72683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2pPr>
      <a:lvl3pPr marL="145367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3pPr>
      <a:lvl4pPr marL="21804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29073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63416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3609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0878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581464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1359989" y="3712531"/>
            <a:ext cx="1757728" cy="2257737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AC991BF-6836-D27B-9C74-D0617044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2126" y="8018081"/>
            <a:ext cx="1037872" cy="23673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/>
        </p:spPr>
      </p:pic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9107253" y="359941"/>
            <a:ext cx="1261503" cy="119653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 1: active</a:t>
            </a: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4371117" y="645939"/>
            <a:ext cx="1824374" cy="1308924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8050056" y="2944397"/>
            <a:ext cx="2065492" cy="2435984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rtl="0">
              <a:defRPr/>
            </a:pPr>
            <a:endParaRPr lang="en-US" sz="1707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189651"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(</a:t>
            </a: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testRtl, optRtl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9979322" y="3652993"/>
            <a:ext cx="1261502" cy="1387474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1:forceLast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2:isAns</a:t>
            </a: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4561055" y="6369915"/>
            <a:ext cx="1722105" cy="1226651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3860208" y="2944397"/>
            <a:ext cx="1855656" cy="2528112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TeacherId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176213" rtl="0">
              <a:defRPr/>
            </a:pP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1:IsActive</a:t>
            </a:r>
          </a:p>
          <a:p>
            <a:pPr marL="176213" rtl="0">
              <a:defRPr/>
            </a:pP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2:ChangePass</a:t>
            </a:r>
          </a:p>
          <a:p>
            <a:pPr marL="176213" rtl="0">
              <a:defRPr/>
            </a:pP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4:ReviewEx</a:t>
            </a:r>
          </a:p>
          <a:p>
            <a:pPr marL="176213" rtl="0">
              <a:defRPr/>
            </a:pP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8:GetStExTests</a:t>
            </a:r>
          </a:p>
          <a:p>
            <a:pPr marL="176213" rtl="0">
              <a:defRPr/>
            </a:pP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16:CorrectStExTests</a:t>
            </a:r>
          </a:p>
          <a:p>
            <a:pPr marL="176213" rtl="0">
              <a:defRPr/>
            </a:pP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32:RevStExTests</a:t>
            </a:r>
          </a:p>
          <a:p>
            <a:pPr marL="176213" rtl="0">
              <a:defRPr/>
            </a:pP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 IsSelected</a:t>
            </a:r>
          </a:p>
          <a:p>
            <a:pPr marL="176213" rtl="0">
              <a:defRPr/>
            </a:pP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</a:t>
            </a:r>
          </a:p>
          <a:p>
            <a:pPr marL="176213" rtl="0">
              <a:defRPr/>
            </a:pP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CalendarFa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2817830" y="4327039"/>
            <a:ext cx="1182039" cy="13490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5600126" y="645939"/>
            <a:ext cx="1366068" cy="1308924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1359989" y="2115977"/>
            <a:ext cx="1757728" cy="144293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</a:t>
            </a: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10195069" y="524241"/>
            <a:ext cx="1045755" cy="9158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9757896" y="8201250"/>
            <a:ext cx="1402948" cy="223587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853">
                <a:solidFill>
                  <a:schemeClr val="tx1"/>
                </a:solidFill>
                <a:latin typeface="Consolas" panose="020B0609020204030204" pitchFamily="49" charset="0"/>
              </a:rPr>
              <a:t>Majid SharifiTehrani</a:t>
            </a:r>
            <a:endParaRPr lang="fa-IR" sz="853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5051947" y="4698088"/>
            <a:ext cx="2010706" cy="1872068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2:training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2833517" y="2242327"/>
            <a:ext cx="1182038" cy="1075389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5049531" y="1921275"/>
            <a:ext cx="2013127" cy="1645829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rgbClr val="C00000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6727074" y="6096823"/>
            <a:ext cx="1552129" cy="164949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2:strt, 4:fin, 8:rev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6709586" y="1844456"/>
            <a:ext cx="1545810" cy="1868075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1:act 2:retry 4rev</a:t>
            </a: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6703272" y="4578752"/>
            <a:ext cx="1552129" cy="1387474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8114732" y="2007119"/>
            <a:ext cx="1864591" cy="140233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8114731" y="5248801"/>
            <a:ext cx="2299440" cy="2118334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30" name="Callout: Bent Line 29">
            <a:extLst>
              <a:ext uri="{FF2B5EF4-FFF2-40B4-BE49-F238E27FC236}">
                <a16:creationId xmlns:a16="http://schemas.microsoft.com/office/drawing/2014/main" id="{37CBAADD-8162-F8CF-9142-1CCC32CAB857}"/>
              </a:ext>
            </a:extLst>
          </p:cNvPr>
          <p:cNvSpPr/>
          <p:nvPr/>
        </p:nvSpPr>
        <p:spPr bwMode="auto">
          <a:xfrm>
            <a:off x="9376850" y="6290922"/>
            <a:ext cx="969138" cy="981077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1585325" y="6149940"/>
            <a:ext cx="1316313" cy="1122060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 err="1">
                <a:solidFill>
                  <a:schemeClr val="bg1"/>
                </a:solidFill>
                <a:highlight>
                  <a:srgbClr val="000000"/>
                </a:highlight>
              </a:rPr>
              <a:t>S</a:t>
            </a:r>
            <a:r>
              <a:rPr lang="en-US" sz="1280" b="1" dirty="0" err="1"/>
              <a:t>ubProjects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ProjectId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/>
              <a:t>SubprojectName</a:t>
            </a:r>
          </a:p>
          <a:p>
            <a:pPr rtl="0"/>
            <a:r>
              <a:rPr lang="en-US" sz="853"/>
              <a:t>Subproject</a:t>
            </a:r>
            <a:r>
              <a:rPr lang="en-US" sz="853">
                <a:solidFill>
                  <a:srgbClr val="C00000"/>
                </a:solidFill>
              </a:rPr>
              <a:t>Tags</a:t>
            </a:r>
            <a:endParaRPr lang="en-US" sz="853" dirty="0">
              <a:solidFill>
                <a:srgbClr val="C00000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632108" y="6149940"/>
            <a:ext cx="997025" cy="1003009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>
                <a:solidFill>
                  <a:schemeClr val="bg1"/>
                </a:solidFill>
                <a:highlight>
                  <a:srgbClr val="000000"/>
                </a:highlight>
              </a:rPr>
              <a:t>P</a:t>
            </a:r>
            <a:r>
              <a:rPr lang="en-US" sz="1280" b="1" dirty="0"/>
              <a:t>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UserType</a:t>
            </a:r>
            <a:endParaRPr lang="en-US" sz="853" dirty="0"/>
          </a:p>
          <a:p>
            <a:pPr rtl="0"/>
            <a:r>
              <a:rPr lang="en-US" sz="853" dirty="0" err="1"/>
              <a:t>ProjectName</a:t>
            </a:r>
            <a:endParaRPr lang="en-US" sz="853" dirty="0"/>
          </a:p>
          <a:p>
            <a:pPr rtl="0"/>
            <a:r>
              <a:rPr lang="en-US" sz="853"/>
              <a:t>Project</a:t>
            </a:r>
            <a:r>
              <a:rPr lang="en-US" sz="853">
                <a:solidFill>
                  <a:srgbClr val="C00000"/>
                </a:solidFill>
              </a:rPr>
              <a:t>Tags</a:t>
            </a:r>
            <a:endParaRPr lang="en-US" sz="853" dirty="0">
              <a:solidFill>
                <a:srgbClr val="C00000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2735908" y="6631447"/>
            <a:ext cx="895415" cy="1128061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80" b="1" dirty="0"/>
              <a:t>otes</a:t>
            </a: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53"/>
              <a:t>ParentId</a:t>
            </a:r>
          </a:p>
          <a:p>
            <a:pPr rtl="0"/>
            <a:r>
              <a:rPr lang="en-US" sz="853"/>
              <a:t>ParentType</a:t>
            </a:r>
          </a:p>
          <a:p>
            <a:pPr rtl="0"/>
            <a:r>
              <a:rPr lang="en-US" sz="853"/>
              <a:t>NoteDatum</a:t>
            </a:r>
            <a:endParaRPr lang="en-US" sz="853" dirty="0"/>
          </a:p>
          <a:p>
            <a:pPr rtl="0"/>
            <a:r>
              <a:rPr lang="en-US" sz="853"/>
              <a:t>NoteText</a:t>
            </a:r>
            <a:endParaRPr lang="en-US" sz="853" dirty="0"/>
          </a:p>
          <a:p>
            <a:pPr rtl="0"/>
            <a:r>
              <a:rPr lang="en-US" sz="853">
                <a:solidFill>
                  <a:srgbClr val="C00000"/>
                </a:solidFill>
              </a:rPr>
              <a:t>NoteTags</a:t>
            </a:r>
            <a:endParaRPr lang="fa-IR" sz="853" dirty="0">
              <a:solidFill>
                <a:srgbClr val="C00000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3482164" y="6264597"/>
            <a:ext cx="909928" cy="721108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 err="1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80" b="1" dirty="0" err="1"/>
              <a:t>oteNet</a:t>
            </a:r>
            <a:endParaRPr lang="en-US" sz="1280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/>
              <a:t>NoteAId</a:t>
            </a:r>
          </a:p>
          <a:p>
            <a:pPr rtl="0"/>
            <a:r>
              <a:rPr lang="en-US" sz="853"/>
              <a:t>NoteBId</a:t>
            </a:r>
            <a:endParaRPr lang="en-US" sz="853" dirty="0"/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D7A96907-C393-6D27-7271-FEC08798F246}"/>
              </a:ext>
            </a:extLst>
          </p:cNvPr>
          <p:cNvSpPr/>
          <p:nvPr/>
        </p:nvSpPr>
        <p:spPr bwMode="auto">
          <a:xfrm>
            <a:off x="1359988" y="7446793"/>
            <a:ext cx="1331097" cy="1122060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parentTypes: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 quickNote by T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 section Note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3: note on Student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4: note on Group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5: note on Course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6: note on Exam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7: quickNote by S</a:t>
            </a:r>
          </a:p>
        </p:txBody>
      </p:sp>
      <p:sp>
        <p:nvSpPr>
          <p:cNvPr id="18" name="Rectangle: Rounded Corners 45">
            <a:extLst>
              <a:ext uri="{FF2B5EF4-FFF2-40B4-BE49-F238E27FC236}">
                <a16:creationId xmlns:a16="http://schemas.microsoft.com/office/drawing/2014/main" id="{84CF63F6-9EC1-FF7B-5327-5C2174F26690}"/>
              </a:ext>
            </a:extLst>
          </p:cNvPr>
          <p:cNvSpPr/>
          <p:nvPr/>
        </p:nvSpPr>
        <p:spPr bwMode="auto">
          <a:xfrm>
            <a:off x="2833510" y="597669"/>
            <a:ext cx="1182039" cy="1402919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ChatTags</a:t>
            </a:r>
          </a:p>
        </p:txBody>
      </p:sp>
      <p:sp>
        <p:nvSpPr>
          <p:cNvPr id="19" name="Callout: Bent Line 18">
            <a:extLst>
              <a:ext uri="{FF2B5EF4-FFF2-40B4-BE49-F238E27FC236}">
                <a16:creationId xmlns:a16="http://schemas.microsoft.com/office/drawing/2014/main" id="{911BC3D9-3D49-A426-849E-1055E8FBCA28}"/>
              </a:ext>
            </a:extLst>
          </p:cNvPr>
          <p:cNvSpPr/>
          <p:nvPr/>
        </p:nvSpPr>
        <p:spPr bwMode="auto">
          <a:xfrm>
            <a:off x="779315" y="1829793"/>
            <a:ext cx="2013126" cy="259346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ChatTags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1:Read 2:Imp 3:Bookmark 4:Del</a:t>
            </a:r>
          </a:p>
        </p:txBody>
      </p:sp>
      <p:sp>
        <p:nvSpPr>
          <p:cNvPr id="20" name="Callout: Bent Line 19">
            <a:extLst>
              <a:ext uri="{FF2B5EF4-FFF2-40B4-BE49-F238E27FC236}">
                <a16:creationId xmlns:a16="http://schemas.microsoft.com/office/drawing/2014/main" id="{12E24851-D7C0-662B-DDE1-34D282E94032}"/>
              </a:ext>
            </a:extLst>
          </p:cNvPr>
          <p:cNvSpPr/>
          <p:nvPr/>
        </p:nvSpPr>
        <p:spPr bwMode="auto">
          <a:xfrm>
            <a:off x="2735908" y="7920781"/>
            <a:ext cx="1584176" cy="620356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NoteTags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1:rtl      2:done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4:shared   8:</a:t>
            </a:r>
            <a:r>
              <a:rPr lang="en-US" sz="853" kern="10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readonly</a:t>
            </a:r>
            <a:endParaRPr lang="en-US" sz="853" kern="100">
              <a:solidFill>
                <a:schemeClr val="tx1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16:S-Note?</a:t>
            </a:r>
          </a:p>
        </p:txBody>
      </p:sp>
      <p:sp>
        <p:nvSpPr>
          <p:cNvPr id="24" name="Callout: Bent Line 23">
            <a:extLst>
              <a:ext uri="{FF2B5EF4-FFF2-40B4-BE49-F238E27FC236}">
                <a16:creationId xmlns:a16="http://schemas.microsoft.com/office/drawing/2014/main" id="{5C54F825-3D0E-64C0-E121-67B6A937D248}"/>
              </a:ext>
            </a:extLst>
          </p:cNvPr>
          <p:cNvSpPr/>
          <p:nvPr/>
        </p:nvSpPr>
        <p:spPr bwMode="auto">
          <a:xfrm>
            <a:off x="184856" y="7242193"/>
            <a:ext cx="890894" cy="822604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UserType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1:Teacher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2:Student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ProjectTags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1:active</a:t>
            </a:r>
          </a:p>
        </p:txBody>
      </p:sp>
      <p:sp>
        <p:nvSpPr>
          <p:cNvPr id="25" name="Rectangle: Rounded Corners 44">
            <a:extLst>
              <a:ext uri="{FF2B5EF4-FFF2-40B4-BE49-F238E27FC236}">
                <a16:creationId xmlns:a16="http://schemas.microsoft.com/office/drawing/2014/main" id="{A460627C-6A84-BFD9-020B-04D76A321D4A}"/>
              </a:ext>
            </a:extLst>
          </p:cNvPr>
          <p:cNvSpPr/>
          <p:nvPr/>
        </p:nvSpPr>
        <p:spPr bwMode="auto">
          <a:xfrm>
            <a:off x="1544309" y="157639"/>
            <a:ext cx="1210830" cy="119653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ChatroomAdminId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ChatroomTerms</a:t>
            </a:r>
          </a:p>
        </p:txBody>
      </p:sp>
      <p:sp>
        <p:nvSpPr>
          <p:cNvPr id="28" name="Rectangle: Rounded Corners 44">
            <a:extLst>
              <a:ext uri="{FF2B5EF4-FFF2-40B4-BE49-F238E27FC236}">
                <a16:creationId xmlns:a16="http://schemas.microsoft.com/office/drawing/2014/main" id="{96D765ED-D9C6-3463-0136-8A90C3A57F14}"/>
              </a:ext>
            </a:extLst>
          </p:cNvPr>
          <p:cNvSpPr/>
          <p:nvPr/>
        </p:nvSpPr>
        <p:spPr bwMode="auto">
          <a:xfrm>
            <a:off x="48639" y="157639"/>
            <a:ext cx="1445914" cy="1642462"/>
          </a:xfrm>
          <a:prstGeom prst="roundRect">
            <a:avLst>
              <a:gd name="adj" fmla="val 67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CHRP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SenderId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PostTags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1:NeedReply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2:IsEdited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4:IsDeleted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37FC12-6867-ED26-C375-DC4FB76CCA5F}"/>
              </a:ext>
            </a:extLst>
          </p:cNvPr>
          <p:cNvGrpSpPr/>
          <p:nvPr/>
        </p:nvGrpSpPr>
        <p:grpSpPr>
          <a:xfrm>
            <a:off x="3196081" y="3961225"/>
            <a:ext cx="5128326" cy="1296144"/>
            <a:chOff x="1193312" y="2814092"/>
            <a:chExt cx="4807496" cy="183904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2EF11B-8B58-1590-DBD1-FF472E2E835F}"/>
                </a:ext>
              </a:extLst>
            </p:cNvPr>
            <p:cNvSpPr/>
            <p:nvPr/>
          </p:nvSpPr>
          <p:spPr>
            <a:xfrm>
              <a:off x="1193312" y="2814092"/>
              <a:ext cx="4807496" cy="1839044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E3A745F4-EA27-5531-08ED-B8E9CA641A65}"/>
                </a:ext>
              </a:extLst>
            </p:cNvPr>
            <p:cNvSpPr/>
            <p:nvPr/>
          </p:nvSpPr>
          <p:spPr>
            <a:xfrm>
              <a:off x="1474972" y="3017796"/>
              <a:ext cx="2227634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16610647-DDA2-28C3-3B94-A87726B2FBFD}"/>
                </a:ext>
              </a:extLst>
            </p:cNvPr>
            <p:cNvSpPr/>
            <p:nvPr/>
          </p:nvSpPr>
          <p:spPr>
            <a:xfrm rot="10800000" flipV="1">
              <a:off x="1474971" y="3017796"/>
              <a:ext cx="2212381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53CC273E-3061-23DF-2698-7DB6566DD677}"/>
                </a:ext>
              </a:extLst>
            </p:cNvPr>
            <p:cNvSpPr/>
            <p:nvPr/>
          </p:nvSpPr>
          <p:spPr>
            <a:xfrm rot="10800000">
              <a:off x="3523603" y="3026354"/>
              <a:ext cx="2112579" cy="1411014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11208371-82D0-CAFD-11EB-E6883C37A4F2}"/>
                </a:ext>
              </a:extLst>
            </p:cNvPr>
            <p:cNvSpPr/>
            <p:nvPr/>
          </p:nvSpPr>
          <p:spPr>
            <a:xfrm>
              <a:off x="3243015" y="3034912"/>
              <a:ext cx="2112579" cy="1463311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2F95232-62AF-04B3-3780-564A3F1B0C97}"/>
              </a:ext>
            </a:extLst>
          </p:cNvPr>
          <p:cNvGrpSpPr/>
          <p:nvPr/>
        </p:nvGrpSpPr>
        <p:grpSpPr>
          <a:xfrm>
            <a:off x="3621400" y="1008013"/>
            <a:ext cx="4120968" cy="1014077"/>
            <a:chOff x="3049665" y="977311"/>
            <a:chExt cx="4120968" cy="1014077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F79F9554-4A58-6D85-CC74-5A37CF0DEA05}"/>
                </a:ext>
              </a:extLst>
            </p:cNvPr>
            <p:cNvSpPr/>
            <p:nvPr/>
          </p:nvSpPr>
          <p:spPr>
            <a:xfrm>
              <a:off x="3049665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240BC59-5862-3B96-BC08-039EC8F5A324}"/>
                </a:ext>
              </a:extLst>
            </p:cNvPr>
            <p:cNvSpPr/>
            <p:nvPr/>
          </p:nvSpPr>
          <p:spPr>
            <a:xfrm>
              <a:off x="3468999" y="977313"/>
              <a:ext cx="360039" cy="57892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EF1DDCF-E13A-9BA5-1AEF-44AEF8EC8D40}"/>
                </a:ext>
              </a:extLst>
            </p:cNvPr>
            <p:cNvSpPr/>
            <p:nvPr/>
          </p:nvSpPr>
          <p:spPr>
            <a:xfrm>
              <a:off x="3888333" y="977314"/>
              <a:ext cx="360039" cy="101097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E202E55-37ED-0A56-9975-6C65A8ACFF39}"/>
                </a:ext>
              </a:extLst>
            </p:cNvPr>
            <p:cNvSpPr/>
            <p:nvPr/>
          </p:nvSpPr>
          <p:spPr>
            <a:xfrm>
              <a:off x="4991170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466BFB0-EDE9-2899-44F3-AA86AA471AB5}"/>
                </a:ext>
              </a:extLst>
            </p:cNvPr>
            <p:cNvSpPr/>
            <p:nvPr/>
          </p:nvSpPr>
          <p:spPr>
            <a:xfrm>
              <a:off x="5400205" y="1436858"/>
              <a:ext cx="360039" cy="54593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3352A26-1059-839F-5217-347B7D15478D}"/>
                </a:ext>
              </a:extLst>
            </p:cNvPr>
            <p:cNvSpPr/>
            <p:nvPr/>
          </p:nvSpPr>
          <p:spPr>
            <a:xfrm>
              <a:off x="4294080" y="977311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0DCE386A-06FB-1051-65D8-D6836842710A}"/>
                </a:ext>
              </a:extLst>
            </p:cNvPr>
            <p:cNvSpPr/>
            <p:nvPr/>
          </p:nvSpPr>
          <p:spPr>
            <a:xfrm>
              <a:off x="4297822" y="134591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1D236C2-7BBC-07A2-BB56-DDE7A0A7E8A7}"/>
                </a:ext>
              </a:extLst>
            </p:cNvPr>
            <p:cNvSpPr/>
            <p:nvPr/>
          </p:nvSpPr>
          <p:spPr>
            <a:xfrm>
              <a:off x="4294080" y="170982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B32B9BA-0A26-1C16-739B-ACF647FC3311}"/>
                </a:ext>
              </a:extLst>
            </p:cNvPr>
            <p:cNvSpPr/>
            <p:nvPr/>
          </p:nvSpPr>
          <p:spPr>
            <a:xfrm>
              <a:off x="5806528" y="977312"/>
              <a:ext cx="360039" cy="10109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CC5CA80-7A46-3C70-717B-6B9D2531BABE}"/>
                </a:ext>
              </a:extLst>
            </p:cNvPr>
            <p:cNvSpPr/>
            <p:nvPr/>
          </p:nvSpPr>
          <p:spPr>
            <a:xfrm>
              <a:off x="5713961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AFE53757-9BE6-D9ED-6B4C-025C7D9FA058}"/>
                </a:ext>
              </a:extLst>
            </p:cNvPr>
            <p:cNvSpPr/>
            <p:nvPr/>
          </p:nvSpPr>
          <p:spPr>
            <a:xfrm>
              <a:off x="6270307" y="977311"/>
              <a:ext cx="360039" cy="101407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3C1EB15-D61C-D76B-2312-69B698E0DD1E}"/>
                </a:ext>
              </a:extLst>
            </p:cNvPr>
            <p:cNvSpPr/>
            <p:nvPr/>
          </p:nvSpPr>
          <p:spPr>
            <a:xfrm>
              <a:off x="6718027" y="977311"/>
              <a:ext cx="360039" cy="10122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57A7604-8BCA-CB3E-79DD-4D402B3D5777}"/>
                </a:ext>
              </a:extLst>
            </p:cNvPr>
            <p:cNvSpPr/>
            <p:nvPr/>
          </p:nvSpPr>
          <p:spPr>
            <a:xfrm>
              <a:off x="6718027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68C3A157-C874-E9ED-E2A7-495E9427E080}"/>
                </a:ext>
              </a:extLst>
            </p:cNvPr>
            <p:cNvSpPr/>
            <p:nvPr/>
          </p:nvSpPr>
          <p:spPr>
            <a:xfrm>
              <a:off x="6162307" y="1881577"/>
              <a:ext cx="108000" cy="108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988C59FA-4704-AA28-DDFB-3569F527608C}"/>
                </a:ext>
              </a:extLst>
            </p:cNvPr>
            <p:cNvSpPr/>
            <p:nvPr/>
          </p:nvSpPr>
          <p:spPr>
            <a:xfrm>
              <a:off x="6396326" y="1032022"/>
              <a:ext cx="108000" cy="108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05F14002-B94D-ADE1-5804-78DFA63538DD}"/>
              </a:ext>
            </a:extLst>
          </p:cNvPr>
          <p:cNvGrpSpPr/>
          <p:nvPr/>
        </p:nvGrpSpPr>
        <p:grpSpPr>
          <a:xfrm>
            <a:off x="3926063" y="2939091"/>
            <a:ext cx="3668362" cy="665661"/>
            <a:chOff x="235732" y="4393940"/>
            <a:chExt cx="3668362" cy="665661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E0FCA8F-3856-6310-F2C5-FAFC200BC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3839" y="4624840"/>
              <a:ext cx="2944939" cy="278461"/>
            </a:xfrm>
            <a:prstGeom prst="rect">
              <a:avLst/>
            </a:prstGeom>
          </p:spPr>
        </p:pic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722FE909-7649-FF4F-CC48-3634F3CBD861}"/>
                </a:ext>
              </a:extLst>
            </p:cNvPr>
            <p:cNvSpPr/>
            <p:nvPr/>
          </p:nvSpPr>
          <p:spPr>
            <a:xfrm>
              <a:off x="235732" y="4393940"/>
              <a:ext cx="3668362" cy="665661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</p:spTree>
    <p:extLst>
      <p:ext uri="{BB962C8B-B14F-4D97-AF65-F5344CB8AC3E}">
        <p14:creationId xmlns:p14="http://schemas.microsoft.com/office/powerpoint/2010/main" val="3945135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B187045-EBEC-0497-18B4-E3A5D988E0CB}"/>
              </a:ext>
            </a:extLst>
          </p:cNvPr>
          <p:cNvSpPr/>
          <p:nvPr/>
        </p:nvSpPr>
        <p:spPr>
          <a:xfrm>
            <a:off x="256050" y="215925"/>
            <a:ext cx="2592288" cy="33843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CBDA1D-2933-6229-331D-D33E37BA33CC}"/>
              </a:ext>
            </a:extLst>
          </p:cNvPr>
          <p:cNvSpPr/>
          <p:nvPr/>
        </p:nvSpPr>
        <p:spPr>
          <a:xfrm>
            <a:off x="480458" y="36832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Faculty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EA9A33-B164-B3E8-AF50-2BE7381752AD}"/>
              </a:ext>
            </a:extLst>
          </p:cNvPr>
          <p:cNvSpPr/>
          <p:nvPr/>
        </p:nvSpPr>
        <p:spPr>
          <a:xfrm>
            <a:off x="480458" y="801150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Department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0BCEAC-065F-ADDB-D768-35AF51BA739E}"/>
              </a:ext>
            </a:extLst>
          </p:cNvPr>
          <p:cNvSpPr/>
          <p:nvPr/>
        </p:nvSpPr>
        <p:spPr>
          <a:xfrm>
            <a:off x="480458" y="1527027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username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3C301C-4F6D-3A1C-C291-A236802D992F}"/>
              </a:ext>
            </a:extLst>
          </p:cNvPr>
          <p:cNvSpPr/>
          <p:nvPr/>
        </p:nvSpPr>
        <p:spPr>
          <a:xfrm>
            <a:off x="480458" y="195638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password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538F96-F421-DCC0-637C-AEAB752C9CCF}"/>
              </a:ext>
            </a:extLst>
          </p:cNvPr>
          <p:cNvSpPr/>
          <p:nvPr/>
        </p:nvSpPr>
        <p:spPr>
          <a:xfrm>
            <a:off x="976130" y="2736205"/>
            <a:ext cx="1152128" cy="26164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400">
                <a:solidFill>
                  <a:sysClr val="windowText" lastClr="000000"/>
                </a:solidFill>
              </a:rPr>
              <a:t>Login</a:t>
            </a:r>
            <a:endParaRPr lang="fa-IR" sz="1400">
              <a:solidFill>
                <a:sysClr val="windowText" lastClr="000000"/>
              </a:solidFill>
            </a:endParaRPr>
          </a:p>
        </p:txBody>
      </p: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AEEFE833-A1D9-A264-0EB2-8ABEC7F7534C}"/>
              </a:ext>
            </a:extLst>
          </p:cNvPr>
          <p:cNvGrpSpPr/>
          <p:nvPr/>
        </p:nvGrpSpPr>
        <p:grpSpPr>
          <a:xfrm>
            <a:off x="3095948" y="143917"/>
            <a:ext cx="4176464" cy="8208912"/>
            <a:chOff x="3311972" y="143917"/>
            <a:chExt cx="4176464" cy="8208912"/>
          </a:xfrm>
        </p:grpSpPr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D0D64165-BCCC-7FC7-98DB-D886F6038F1F}"/>
                </a:ext>
              </a:extLst>
            </p:cNvPr>
            <p:cNvSpPr/>
            <p:nvPr/>
          </p:nvSpPr>
          <p:spPr>
            <a:xfrm>
              <a:off x="3673518" y="1219273"/>
              <a:ext cx="3526886" cy="15169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rgbClr val="FF0000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46E28BE-3468-D8B7-4E0D-29D16095A979}"/>
                </a:ext>
              </a:extLst>
            </p:cNvPr>
            <p:cNvSpPr/>
            <p:nvPr/>
          </p:nvSpPr>
          <p:spPr>
            <a:xfrm>
              <a:off x="3311972" y="143917"/>
              <a:ext cx="4176464" cy="820891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BAD1FDA-75C4-8CDA-3B9D-B43281BCE31B}"/>
                </a:ext>
              </a:extLst>
            </p:cNvPr>
            <p:cNvSpPr/>
            <p:nvPr/>
          </p:nvSpPr>
          <p:spPr>
            <a:xfrm>
              <a:off x="3673518" y="300756"/>
              <a:ext cx="3526886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Department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61350C6-DAD4-A3F9-89CE-FB39BC251CAF}"/>
                </a:ext>
              </a:extLst>
            </p:cNvPr>
            <p:cNvSpPr/>
            <p:nvPr/>
          </p:nvSpPr>
          <p:spPr>
            <a:xfrm>
              <a:off x="3673519" y="575966"/>
              <a:ext cx="1150622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Term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9AE584F-A127-5887-C6E8-930B98326FB0}"/>
                </a:ext>
              </a:extLst>
            </p:cNvPr>
            <p:cNvSpPr/>
            <p:nvPr/>
          </p:nvSpPr>
          <p:spPr>
            <a:xfrm>
              <a:off x="4896147" y="575965"/>
              <a:ext cx="2304257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Entry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578FF53-EB25-62D7-66D9-9F44CABC2178}"/>
                </a:ext>
              </a:extLst>
            </p:cNvPr>
            <p:cNvSpPr/>
            <p:nvPr/>
          </p:nvSpPr>
          <p:spPr>
            <a:xfrm>
              <a:off x="3673518" y="972019"/>
              <a:ext cx="3526886" cy="24583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400">
                  <a:solidFill>
                    <a:schemeClr val="accent1"/>
                  </a:solidFill>
                </a:rPr>
                <a:t>Entry outlook</a:t>
              </a:r>
              <a:endParaRPr lang="fa-IR" sz="1600">
                <a:solidFill>
                  <a:schemeClr val="accent1"/>
                </a:solidFill>
              </a:endParaRP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79D4407-4BC8-8339-CD5D-6B7E51133746}"/>
                </a:ext>
              </a:extLst>
            </p:cNvPr>
            <p:cNvGrpSpPr/>
            <p:nvPr/>
          </p:nvGrpSpPr>
          <p:grpSpPr>
            <a:xfrm>
              <a:off x="4038076" y="1260051"/>
              <a:ext cx="2765528" cy="1404146"/>
              <a:chOff x="4038076" y="1546966"/>
              <a:chExt cx="2765528" cy="1404146"/>
            </a:xfrm>
            <a:solidFill>
              <a:schemeClr val="bg1"/>
            </a:solidFill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3A94717-28FA-7CF5-2F8E-48D61EE5ADAC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6C64082-B34E-75AD-8CBB-8CA2B21B9A27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1C88B89-27B3-2418-3C87-D42D73BC91BF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402A996-056D-CC63-93A8-72AD7D4AF59B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3CFA309-4AEB-BFA3-1820-860DA2A9A21F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8D9C13B8-4D5B-C78B-428F-FB93BC9A4D94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8C5DC7F6-1846-2CAA-0F43-1B25BE6BCB1E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7F66CAF-3C0F-A0D6-E397-2C3697AA35E2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81E1627-DD2B-290D-C697-1CD0D70C0C2E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AAF269EA-98B2-F675-5115-24F928327EEB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AE2BEBA-7073-119A-892E-937E9C024741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8E43A5E-1E95-A8AB-0AC0-EA2F4F6B5C0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B406742-AFDC-4391-D975-D7A9C610D6F1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B8BC9ECA-FDC3-6459-EEBF-9B99BE7F008B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AAD25F08-3562-3685-3595-0E67CDB50680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8FFF9F41-D83D-8D3F-4D44-AB547045A6FB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A634AAA-0B73-9092-2D9A-B6ACDE282A0F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48F2DD3E-368C-B3A9-7AD9-242D73BA45FE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DB79867-A7B9-4629-815E-00D1BE70219D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864DE25-53BA-041C-1F67-B1198DA535F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AF17C908-C5DA-30C5-AEE3-24C7AAA9D4F7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959E59D-AAB0-4599-1CBA-86EB2659E35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A83C9EA-8432-93A4-84EF-F4442C45DF57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65952E3C-178E-5247-1428-B68934CACF19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AB620488-76C3-7511-EB4B-425933F7B263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0798922-31BF-A873-934C-80EE4C7D3650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2C369F50-FEF8-3D6C-F86E-32F76D05DC12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4441092-F324-A205-263A-E0C00FE5061E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ED3F3F46-ECAC-DE82-11FC-16AA55980BFF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02559CE0-3D18-2D79-3D37-1B618F1CF4E0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94C070EF-9562-745A-281A-6473B518AFEB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861F3A4-5E97-2F38-1F43-96CDF7D37B6A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E7A80F8C-EAAE-8D20-77BD-AC827B34DD4B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D6849206-DA9F-EEC7-B39B-E61A2E6BCE04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5CD8BE87-B28F-39D3-46F0-3DC9EF83BE6A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0F8A30ED-8D16-0C37-5D66-C4E17E281024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F388F20-73E3-108D-A782-53384678EFD5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9BA554B9-B0C4-D2A2-4573-9024697D24BC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E88C7E9A-B3CA-665B-1739-B6AB1AB10353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0F00213-947C-7AA7-C2A2-B5FF48958235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38A2CE63-7E79-7BE1-AE43-1F1ECF587894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4DC40D6F-4CB3-2790-CE15-0D6A16739A9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F7EB107F-B3A9-D669-D065-85C27969E98B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A303A8BE-E681-C9CC-7FCA-45147E0C9ACA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107A889-D51A-568F-091E-6C081BE4BC77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48D327EC-6A3A-C636-7A1C-44ADC3D3973C}"/>
                </a:ext>
              </a:extLst>
            </p:cNvPr>
            <p:cNvGrpSpPr/>
            <p:nvPr/>
          </p:nvGrpSpPr>
          <p:grpSpPr>
            <a:xfrm>
              <a:off x="3376751" y="6660651"/>
              <a:ext cx="4032448" cy="1404146"/>
              <a:chOff x="4038076" y="1546966"/>
              <a:chExt cx="2765528" cy="1404146"/>
            </a:xfrm>
          </p:grpSpPr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B303FE9E-9027-C03C-E434-EEF8B6052C67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39165401-0E15-32CC-EF1D-E6D7059CC78E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90BB7021-0632-C589-477A-7F9E37EC24DA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50CAF0DA-ADFD-4110-7E09-FC3ED2B095F7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09CC553E-56EC-CFEA-7206-65CB04A0092A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DC6C5E64-E34E-316B-B03D-5E8632E277B9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6624D313-173F-1A4C-B017-52143981B6EC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8F0E05F9-CD78-C072-F31D-53C3E72D2353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63396711-772B-9050-9CAD-E0C86EE2DF49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1593D34A-5FC6-A9DE-FA9D-F7F7DC6F4D65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5AEB5944-1F1B-0A2B-693C-742ADEA881BE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9C77871E-8FDC-200C-8D63-C42794DB20D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309FFC07-84F8-F6EC-4022-CD849F2C69E5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A6153A4A-1970-64CA-A5D6-D96C0D097A40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3A99B46B-D66C-28E1-F789-1CAA47BC034A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93B14E22-41C0-1F90-854A-FBD5B9D55571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7F3D8DC7-4DB2-684C-882F-3D67BFDC14E3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A7278608-D57B-4787-6C01-8376BC50FBA7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016E31DF-82B9-F687-ACF3-C82A55F80D45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96A56445-CFB2-0423-2161-4CE4A62D9A3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7838C3FA-6A7C-2D9B-191D-9C51D5AAC425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8EBB6E31-A850-D4D7-719A-AE295DFE64D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ECC09CA0-CD1B-D88C-A136-3C4B8836323A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4921E1AF-DA37-15B4-CA38-4BFCD493C9D6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764A4AD5-C7CF-EF85-AE8A-332A58E67B96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1FB52FB7-0C9F-EBCE-99D5-EE29841BBE94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9BE8DF21-12D7-8761-807F-37384588E733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845D4855-AE49-9B9E-2F8B-71130E99D0C1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C2CAC38D-8761-ABE3-CA05-C78063E1B2D2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56813121-BC6A-206D-C9FC-2B9390393C09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2B70ADAC-021E-0618-C638-CE71581EF392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D1C63592-22BD-A1BA-6FFA-005DA4DABA86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1CD60E36-5B6E-62EA-9018-2AAF03EC04CC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DE0292BA-CF31-29E1-60E5-98980F959C50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9DDA9EFC-8A66-7FD6-1F83-B8E41556D1F4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1" name="Rectangle 210">
                <a:extLst>
                  <a:ext uri="{FF2B5EF4-FFF2-40B4-BE49-F238E27FC236}">
                    <a16:creationId xmlns:a16="http://schemas.microsoft.com/office/drawing/2014/main" id="{B6322397-16A9-2FB7-2EDD-A07BE137698B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97421F94-5F2F-D057-5FFB-6EA571EC24D8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6E11784D-A4F2-CB40-E2BF-2D5409F02C1D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A671DB06-9932-D26A-76FF-7C95EB6AD42E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398D1A23-6205-5D7F-F939-728547D30A44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6" name="Rectangle 215">
                <a:extLst>
                  <a:ext uri="{FF2B5EF4-FFF2-40B4-BE49-F238E27FC236}">
                    <a16:creationId xmlns:a16="http://schemas.microsoft.com/office/drawing/2014/main" id="{A4376710-789A-9250-3D94-04BB4F551170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7" name="Rectangle 216">
                <a:extLst>
                  <a:ext uri="{FF2B5EF4-FFF2-40B4-BE49-F238E27FC236}">
                    <a16:creationId xmlns:a16="http://schemas.microsoft.com/office/drawing/2014/main" id="{76A0653C-5074-3638-74B3-045B61E660F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8" name="Rectangle 217">
                <a:extLst>
                  <a:ext uri="{FF2B5EF4-FFF2-40B4-BE49-F238E27FC236}">
                    <a16:creationId xmlns:a16="http://schemas.microsoft.com/office/drawing/2014/main" id="{345631C0-E99A-8E47-0317-E06D9E744103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9" name="Rectangle 218">
                <a:extLst>
                  <a:ext uri="{FF2B5EF4-FFF2-40B4-BE49-F238E27FC236}">
                    <a16:creationId xmlns:a16="http://schemas.microsoft.com/office/drawing/2014/main" id="{DC6A255A-3571-8917-C621-737244018D87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245E04CC-5421-9F0F-3D24-BCD8E273040F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246" name="Group 245">
              <a:extLst>
                <a:ext uri="{FF2B5EF4-FFF2-40B4-BE49-F238E27FC236}">
                  <a16:creationId xmlns:a16="http://schemas.microsoft.com/office/drawing/2014/main" id="{04BE7016-A63C-3003-BC5E-F35B9020BC2C}"/>
                </a:ext>
              </a:extLst>
            </p:cNvPr>
            <p:cNvGrpSpPr/>
            <p:nvPr/>
          </p:nvGrpSpPr>
          <p:grpSpPr>
            <a:xfrm>
              <a:off x="3380311" y="2952229"/>
              <a:ext cx="4036117" cy="3384376"/>
              <a:chOff x="3380311" y="3096245"/>
              <a:chExt cx="4036117" cy="3384376"/>
            </a:xfrm>
          </p:grpSpPr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75FC6984-6D96-0252-4E2F-671E8F0FD839}"/>
                  </a:ext>
                </a:extLst>
              </p:cNvPr>
              <p:cNvSpPr/>
              <p:nvPr/>
            </p:nvSpPr>
            <p:spPr>
              <a:xfrm>
                <a:off x="5537660" y="3096570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استاد</a:t>
                </a: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9995FBA2-285E-CD76-1526-B579DF5E00E0}"/>
                  </a:ext>
                </a:extLst>
              </p:cNvPr>
              <p:cNvSpPr/>
              <p:nvPr/>
            </p:nvSpPr>
            <p:spPr>
              <a:xfrm>
                <a:off x="6560633" y="3096245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درس</a:t>
                </a:r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D98CF484-F348-2B43-43E8-2DB97F7E4470}"/>
                  </a:ext>
                </a:extLst>
              </p:cNvPr>
              <p:cNvSpPr/>
              <p:nvPr/>
            </p:nvSpPr>
            <p:spPr>
              <a:xfrm>
                <a:off x="5537660" y="3385817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F31FD909-558C-5143-4E25-BE46B70DE0C5}"/>
                  </a:ext>
                </a:extLst>
              </p:cNvPr>
              <p:cNvSpPr/>
              <p:nvPr/>
            </p:nvSpPr>
            <p:spPr>
              <a:xfrm>
                <a:off x="6560633" y="3385492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61ABD929-5DF4-842D-04B7-45B52E795270}"/>
                  </a:ext>
                </a:extLst>
              </p:cNvPr>
              <p:cNvSpPr/>
              <p:nvPr/>
            </p:nvSpPr>
            <p:spPr>
              <a:xfrm>
                <a:off x="5537660" y="3671115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940F697-99A9-7A28-F733-4EB570CC5137}"/>
                  </a:ext>
                </a:extLst>
              </p:cNvPr>
              <p:cNvSpPr/>
              <p:nvPr/>
            </p:nvSpPr>
            <p:spPr>
              <a:xfrm>
                <a:off x="6560633" y="3670790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3B0DF94C-7E3D-C7AB-3F62-53074E8C8225}"/>
                  </a:ext>
                </a:extLst>
              </p:cNvPr>
              <p:cNvSpPr/>
              <p:nvPr/>
            </p:nvSpPr>
            <p:spPr>
              <a:xfrm>
                <a:off x="5537660" y="3960156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070F328A-8DE4-94FF-B524-4EBC1F3F325D}"/>
                  </a:ext>
                </a:extLst>
              </p:cNvPr>
              <p:cNvSpPr/>
              <p:nvPr/>
            </p:nvSpPr>
            <p:spPr>
              <a:xfrm>
                <a:off x="6560633" y="3959831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0B442A3D-4069-C92F-E42E-17543C846634}"/>
                  </a:ext>
                </a:extLst>
              </p:cNvPr>
              <p:cNvSpPr/>
              <p:nvPr/>
            </p:nvSpPr>
            <p:spPr>
              <a:xfrm>
                <a:off x="5537660" y="42431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DF7E2F-17F2-95EC-2671-6888F54F6DD1}"/>
                  </a:ext>
                </a:extLst>
              </p:cNvPr>
              <p:cNvSpPr/>
              <p:nvPr/>
            </p:nvSpPr>
            <p:spPr>
              <a:xfrm>
                <a:off x="6560633" y="42428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4DCD6A37-5D08-920D-64B9-22A24965238B}"/>
                  </a:ext>
                </a:extLst>
              </p:cNvPr>
              <p:cNvSpPr/>
              <p:nvPr/>
            </p:nvSpPr>
            <p:spPr>
              <a:xfrm>
                <a:off x="4552708" y="3096245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کارشناس</a:t>
                </a: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ED7D4330-0107-2C11-A6BC-AE21830E21EB}"/>
                  </a:ext>
                </a:extLst>
              </p:cNvPr>
              <p:cNvSpPr/>
              <p:nvPr/>
            </p:nvSpPr>
            <p:spPr>
              <a:xfrm>
                <a:off x="4552708" y="3385492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D8B001F1-3C8E-8AE5-6E3A-BFBA816CDB6B}"/>
                  </a:ext>
                </a:extLst>
              </p:cNvPr>
              <p:cNvSpPr/>
              <p:nvPr/>
            </p:nvSpPr>
            <p:spPr>
              <a:xfrm>
                <a:off x="4552708" y="3670790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84CF0919-7B05-5ECA-271D-8ECD39E0DEC8}"/>
                  </a:ext>
                </a:extLst>
              </p:cNvPr>
              <p:cNvSpPr/>
              <p:nvPr/>
            </p:nvSpPr>
            <p:spPr>
              <a:xfrm>
                <a:off x="4552708" y="3959831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7F4CB218-5B22-8564-A792-992321BC7FEE}"/>
                  </a:ext>
                </a:extLst>
              </p:cNvPr>
              <p:cNvSpPr/>
              <p:nvPr/>
            </p:nvSpPr>
            <p:spPr>
              <a:xfrm>
                <a:off x="4552708" y="42428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63407ADC-3094-C574-FEBA-4E0EB80CCE6C}"/>
                  </a:ext>
                </a:extLst>
              </p:cNvPr>
              <p:cNvSpPr/>
              <p:nvPr/>
            </p:nvSpPr>
            <p:spPr>
              <a:xfrm>
                <a:off x="3968344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ک1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2AFB613A-1EE6-9BE2-8274-E9FC472E6349}"/>
                  </a:ext>
                </a:extLst>
              </p:cNvPr>
              <p:cNvSpPr/>
              <p:nvPr/>
            </p:nvSpPr>
            <p:spPr>
              <a:xfrm>
                <a:off x="3968344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04C2B216-4215-B9D7-A489-80A580F9C998}"/>
                  </a:ext>
                </a:extLst>
              </p:cNvPr>
              <p:cNvSpPr/>
              <p:nvPr/>
            </p:nvSpPr>
            <p:spPr>
              <a:xfrm>
                <a:off x="3968344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EA174C03-9B0B-C3F4-E362-A5DD10945C7A}"/>
                  </a:ext>
                </a:extLst>
              </p:cNvPr>
              <p:cNvSpPr/>
              <p:nvPr/>
            </p:nvSpPr>
            <p:spPr>
              <a:xfrm>
                <a:off x="3968344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28299B81-B8BE-622D-0429-9D3112D584A9}"/>
                  </a:ext>
                </a:extLst>
              </p:cNvPr>
              <p:cNvSpPr/>
              <p:nvPr/>
            </p:nvSpPr>
            <p:spPr>
              <a:xfrm>
                <a:off x="3968344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070706D6-7385-085D-3563-9C87A8AAF084}"/>
                  </a:ext>
                </a:extLst>
              </p:cNvPr>
              <p:cNvSpPr/>
              <p:nvPr/>
            </p:nvSpPr>
            <p:spPr>
              <a:xfrm>
                <a:off x="3383980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ک2</a:t>
                </a: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D150C203-EB17-E078-B250-E91C64D7AE5B}"/>
                  </a:ext>
                </a:extLst>
              </p:cNvPr>
              <p:cNvSpPr/>
              <p:nvPr/>
            </p:nvSpPr>
            <p:spPr>
              <a:xfrm>
                <a:off x="3383980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7F8D662C-3498-9AFE-52BA-C92ED757BBD3}"/>
                  </a:ext>
                </a:extLst>
              </p:cNvPr>
              <p:cNvSpPr/>
              <p:nvPr/>
            </p:nvSpPr>
            <p:spPr>
              <a:xfrm>
                <a:off x="3383980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AB05A8E6-1E8D-0012-8B3A-4654BDFA7AAB}"/>
                  </a:ext>
                </a:extLst>
              </p:cNvPr>
              <p:cNvSpPr/>
              <p:nvPr/>
            </p:nvSpPr>
            <p:spPr>
              <a:xfrm>
                <a:off x="3383980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797C24B-86F6-7F0D-404E-A40E202A78DC}"/>
                  </a:ext>
                </a:extLst>
              </p:cNvPr>
              <p:cNvSpPr/>
              <p:nvPr/>
            </p:nvSpPr>
            <p:spPr>
              <a:xfrm>
                <a:off x="3383980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0BB10334-E7FC-A387-983B-E3090BCA344F}"/>
                  </a:ext>
                </a:extLst>
              </p:cNvPr>
              <p:cNvSpPr/>
              <p:nvPr/>
            </p:nvSpPr>
            <p:spPr>
              <a:xfrm>
                <a:off x="5537660" y="45142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F95E26A9-80A2-7E10-BB68-714EE13F5D4C}"/>
                  </a:ext>
                </a:extLst>
              </p:cNvPr>
              <p:cNvSpPr/>
              <p:nvPr/>
            </p:nvSpPr>
            <p:spPr>
              <a:xfrm>
                <a:off x="6560633" y="45139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D856EEFD-AEA3-5EF4-9F12-CDC12BBD5F40}"/>
                  </a:ext>
                </a:extLst>
              </p:cNvPr>
              <p:cNvSpPr/>
              <p:nvPr/>
            </p:nvSpPr>
            <p:spPr>
              <a:xfrm>
                <a:off x="5537660" y="479728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F9BD1F6A-4082-7A52-8ED5-53D5510DD913}"/>
                  </a:ext>
                </a:extLst>
              </p:cNvPr>
              <p:cNvSpPr/>
              <p:nvPr/>
            </p:nvSpPr>
            <p:spPr>
              <a:xfrm>
                <a:off x="6560633" y="479696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55708CFC-9C11-980F-C3FF-C4662B9EB319}"/>
                  </a:ext>
                </a:extLst>
              </p:cNvPr>
              <p:cNvSpPr/>
              <p:nvPr/>
            </p:nvSpPr>
            <p:spPr>
              <a:xfrm>
                <a:off x="4552708" y="45139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FF9B25BB-4BBE-9FDF-4047-7D665605087A}"/>
                  </a:ext>
                </a:extLst>
              </p:cNvPr>
              <p:cNvSpPr/>
              <p:nvPr/>
            </p:nvSpPr>
            <p:spPr>
              <a:xfrm>
                <a:off x="4552708" y="479696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510DF4A0-3C62-E19B-D9C4-1C86849969F5}"/>
                  </a:ext>
                </a:extLst>
              </p:cNvPr>
              <p:cNvSpPr/>
              <p:nvPr/>
            </p:nvSpPr>
            <p:spPr>
              <a:xfrm>
                <a:off x="3968344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80940EC3-FB6D-3D8B-BCF5-5DBB9E7E3920}"/>
                  </a:ext>
                </a:extLst>
              </p:cNvPr>
              <p:cNvSpPr/>
              <p:nvPr/>
            </p:nvSpPr>
            <p:spPr>
              <a:xfrm>
                <a:off x="3968344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FE69A038-3179-2605-7F27-5C156A9BC51C}"/>
                  </a:ext>
                </a:extLst>
              </p:cNvPr>
              <p:cNvSpPr/>
              <p:nvPr/>
            </p:nvSpPr>
            <p:spPr>
              <a:xfrm>
                <a:off x="3383980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24E21455-186A-199F-2984-CB8675AC0C57}"/>
                  </a:ext>
                </a:extLst>
              </p:cNvPr>
              <p:cNvSpPr/>
              <p:nvPr/>
            </p:nvSpPr>
            <p:spPr>
              <a:xfrm>
                <a:off x="3383980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1" name="Rectangle 220">
                <a:extLst>
                  <a:ext uri="{FF2B5EF4-FFF2-40B4-BE49-F238E27FC236}">
                    <a16:creationId xmlns:a16="http://schemas.microsoft.com/office/drawing/2014/main" id="{96CAD645-40B8-9D77-61A6-0EE9C8624504}"/>
                  </a:ext>
                </a:extLst>
              </p:cNvPr>
              <p:cNvSpPr/>
              <p:nvPr/>
            </p:nvSpPr>
            <p:spPr>
              <a:xfrm>
                <a:off x="5533991" y="508811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2" name="Rectangle 221">
                <a:extLst>
                  <a:ext uri="{FF2B5EF4-FFF2-40B4-BE49-F238E27FC236}">
                    <a16:creationId xmlns:a16="http://schemas.microsoft.com/office/drawing/2014/main" id="{9A525169-7E14-3BD5-8295-D7FB4C910D32}"/>
                  </a:ext>
                </a:extLst>
              </p:cNvPr>
              <p:cNvSpPr/>
              <p:nvPr/>
            </p:nvSpPr>
            <p:spPr>
              <a:xfrm>
                <a:off x="6556964" y="508778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4766BFB4-0493-DFE0-0117-16E17E518FCF}"/>
                  </a:ext>
                </a:extLst>
              </p:cNvPr>
              <p:cNvSpPr/>
              <p:nvPr/>
            </p:nvSpPr>
            <p:spPr>
              <a:xfrm>
                <a:off x="5533991" y="5371129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8FF1C5A4-E7F2-04D7-F053-4D17A3B03EF2}"/>
                  </a:ext>
                </a:extLst>
              </p:cNvPr>
              <p:cNvSpPr/>
              <p:nvPr/>
            </p:nvSpPr>
            <p:spPr>
              <a:xfrm>
                <a:off x="6556964" y="5370804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3DA92EB9-AF07-F590-E206-E358BF3EA036}"/>
                  </a:ext>
                </a:extLst>
              </p:cNvPr>
              <p:cNvSpPr/>
              <p:nvPr/>
            </p:nvSpPr>
            <p:spPr>
              <a:xfrm>
                <a:off x="4549039" y="508778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CA0E97BF-E2D7-2EF1-00EA-8C0D91E2EA78}"/>
                  </a:ext>
                </a:extLst>
              </p:cNvPr>
              <p:cNvSpPr/>
              <p:nvPr/>
            </p:nvSpPr>
            <p:spPr>
              <a:xfrm>
                <a:off x="4549039" y="5370804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7" name="Rectangle 226">
                <a:extLst>
                  <a:ext uri="{FF2B5EF4-FFF2-40B4-BE49-F238E27FC236}">
                    <a16:creationId xmlns:a16="http://schemas.microsoft.com/office/drawing/2014/main" id="{ABA75C4A-A3B6-1A75-2298-0B13D802B99F}"/>
                  </a:ext>
                </a:extLst>
              </p:cNvPr>
              <p:cNvSpPr/>
              <p:nvPr/>
            </p:nvSpPr>
            <p:spPr>
              <a:xfrm>
                <a:off x="3964675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8" name="Rectangle 227">
                <a:extLst>
                  <a:ext uri="{FF2B5EF4-FFF2-40B4-BE49-F238E27FC236}">
                    <a16:creationId xmlns:a16="http://schemas.microsoft.com/office/drawing/2014/main" id="{04116680-5483-6245-9415-3B38C18C4A4B}"/>
                  </a:ext>
                </a:extLst>
              </p:cNvPr>
              <p:cNvSpPr/>
              <p:nvPr/>
            </p:nvSpPr>
            <p:spPr>
              <a:xfrm>
                <a:off x="3964675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893FECAD-88A7-D414-4E7A-0F5AE36F5B1B}"/>
                  </a:ext>
                </a:extLst>
              </p:cNvPr>
              <p:cNvSpPr/>
              <p:nvPr/>
            </p:nvSpPr>
            <p:spPr>
              <a:xfrm>
                <a:off x="3380311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0" name="Rectangle 229">
                <a:extLst>
                  <a:ext uri="{FF2B5EF4-FFF2-40B4-BE49-F238E27FC236}">
                    <a16:creationId xmlns:a16="http://schemas.microsoft.com/office/drawing/2014/main" id="{74ABBA68-9B72-7B93-4FCB-11A284D68FEB}"/>
                  </a:ext>
                </a:extLst>
              </p:cNvPr>
              <p:cNvSpPr/>
              <p:nvPr/>
            </p:nvSpPr>
            <p:spPr>
              <a:xfrm>
                <a:off x="3380311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1E06DA23-B62E-2384-19A0-6A15A23017EC}"/>
                  </a:ext>
                </a:extLst>
              </p:cNvPr>
              <p:cNvSpPr/>
              <p:nvPr/>
            </p:nvSpPr>
            <p:spPr>
              <a:xfrm>
                <a:off x="5537660" y="566094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45E90112-2679-5BCE-D7AC-123AB51D6964}"/>
                  </a:ext>
                </a:extLst>
              </p:cNvPr>
              <p:cNvSpPr/>
              <p:nvPr/>
            </p:nvSpPr>
            <p:spPr>
              <a:xfrm>
                <a:off x="6560633" y="566061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50B03CF7-AF7D-16B3-D165-02491293F01C}"/>
                  </a:ext>
                </a:extLst>
              </p:cNvPr>
              <p:cNvSpPr/>
              <p:nvPr/>
            </p:nvSpPr>
            <p:spPr>
              <a:xfrm>
                <a:off x="4552708" y="566061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E4A68354-B3D5-7C01-FA7C-5F900054DA62}"/>
                  </a:ext>
                </a:extLst>
              </p:cNvPr>
              <p:cNvSpPr/>
              <p:nvPr/>
            </p:nvSpPr>
            <p:spPr>
              <a:xfrm>
                <a:off x="3968344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5" name="Rectangle 234">
                <a:extLst>
                  <a:ext uri="{FF2B5EF4-FFF2-40B4-BE49-F238E27FC236}">
                    <a16:creationId xmlns:a16="http://schemas.microsoft.com/office/drawing/2014/main" id="{2D544A4F-9711-2A7D-CF44-55F65DC55840}"/>
                  </a:ext>
                </a:extLst>
              </p:cNvPr>
              <p:cNvSpPr/>
              <p:nvPr/>
            </p:nvSpPr>
            <p:spPr>
              <a:xfrm>
                <a:off x="3383980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24620DAD-CC44-D3FA-BCB7-30CB0BBEF1C6}"/>
                  </a:ext>
                </a:extLst>
              </p:cNvPr>
              <p:cNvSpPr/>
              <p:nvPr/>
            </p:nvSpPr>
            <p:spPr>
              <a:xfrm>
                <a:off x="5533991" y="595176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7" name="Rectangle 236">
                <a:extLst>
                  <a:ext uri="{FF2B5EF4-FFF2-40B4-BE49-F238E27FC236}">
                    <a16:creationId xmlns:a16="http://schemas.microsoft.com/office/drawing/2014/main" id="{DE56E41E-FFA1-D8AE-1A93-0622AD282D03}"/>
                  </a:ext>
                </a:extLst>
              </p:cNvPr>
              <p:cNvSpPr/>
              <p:nvPr/>
            </p:nvSpPr>
            <p:spPr>
              <a:xfrm>
                <a:off x="6556964" y="595144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8" name="Rectangle 237">
                <a:extLst>
                  <a:ext uri="{FF2B5EF4-FFF2-40B4-BE49-F238E27FC236}">
                    <a16:creationId xmlns:a16="http://schemas.microsoft.com/office/drawing/2014/main" id="{4BDF3F94-6733-2747-2E7C-139C5E13C884}"/>
                  </a:ext>
                </a:extLst>
              </p:cNvPr>
              <p:cNvSpPr/>
              <p:nvPr/>
            </p:nvSpPr>
            <p:spPr>
              <a:xfrm>
                <a:off x="5533991" y="6234784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9" name="Rectangle 238">
                <a:extLst>
                  <a:ext uri="{FF2B5EF4-FFF2-40B4-BE49-F238E27FC236}">
                    <a16:creationId xmlns:a16="http://schemas.microsoft.com/office/drawing/2014/main" id="{AF69C374-D6C5-26C6-440C-4E94EE4EFD22}"/>
                  </a:ext>
                </a:extLst>
              </p:cNvPr>
              <p:cNvSpPr/>
              <p:nvPr/>
            </p:nvSpPr>
            <p:spPr>
              <a:xfrm>
                <a:off x="6556964" y="6234459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7719175A-3271-E807-3FAD-A6EF5EADA2C7}"/>
                  </a:ext>
                </a:extLst>
              </p:cNvPr>
              <p:cNvSpPr/>
              <p:nvPr/>
            </p:nvSpPr>
            <p:spPr>
              <a:xfrm>
                <a:off x="4549039" y="595144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1" name="Rectangle 240">
                <a:extLst>
                  <a:ext uri="{FF2B5EF4-FFF2-40B4-BE49-F238E27FC236}">
                    <a16:creationId xmlns:a16="http://schemas.microsoft.com/office/drawing/2014/main" id="{D15B29C4-9BFA-DE24-1EC6-B439676A2DA5}"/>
                  </a:ext>
                </a:extLst>
              </p:cNvPr>
              <p:cNvSpPr/>
              <p:nvPr/>
            </p:nvSpPr>
            <p:spPr>
              <a:xfrm>
                <a:off x="4549039" y="6234459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2" name="Rectangle 241">
                <a:extLst>
                  <a:ext uri="{FF2B5EF4-FFF2-40B4-BE49-F238E27FC236}">
                    <a16:creationId xmlns:a16="http://schemas.microsoft.com/office/drawing/2014/main" id="{6B7C94AD-232A-49F9-5EB4-16EA522ED1FA}"/>
                  </a:ext>
                </a:extLst>
              </p:cNvPr>
              <p:cNvSpPr/>
              <p:nvPr/>
            </p:nvSpPr>
            <p:spPr>
              <a:xfrm>
                <a:off x="3964675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3" name="Rectangle 242">
                <a:extLst>
                  <a:ext uri="{FF2B5EF4-FFF2-40B4-BE49-F238E27FC236}">
                    <a16:creationId xmlns:a16="http://schemas.microsoft.com/office/drawing/2014/main" id="{70CEC693-8B48-EA8E-231E-7463AF9F70DD}"/>
                  </a:ext>
                </a:extLst>
              </p:cNvPr>
              <p:cNvSpPr/>
              <p:nvPr/>
            </p:nvSpPr>
            <p:spPr>
              <a:xfrm>
                <a:off x="3964675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4" name="Rectangle 243">
                <a:extLst>
                  <a:ext uri="{FF2B5EF4-FFF2-40B4-BE49-F238E27FC236}">
                    <a16:creationId xmlns:a16="http://schemas.microsoft.com/office/drawing/2014/main" id="{AFD41FA6-72B0-7909-1B63-F07B54166486}"/>
                  </a:ext>
                </a:extLst>
              </p:cNvPr>
              <p:cNvSpPr/>
              <p:nvPr/>
            </p:nvSpPr>
            <p:spPr>
              <a:xfrm>
                <a:off x="3380311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5" name="Rectangle 244">
                <a:extLst>
                  <a:ext uri="{FF2B5EF4-FFF2-40B4-BE49-F238E27FC236}">
                    <a16:creationId xmlns:a16="http://schemas.microsoft.com/office/drawing/2014/main" id="{3F56C790-7DA9-29BC-F96D-DF33FA0342EF}"/>
                  </a:ext>
                </a:extLst>
              </p:cNvPr>
              <p:cNvSpPr/>
              <p:nvPr/>
            </p:nvSpPr>
            <p:spPr>
              <a:xfrm>
                <a:off x="3380311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p:grpSp>
        <p:sp>
          <p:nvSpPr>
            <p:cNvPr id="247" name="Isosceles Triangle 246">
              <a:extLst>
                <a:ext uri="{FF2B5EF4-FFF2-40B4-BE49-F238E27FC236}">
                  <a16:creationId xmlns:a16="http://schemas.microsoft.com/office/drawing/2014/main" id="{C4A46EBE-4743-0A85-E243-793C70A689CA}"/>
                </a:ext>
              </a:extLst>
            </p:cNvPr>
            <p:cNvSpPr/>
            <p:nvPr/>
          </p:nvSpPr>
          <p:spPr>
            <a:xfrm rot="10800000">
              <a:off x="6912372" y="337801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8" name="Isosceles Triangle 247">
              <a:extLst>
                <a:ext uri="{FF2B5EF4-FFF2-40B4-BE49-F238E27FC236}">
                  <a16:creationId xmlns:a16="http://schemas.microsoft.com/office/drawing/2014/main" id="{E35B1F6C-AACF-1847-90D2-BD856DED2A31}"/>
                </a:ext>
              </a:extLst>
            </p:cNvPr>
            <p:cNvSpPr/>
            <p:nvPr/>
          </p:nvSpPr>
          <p:spPr>
            <a:xfrm rot="10800000">
              <a:off x="6942279" y="617678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9" name="Isosceles Triangle 248">
              <a:extLst>
                <a:ext uri="{FF2B5EF4-FFF2-40B4-BE49-F238E27FC236}">
                  <a16:creationId xmlns:a16="http://schemas.microsoft.com/office/drawing/2014/main" id="{AF6316A2-447E-CCC2-9E06-E3537AFA2174}"/>
                </a:ext>
              </a:extLst>
            </p:cNvPr>
            <p:cNvSpPr/>
            <p:nvPr/>
          </p:nvSpPr>
          <p:spPr>
            <a:xfrm rot="10800000">
              <a:off x="4552661" y="623665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4FF6A9CC-E243-24A9-08F6-87E5889950F8}"/>
                </a:ext>
              </a:extLst>
            </p:cNvPr>
            <p:cNvSpPr/>
            <p:nvPr/>
          </p:nvSpPr>
          <p:spPr>
            <a:xfrm>
              <a:off x="3385486" y="6444627"/>
              <a:ext cx="4030942" cy="144016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200">
                  <a:solidFill>
                    <a:schemeClr val="accent6">
                      <a:lumMod val="75000"/>
                    </a:schemeClr>
                  </a:solidFill>
                </a:rPr>
                <a:t>Weekly</a:t>
              </a:r>
              <a:endParaRPr lang="fa-IR" sz="140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sp>
        <p:nvSpPr>
          <p:cNvPr id="252" name="Isosceles Triangle 251">
            <a:extLst>
              <a:ext uri="{FF2B5EF4-FFF2-40B4-BE49-F238E27FC236}">
                <a16:creationId xmlns:a16="http://schemas.microsoft.com/office/drawing/2014/main" id="{1F63CF5A-00A4-860E-7149-15443BFA5FC6}"/>
              </a:ext>
            </a:extLst>
          </p:cNvPr>
          <p:cNvSpPr/>
          <p:nvPr/>
        </p:nvSpPr>
        <p:spPr>
          <a:xfrm rot="10800000">
            <a:off x="2392715" y="458280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53" name="Isosceles Triangle 252">
            <a:extLst>
              <a:ext uri="{FF2B5EF4-FFF2-40B4-BE49-F238E27FC236}">
                <a16:creationId xmlns:a16="http://schemas.microsoft.com/office/drawing/2014/main" id="{80914446-B444-5BB1-5726-5D32F138036D}"/>
              </a:ext>
            </a:extLst>
          </p:cNvPr>
          <p:cNvSpPr/>
          <p:nvPr/>
        </p:nvSpPr>
        <p:spPr>
          <a:xfrm rot="10800000">
            <a:off x="2392714" y="918373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24689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bg1"/>
        </a:solidFill>
        <a:ln w="28575">
          <a:solidFill>
            <a:schemeClr val="tx1"/>
          </a:solidFill>
          <a:prstDash val="solid"/>
        </a:ln>
        <a:effectLst/>
      </a:spPr>
      <a:bodyPr rtlCol="1" anchor="ctr"/>
      <a:lstStyle>
        <a:defPPr algn="r" rtl="1">
          <a:defRPr sz="4400" b="1" smtClean="0">
            <a:solidFill>
              <a:schemeClr val="bg1"/>
            </a:solidFill>
            <a:highlight>
              <a:srgbClr val="800080"/>
            </a:highlight>
            <a:latin typeface="Segoe UI" panose="020B0502040204020203" pitchFamily="34" charset="0"/>
            <a:cs typeface="Segoe UI" panose="020B0502040204020203" pitchFamily="34" charset="0"/>
          </a:defRPr>
        </a:defPPr>
      </a:lstStyle>
      <a:style>
        <a:lnRef idx="0">
          <a:schemeClr val="accent4"/>
        </a:lnRef>
        <a:fillRef idx="3">
          <a:schemeClr val="accent4"/>
        </a:fillRef>
        <a:effectRef idx="3">
          <a:schemeClr val="accent4"/>
        </a:effectRef>
        <a:fontRef idx="minor">
          <a:schemeClr val="lt1"/>
        </a:fontRef>
      </a:style>
    </a:spDef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3019</TotalTime>
  <Words>423</Words>
  <Application>Microsoft Office PowerPoint</Application>
  <PresentationFormat>Custom</PresentationFormat>
  <Paragraphs>264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Consolas</vt:lpstr>
      <vt:lpstr>Segoe UI</vt:lpstr>
      <vt:lpstr>Tahoma</vt:lpstr>
      <vt:lpstr>Blank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512</cp:revision>
  <cp:lastPrinted>2026-01-01T08:26:55Z</cp:lastPrinted>
  <dcterms:modified xsi:type="dcterms:W3CDTF">2026-06-07T10:05:28Z</dcterms:modified>
</cp:coreProperties>
</file>