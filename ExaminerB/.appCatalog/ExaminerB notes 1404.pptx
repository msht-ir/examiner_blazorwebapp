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30" d="100"/>
          <a:sy n="130" d="100"/>
        </p:scale>
        <p:origin x="-60" y="-370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737837" y="7800331"/>
            <a:ext cx="2306092" cy="32668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1:U, 2:SP, 3:S, 4:G, 5:C, 6:E, 7:SN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3172878" y="7800331"/>
            <a:ext cx="2891549" cy="35561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71697" y="7182323"/>
            <a:ext cx="1372612" cy="56399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UserType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1:Teacher 2:Student 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2945</TotalTime>
  <Words>387</Words>
  <Application>Microsoft Office PowerPoint</Application>
  <PresentationFormat>Custom</PresentationFormat>
  <Paragraphs>248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498</cp:revision>
  <cp:lastPrinted>2026-01-01T08:26:55Z</cp:lastPrinted>
  <dcterms:modified xsi:type="dcterms:W3CDTF">2026-04-22T20:20:44Z</dcterms:modified>
</cp:coreProperties>
</file>