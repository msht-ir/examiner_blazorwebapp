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90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02/11/1447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269364"/>
            <a:ext cx="997025" cy="88358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595546" y="7759508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3164545" y="7770744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71698" y="7182323"/>
            <a:ext cx="1152128" cy="35561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2740</TotalTime>
  <Words>379</Words>
  <Application>Microsoft Office PowerPoint</Application>
  <PresentationFormat>Custom</PresentationFormat>
  <Paragraphs>245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494</cp:revision>
  <cp:lastPrinted>2026-01-01T08:26:55Z</cp:lastPrinted>
  <dcterms:modified xsi:type="dcterms:W3CDTF">2026-04-18T10:56:26Z</dcterms:modified>
</cp:coreProperties>
</file>