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62" r:id="rId2"/>
    <p:sldId id="267" r:id="rId3"/>
    <p:sldId id="268" r:id="rId4"/>
    <p:sldId id="266" r:id="rId5"/>
    <p:sldId id="264" r:id="rId6"/>
  </p:sldIdLst>
  <p:sldSz cx="9906000" cy="6858000" type="A4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2613" userDrawn="1">
          <p15:clr>
            <a:srgbClr val="A4A3A4"/>
          </p15:clr>
        </p15:guide>
        <p15:guide id="2" pos="283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49" autoAdjust="0"/>
    <p:restoredTop sz="96238" autoAdjust="0"/>
  </p:normalViewPr>
  <p:slideViewPr>
    <p:cSldViewPr>
      <p:cViewPr varScale="1">
        <p:scale>
          <a:sx n="107" d="100"/>
          <a:sy n="107" d="100"/>
        </p:scale>
        <p:origin x="3564" y="102"/>
      </p:cViewPr>
      <p:guideLst>
        <p:guide orient="horz" pos="2613"/>
        <p:guide pos="28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238290" y="1122496"/>
            <a:ext cx="7429742" cy="2387886"/>
          </a:xfrm>
        </p:spPr>
        <p:txBody>
          <a:bodyPr anchor="b"/>
          <a:lstStyle>
            <a:lvl1pPr algn="ctr"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238290" y="3602469"/>
            <a:ext cx="7429742" cy="1655961"/>
          </a:xfrm>
        </p:spPr>
        <p:txBody>
          <a:bodyPr/>
          <a:lstStyle>
            <a:lvl1pPr marL="0" indent="0" algn="ctr">
              <a:buNone/>
              <a:defRPr sz="358"/>
            </a:lvl1pPr>
            <a:lvl2pPr marL="68141" indent="0" algn="ctr">
              <a:buNone/>
              <a:defRPr sz="298"/>
            </a:lvl2pPr>
            <a:lvl3pPr marL="136283" indent="0" algn="ctr">
              <a:buNone/>
              <a:defRPr sz="268"/>
            </a:lvl3pPr>
            <a:lvl4pPr marL="204424" indent="0" algn="ctr">
              <a:buNone/>
              <a:defRPr sz="238"/>
            </a:lvl4pPr>
            <a:lvl5pPr marL="272565" indent="0" algn="ctr">
              <a:buNone/>
              <a:defRPr sz="238"/>
            </a:lvl5pPr>
            <a:lvl6pPr marL="340706" indent="0" algn="ctr">
              <a:buNone/>
              <a:defRPr sz="238"/>
            </a:lvl6pPr>
            <a:lvl7pPr marL="408847" indent="0" algn="ctr">
              <a:buNone/>
              <a:defRPr sz="238"/>
            </a:lvl7pPr>
            <a:lvl8pPr marL="476988" indent="0" algn="ctr">
              <a:buNone/>
              <a:defRPr sz="238"/>
            </a:lvl8pPr>
            <a:lvl9pPr marL="545129" indent="0" algn="ctr">
              <a:buNone/>
              <a:defRPr sz="238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28/06/1447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28/06/1447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675901" y="1709945"/>
            <a:ext cx="8544203" cy="2853078"/>
          </a:xfrm>
        </p:spPr>
        <p:txBody>
          <a:bodyPr anchor="b"/>
          <a:lstStyle>
            <a:lvl1pPr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75901" y="4590015"/>
            <a:ext cx="8544203" cy="1500366"/>
          </a:xfrm>
        </p:spPr>
        <p:txBody>
          <a:bodyPr/>
          <a:lstStyle>
            <a:lvl1pPr marL="0" indent="0">
              <a:buNone/>
              <a:defRPr sz="358">
                <a:solidFill>
                  <a:schemeClr val="tx1">
                    <a:tint val="75000"/>
                  </a:schemeClr>
                </a:solidFill>
              </a:defRPr>
            </a:lvl1pPr>
            <a:lvl2pPr marL="68141" indent="0">
              <a:buNone/>
              <a:defRPr sz="298">
                <a:solidFill>
                  <a:schemeClr val="tx1">
                    <a:tint val="75000"/>
                  </a:schemeClr>
                </a:solidFill>
              </a:defRPr>
            </a:lvl2pPr>
            <a:lvl3pPr marL="136283" indent="0">
              <a:buNone/>
              <a:defRPr sz="268">
                <a:solidFill>
                  <a:schemeClr val="tx1">
                    <a:tint val="75000"/>
                  </a:schemeClr>
                </a:solidFill>
              </a:defRPr>
            </a:lvl3pPr>
            <a:lvl4pPr marL="204424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4pPr>
            <a:lvl5pPr marL="272565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5pPr>
            <a:lvl6pPr marL="340706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6pPr>
            <a:lvl7pPr marL="408847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7pPr>
            <a:lvl8pPr marL="476988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8pPr>
            <a:lvl9pPr marL="545129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28/06/1447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1062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015077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28/06/1447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682351" y="365169"/>
            <a:ext cx="8544203" cy="1325721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2353" y="1681363"/>
            <a:ext cx="4190837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2353" y="2505374"/>
            <a:ext cx="4190837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015076" y="1681363"/>
            <a:ext cx="4211476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015076" y="2505374"/>
            <a:ext cx="4211476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28/06/1447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28/06/1447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28/06/1447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211478" y="987543"/>
            <a:ext cx="5015074" cy="4874208"/>
          </a:xfrm>
        </p:spPr>
        <p:txBody>
          <a:bodyPr/>
          <a:lstStyle>
            <a:lvl1pPr>
              <a:defRPr sz="477"/>
            </a:lvl1pPr>
            <a:lvl2pPr>
              <a:defRPr sz="417"/>
            </a:lvl2pPr>
            <a:lvl3pPr>
              <a:defRPr sz="358"/>
            </a:lvl3pPr>
            <a:lvl4pPr>
              <a:defRPr sz="298"/>
            </a:lvl4pPr>
            <a:lvl5pPr>
              <a:defRPr sz="298"/>
            </a:lvl5pPr>
            <a:lvl6pPr>
              <a:defRPr sz="298"/>
            </a:lvl6pPr>
            <a:lvl7pPr>
              <a:defRPr sz="298"/>
            </a:lvl7pPr>
            <a:lvl8pPr>
              <a:defRPr sz="298"/>
            </a:lvl8pPr>
            <a:lvl9pPr>
              <a:defRPr sz="29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28/06/1447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211478" y="987543"/>
            <a:ext cx="5015074" cy="4874208"/>
          </a:xfrm>
        </p:spPr>
        <p:txBody>
          <a:bodyPr anchor="t"/>
          <a:lstStyle>
            <a:lvl1pPr marL="0" indent="0">
              <a:buNone/>
              <a:defRPr sz="477"/>
            </a:lvl1pPr>
            <a:lvl2pPr marL="68141" indent="0">
              <a:buNone/>
              <a:defRPr sz="417"/>
            </a:lvl2pPr>
            <a:lvl3pPr marL="136283" indent="0">
              <a:buNone/>
              <a:defRPr sz="358"/>
            </a:lvl3pPr>
            <a:lvl4pPr marL="204424" indent="0">
              <a:buNone/>
              <a:defRPr sz="298"/>
            </a:lvl4pPr>
            <a:lvl5pPr marL="272565" indent="0">
              <a:buNone/>
              <a:defRPr sz="298"/>
            </a:lvl5pPr>
            <a:lvl6pPr marL="340706" indent="0">
              <a:buNone/>
              <a:defRPr sz="298"/>
            </a:lvl6pPr>
            <a:lvl7pPr marL="408847" indent="0">
              <a:buNone/>
              <a:defRPr sz="298"/>
            </a:lvl7pPr>
            <a:lvl8pPr marL="476988" indent="0">
              <a:buNone/>
              <a:defRPr sz="298"/>
            </a:lvl8pPr>
            <a:lvl9pPr marL="545129" indent="0">
              <a:buNone/>
              <a:defRPr sz="29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28/06/1447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28/06/1447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7089213" y="365171"/>
            <a:ext cx="2136049" cy="581253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1063" y="365171"/>
            <a:ext cx="6284323" cy="581253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28/06/1447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681062" y="365169"/>
            <a:ext cx="8544203" cy="132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1062" y="1825846"/>
            <a:ext cx="8544203" cy="4351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81060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28/06/1447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281471" y="6357111"/>
            <a:ext cx="3343383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96339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36283" rtl="0">
        <a:lnSpc>
          <a:spcPct val="90000"/>
        </a:lnSpc>
        <a:spcBef>
          <a:spcPts val="0"/>
        </a:spcBef>
        <a:buNone/>
        <a:defRPr sz="656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071" indent="-34071" algn="l" defTabSz="136283" rtl="0">
        <a:lnSpc>
          <a:spcPct val="90000"/>
        </a:lnSpc>
        <a:spcBef>
          <a:spcPts val="149"/>
        </a:spcBef>
        <a:buFont typeface="Arial"/>
        <a:buChar char="•"/>
        <a:defRPr sz="417">
          <a:solidFill>
            <a:schemeClr val="tx1"/>
          </a:solidFill>
          <a:latin typeface="+mn-lt"/>
          <a:ea typeface="+mn-ea"/>
          <a:cs typeface="+mn-cs"/>
        </a:defRPr>
      </a:lvl1pPr>
      <a:lvl2pPr marL="102212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358">
          <a:solidFill>
            <a:schemeClr val="tx1"/>
          </a:solidFill>
          <a:latin typeface="+mn-lt"/>
          <a:ea typeface="+mn-ea"/>
          <a:cs typeface="+mn-cs"/>
        </a:defRPr>
      </a:lvl2pPr>
      <a:lvl3pPr marL="170353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98">
          <a:solidFill>
            <a:schemeClr val="tx1"/>
          </a:solidFill>
          <a:latin typeface="+mn-lt"/>
          <a:ea typeface="+mn-ea"/>
          <a:cs typeface="+mn-cs"/>
        </a:defRPr>
      </a:lvl3pPr>
      <a:lvl4pPr marL="238494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306636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74777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42918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511059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79200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1pPr>
      <a:lvl2pPr marL="68141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2pPr>
      <a:lvl3pPr marL="136283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3pPr>
      <a:lvl4pPr marL="204424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272565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40706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08847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476988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45129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2.png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12" Type="http://schemas.openxmlformats.org/officeDocument/2006/relationships/image" Target="../media/image1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6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jpeg"/><Relationship Id="rId9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2953463" y="2199903"/>
            <a:ext cx="1223745" cy="112410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2958144" y="211791"/>
            <a:ext cx="1219064" cy="1489017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3715022" y="3909435"/>
            <a:ext cx="822776" cy="1486728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4939154" y="4811615"/>
            <a:ext cx="1249047" cy="911120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2085107" y="3423961"/>
            <a:ext cx="1223746" cy="803391"/>
          </a:xfrm>
          <a:prstGeom prst="roundRect">
            <a:avLst>
              <a:gd name="adj" fmla="val 11838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1231271" y="351849"/>
            <a:ext cx="1656073" cy="1167586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37086" y="331316"/>
            <a:ext cx="1139090" cy="1167586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8409384" y="1275515"/>
            <a:ext cx="959412" cy="71332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7375276" y="2285686"/>
            <a:ext cx="1250132" cy="113147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0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4653331" y="2093949"/>
            <a:ext cx="1883845" cy="2212275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10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12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4653334" y="404664"/>
            <a:ext cx="1929574" cy="161804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12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10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B799493A-3E55-49FF-D6B4-2DCD86B0D9F0}"/>
              </a:ext>
            </a:extLst>
          </p:cNvPr>
          <p:cNvCxnSpPr>
            <a:cxnSpLocks/>
            <a:stCxn id="12" idx="0"/>
            <a:endCxn id="14" idx="0"/>
          </p:cNvCxnSpPr>
          <p:nvPr/>
        </p:nvCxnSpPr>
        <p:spPr>
          <a:xfrm rot="16200000" flipV="1">
            <a:off x="5868721" y="154064"/>
            <a:ext cx="1881022" cy="2382221"/>
          </a:xfrm>
          <a:prstGeom prst="bentConnector3">
            <a:avLst>
              <a:gd name="adj1" fmla="val 11215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6893DDEA-A4FD-8FDF-C344-E766E581AADF}"/>
              </a:ext>
            </a:extLst>
          </p:cNvPr>
          <p:cNvCxnSpPr>
            <a:cxnSpLocks/>
            <a:stCxn id="5" idx="0"/>
            <a:endCxn id="14" idx="0"/>
          </p:cNvCxnSpPr>
          <p:nvPr/>
        </p:nvCxnSpPr>
        <p:spPr>
          <a:xfrm rot="16200000" flipH="1">
            <a:off x="4496461" y="-716995"/>
            <a:ext cx="192873" cy="2050445"/>
          </a:xfrm>
          <a:prstGeom prst="bentConnector3">
            <a:avLst>
              <a:gd name="adj1" fmla="val -56685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9243CA9C-E002-4E66-7DB1-21CC659A50D6}"/>
              </a:ext>
            </a:extLst>
          </p:cNvPr>
          <p:cNvCxnSpPr>
            <a:cxnSpLocks/>
            <a:stCxn id="14" idx="1"/>
            <a:endCxn id="13" idx="1"/>
          </p:cNvCxnSpPr>
          <p:nvPr/>
        </p:nvCxnSpPr>
        <p:spPr>
          <a:xfrm rot="10800000" flipV="1">
            <a:off x="4653332" y="1213685"/>
            <a:ext cx="3" cy="1986401"/>
          </a:xfrm>
          <a:prstGeom prst="bentConnector3">
            <a:avLst>
              <a:gd name="adj1" fmla="val 76201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E349F6A-FA73-393C-576C-07A57F26C2D5}"/>
              </a:ext>
            </a:extLst>
          </p:cNvPr>
          <p:cNvCxnSpPr>
            <a:cxnSpLocks/>
            <a:stCxn id="58" idx="3"/>
            <a:endCxn id="13" idx="2"/>
          </p:cNvCxnSpPr>
          <p:nvPr/>
        </p:nvCxnSpPr>
        <p:spPr>
          <a:xfrm flipV="1">
            <a:off x="4732500" y="4306224"/>
            <a:ext cx="862754" cy="346912"/>
          </a:xfrm>
          <a:prstGeom prst="bent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902BBD3-B6DF-74C6-341B-B5D73D8A5FF0}"/>
              </a:ext>
            </a:extLst>
          </p:cNvPr>
          <p:cNvCxnSpPr>
            <a:cxnSpLocks/>
            <a:stCxn id="4" idx="0"/>
            <a:endCxn id="5" idx="2"/>
          </p:cNvCxnSpPr>
          <p:nvPr/>
        </p:nvCxnSpPr>
        <p:spPr>
          <a:xfrm flipV="1">
            <a:off x="3565336" y="1700808"/>
            <a:ext cx="2340" cy="49909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llout: Bent Line 1">
            <a:extLst>
              <a:ext uri="{FF2B5EF4-FFF2-40B4-BE49-F238E27FC236}">
                <a16:creationId xmlns:a16="http://schemas.microsoft.com/office/drawing/2014/main" id="{E50017C7-25C6-1333-0D16-A39669495EFD}"/>
              </a:ext>
            </a:extLst>
          </p:cNvPr>
          <p:cNvSpPr/>
          <p:nvPr/>
        </p:nvSpPr>
        <p:spPr>
          <a:xfrm>
            <a:off x="1509204" y="1741381"/>
            <a:ext cx="1312832" cy="357539"/>
          </a:xfrm>
          <a:prstGeom prst="borderCallout2">
            <a:avLst>
              <a:gd name="adj1" fmla="val 29050"/>
              <a:gd name="adj2" fmla="val 100961"/>
              <a:gd name="adj3" fmla="val 30685"/>
              <a:gd name="adj4" fmla="val 114253"/>
              <a:gd name="adj5" fmla="val -21698"/>
              <a:gd name="adj6" fmla="val 121038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active</a:t>
            </a:r>
          </a:p>
          <a:p>
            <a:pPr algn="l"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training mode</a:t>
            </a:r>
          </a:p>
        </p:txBody>
      </p:sp>
      <p:sp>
        <p:nvSpPr>
          <p:cNvPr id="25" name="Callout: Bent Line 24">
            <a:extLst>
              <a:ext uri="{FF2B5EF4-FFF2-40B4-BE49-F238E27FC236}">
                <a16:creationId xmlns:a16="http://schemas.microsoft.com/office/drawing/2014/main" id="{D7E64E7D-3118-5742-B119-C2FB1880E470}"/>
              </a:ext>
            </a:extLst>
          </p:cNvPr>
          <p:cNvSpPr/>
          <p:nvPr/>
        </p:nvSpPr>
        <p:spPr bwMode="auto">
          <a:xfrm>
            <a:off x="6686132" y="589088"/>
            <a:ext cx="959434" cy="422443"/>
          </a:xfrm>
          <a:prstGeom prst="borderCallout2">
            <a:avLst>
              <a:gd name="adj1" fmla="val 72579"/>
              <a:gd name="adj2" fmla="val -1795"/>
              <a:gd name="adj3" fmla="val 84259"/>
              <a:gd name="adj4" fmla="val -22225"/>
              <a:gd name="adj5" fmla="val 236590"/>
              <a:gd name="adj6" fmla="val -6570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started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finished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6651047" y="3556055"/>
            <a:ext cx="1191770" cy="1078730"/>
          </a:xfrm>
          <a:prstGeom prst="borderCallout2">
            <a:avLst>
              <a:gd name="adj1" fmla="val 90104"/>
              <a:gd name="adj2" fmla="val -1065"/>
              <a:gd name="adj3" fmla="val 89081"/>
              <a:gd name="adj4" fmla="val -13697"/>
              <a:gd name="adj5" fmla="val 62045"/>
              <a:gd name="adj6" fmla="val -27833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problem rep</a:t>
            </a:r>
          </a:p>
          <a:p>
            <a:pPr rtl="0"/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  <a:endParaRPr lang="en-US" sz="900" kern="10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2" name="Callout: Bent Line 31">
            <a:extLst>
              <a:ext uri="{FF2B5EF4-FFF2-40B4-BE49-F238E27FC236}">
                <a16:creationId xmlns:a16="http://schemas.microsoft.com/office/drawing/2014/main" id="{69FFBDA1-76DB-9C13-D1A3-04DF7178F3E8}"/>
              </a:ext>
            </a:extLst>
          </p:cNvPr>
          <p:cNvSpPr/>
          <p:nvPr/>
        </p:nvSpPr>
        <p:spPr bwMode="auto">
          <a:xfrm>
            <a:off x="3715022" y="5651879"/>
            <a:ext cx="853095" cy="388281"/>
          </a:xfrm>
          <a:prstGeom prst="borderCallout2">
            <a:avLst>
              <a:gd name="adj1" fmla="val 1102"/>
              <a:gd name="adj2" fmla="val 81036"/>
              <a:gd name="adj3" fmla="val -43641"/>
              <a:gd name="adj4" fmla="val 79878"/>
              <a:gd name="adj5" fmla="val -69870"/>
              <a:gd name="adj6" fmla="val 55844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test rtl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opt rtl</a:t>
            </a:r>
          </a:p>
        </p:txBody>
      </p:sp>
      <p:sp>
        <p:nvSpPr>
          <p:cNvPr id="33" name="Callout: Bent Line 32">
            <a:extLst>
              <a:ext uri="{FF2B5EF4-FFF2-40B4-BE49-F238E27FC236}">
                <a16:creationId xmlns:a16="http://schemas.microsoft.com/office/drawing/2014/main" id="{08F38092-EF2E-5615-C0E1-67A12A1FDC18}"/>
              </a:ext>
            </a:extLst>
          </p:cNvPr>
          <p:cNvSpPr/>
          <p:nvPr/>
        </p:nvSpPr>
        <p:spPr bwMode="auto">
          <a:xfrm>
            <a:off x="5670692" y="5811866"/>
            <a:ext cx="1035018" cy="367286"/>
          </a:xfrm>
          <a:prstGeom prst="borderCallout2">
            <a:avLst>
              <a:gd name="adj1" fmla="val -3150"/>
              <a:gd name="adj2" fmla="val 89704"/>
              <a:gd name="adj3" fmla="val -45430"/>
              <a:gd name="adj4" fmla="val 85021"/>
              <a:gd name="adj5" fmla="val -48532"/>
              <a:gd name="adj6" fmla="val 40040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/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</a:t>
            </a: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force last</a:t>
            </a:r>
          </a:p>
          <a:p>
            <a:pPr rtl="0"/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is answer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43" y="3929607"/>
            <a:ext cx="1316348" cy="2977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Callout: Bent Line 2">
            <a:extLst>
              <a:ext uri="{FF2B5EF4-FFF2-40B4-BE49-F238E27FC236}">
                <a16:creationId xmlns:a16="http://schemas.microsoft.com/office/drawing/2014/main" id="{909732A0-AF41-FD8A-F9B0-673183051227}"/>
              </a:ext>
            </a:extLst>
          </p:cNvPr>
          <p:cNvSpPr/>
          <p:nvPr/>
        </p:nvSpPr>
        <p:spPr bwMode="auto">
          <a:xfrm>
            <a:off x="6652899" y="1160416"/>
            <a:ext cx="1292337" cy="933533"/>
          </a:xfrm>
          <a:prstGeom prst="borderCallout2">
            <a:avLst>
              <a:gd name="adj1" fmla="val 103242"/>
              <a:gd name="adj2" fmla="val 46183"/>
              <a:gd name="adj3" fmla="val 214696"/>
              <a:gd name="adj4" fmla="val 48232"/>
              <a:gd name="adj5" fmla="val 215517"/>
              <a:gd name="adj6" fmla="val 64443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Active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ChangePass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Review Exam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CourseTests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TryCorrect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RevCourseTests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56440" y="5157192"/>
            <a:ext cx="1718015" cy="122107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8DD88D66-666E-2091-745D-DFF26FC22F3F}"/>
              </a:ext>
            </a:extLst>
          </p:cNvPr>
          <p:cNvCxnSpPr>
            <a:cxnSpLocks/>
            <a:stCxn id="4" idx="2"/>
            <a:endCxn id="6" idx="1"/>
          </p:cNvCxnSpPr>
          <p:nvPr/>
        </p:nvCxnSpPr>
        <p:spPr bwMode="auto">
          <a:xfrm rot="16200000" flipH="1">
            <a:off x="2975786" y="3913562"/>
            <a:ext cx="1328787" cy="149686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1910355" y="5157192"/>
            <a:ext cx="1367880" cy="122413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</p:txBody>
      </p: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9A93A52C-B789-868C-2423-D4604C31F63C}"/>
              </a:ext>
            </a:extLst>
          </p:cNvPr>
          <p:cNvCxnSpPr>
            <a:cxnSpLocks/>
            <a:stCxn id="12" idx="2"/>
            <a:endCxn id="71" idx="2"/>
          </p:cNvCxnSpPr>
          <p:nvPr/>
        </p:nvCxnSpPr>
        <p:spPr bwMode="auto">
          <a:xfrm rot="5400000">
            <a:off x="3815236" y="2196221"/>
            <a:ext cx="2964167" cy="5406047"/>
          </a:xfrm>
          <a:prstGeom prst="bentConnector3">
            <a:avLst>
              <a:gd name="adj1" fmla="val 10771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CCCB19F5-218A-A23F-FA17-6CD1C6512B4D}"/>
              </a:ext>
            </a:extLst>
          </p:cNvPr>
          <p:cNvCxnSpPr>
            <a:cxnSpLocks/>
            <a:stCxn id="4" idx="2"/>
            <a:endCxn id="68" idx="3"/>
          </p:cNvCxnSpPr>
          <p:nvPr/>
        </p:nvCxnSpPr>
        <p:spPr bwMode="auto">
          <a:xfrm rot="5400000">
            <a:off x="2251164" y="4432348"/>
            <a:ext cx="2422509" cy="205837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8403258" y="60147"/>
            <a:ext cx="959412" cy="68351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8697416" y="2285684"/>
            <a:ext cx="1005361" cy="113147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UsrActive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1F427F5A-D31A-B8E4-4C19-748860B07473}"/>
              </a:ext>
            </a:extLst>
          </p:cNvPr>
          <p:cNvCxnSpPr>
            <a:cxnSpLocks/>
            <a:stCxn id="54" idx="0"/>
            <a:endCxn id="22" idx="3"/>
          </p:cNvCxnSpPr>
          <p:nvPr/>
        </p:nvCxnSpPr>
        <p:spPr bwMode="auto">
          <a:xfrm rot="16200000" flipV="1">
            <a:off x="8537599" y="1226978"/>
            <a:ext cx="1829487" cy="17934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2B6F1D23-E903-D4AF-4DF7-E4C999E50AB4}"/>
              </a:ext>
            </a:extLst>
          </p:cNvPr>
          <p:cNvCxnSpPr>
            <a:cxnSpLocks/>
            <a:stCxn id="54" idx="0"/>
            <a:endCxn id="64" idx="3"/>
          </p:cNvCxnSpPr>
          <p:nvPr/>
        </p:nvCxnSpPr>
        <p:spPr bwMode="auto">
          <a:xfrm rot="16200000" flipV="1">
            <a:off x="9131848" y="1821227"/>
            <a:ext cx="719122" cy="10120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2F872925-F812-5F7F-7962-EA8A5893688B}"/>
              </a:ext>
            </a:extLst>
          </p:cNvPr>
          <p:cNvSpPr/>
          <p:nvPr/>
        </p:nvSpPr>
        <p:spPr>
          <a:xfrm>
            <a:off x="9397997" y="2231393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418E4A2B-81D9-DB87-C68F-365A406B346E}"/>
              </a:ext>
            </a:extLst>
          </p:cNvPr>
          <p:cNvSpPr/>
          <p:nvPr/>
        </p:nvSpPr>
        <p:spPr bwMode="auto">
          <a:xfrm>
            <a:off x="3953640" y="259267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0BB2ADB5-F0B2-1FF9-BC93-0DDC57590F10}"/>
              </a:ext>
            </a:extLst>
          </p:cNvPr>
          <p:cNvSpPr/>
          <p:nvPr/>
        </p:nvSpPr>
        <p:spPr bwMode="auto">
          <a:xfrm>
            <a:off x="3070776" y="3717266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EC5DF399-2F96-0017-6446-683B0E704AE9}"/>
              </a:ext>
            </a:extLst>
          </p:cNvPr>
          <p:cNvSpPr/>
          <p:nvPr/>
        </p:nvSpPr>
        <p:spPr bwMode="auto">
          <a:xfrm>
            <a:off x="4444468" y="452238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87756936-C772-4141-3759-CD6B24FD3287}"/>
              </a:ext>
            </a:extLst>
          </p:cNvPr>
          <p:cNvSpPr/>
          <p:nvPr/>
        </p:nvSpPr>
        <p:spPr bwMode="auto">
          <a:xfrm>
            <a:off x="4704891" y="5083038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6515FA25-B5DF-9DE9-B0C6-1FD69AFA9CE3}"/>
              </a:ext>
            </a:extLst>
          </p:cNvPr>
          <p:cNvSpPr/>
          <p:nvPr/>
        </p:nvSpPr>
        <p:spPr bwMode="auto">
          <a:xfrm>
            <a:off x="3944888" y="688816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60511258-28D4-B458-FCE3-5CCC6BCF5BC8}"/>
              </a:ext>
            </a:extLst>
          </p:cNvPr>
          <p:cNvSpPr/>
          <p:nvPr/>
        </p:nvSpPr>
        <p:spPr bwMode="auto">
          <a:xfrm>
            <a:off x="901920" y="688816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C7CE6D09-0D8B-FDDC-B56B-CF5D65E11E25}"/>
              </a:ext>
            </a:extLst>
          </p:cNvPr>
          <p:cNvSpPr/>
          <p:nvPr/>
        </p:nvSpPr>
        <p:spPr bwMode="auto">
          <a:xfrm>
            <a:off x="2640631" y="693096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41567156-0444-EB90-EAFA-97D7DC0C9D15}"/>
              </a:ext>
            </a:extLst>
          </p:cNvPr>
          <p:cNvSpPr/>
          <p:nvPr/>
        </p:nvSpPr>
        <p:spPr bwMode="auto">
          <a:xfrm>
            <a:off x="9152772" y="1381519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9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F2AE3DBF-9B8D-4F2A-7AC7-6FEDEF90A41F}"/>
              </a:ext>
            </a:extLst>
          </p:cNvPr>
          <p:cNvSpPr/>
          <p:nvPr/>
        </p:nvSpPr>
        <p:spPr bwMode="auto">
          <a:xfrm>
            <a:off x="8183580" y="2250930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10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729ABB80-9187-9826-86D7-700ADFD1489F}"/>
              </a:ext>
            </a:extLst>
          </p:cNvPr>
          <p:cNvSpPr/>
          <p:nvPr/>
        </p:nvSpPr>
        <p:spPr bwMode="auto">
          <a:xfrm>
            <a:off x="6007624" y="323586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C3C8E1F9-5196-B96E-FC89-253C53708953}"/>
              </a:ext>
            </a:extLst>
          </p:cNvPr>
          <p:cNvSpPr/>
          <p:nvPr/>
        </p:nvSpPr>
        <p:spPr bwMode="auto">
          <a:xfrm>
            <a:off x="6204036" y="2471156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BEF47CA0-71D8-5C0F-49C4-112844EA3D2D}"/>
              </a:ext>
            </a:extLst>
          </p:cNvPr>
          <p:cNvSpPr/>
          <p:nvPr/>
        </p:nvSpPr>
        <p:spPr bwMode="auto">
          <a:xfrm>
            <a:off x="2968131" y="5615769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F9BCAC12-F31C-0497-BB0C-AC322D487CAA}"/>
              </a:ext>
            </a:extLst>
          </p:cNvPr>
          <p:cNvSpPr/>
          <p:nvPr/>
        </p:nvSpPr>
        <p:spPr bwMode="auto">
          <a:xfrm>
            <a:off x="1429949" y="5638508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8265368" y="3480500"/>
            <a:ext cx="1250132" cy="104188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15D163C5-26A7-39B7-59C4-699A178CB4E5}"/>
              </a:ext>
            </a:extLst>
          </p:cNvPr>
          <p:cNvSpPr/>
          <p:nvPr/>
        </p:nvSpPr>
        <p:spPr bwMode="auto">
          <a:xfrm>
            <a:off x="9166986" y="3647932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9319D0F3-A912-BF84-B602-F0E020620C11}"/>
              </a:ext>
            </a:extLst>
          </p:cNvPr>
          <p:cNvCxnSpPr>
            <a:cxnSpLocks/>
            <a:stCxn id="12" idx="2"/>
            <a:endCxn id="26" idx="1"/>
          </p:cNvCxnSpPr>
          <p:nvPr/>
        </p:nvCxnSpPr>
        <p:spPr bwMode="auto">
          <a:xfrm rot="16200000" flipH="1">
            <a:off x="7242131" y="4175372"/>
            <a:ext cx="1794350" cy="27792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9EE47BF5-345D-EF76-76F7-A8F4A6BBEBEE}"/>
              </a:ext>
            </a:extLst>
          </p:cNvPr>
          <p:cNvCxnSpPr>
            <a:cxnSpLocks/>
            <a:stCxn id="23" idx="3"/>
            <a:endCxn id="98" idx="3"/>
          </p:cNvCxnSpPr>
          <p:nvPr/>
        </p:nvCxnSpPr>
        <p:spPr bwMode="auto">
          <a:xfrm flipH="1">
            <a:off x="9558354" y="2851422"/>
            <a:ext cx="144423" cy="927262"/>
          </a:xfrm>
          <a:prstGeom prst="bentConnector3">
            <a:avLst>
              <a:gd name="adj1" fmla="val -7138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438362" y="2294380"/>
            <a:ext cx="1342117" cy="112410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158" name="Rectangle: Rounded Corners 157">
            <a:extLst>
              <a:ext uri="{FF2B5EF4-FFF2-40B4-BE49-F238E27FC236}">
                <a16:creationId xmlns:a16="http://schemas.microsoft.com/office/drawing/2014/main" id="{4B78B2CF-C7E0-D77A-D051-BB3E404C393B}"/>
              </a:ext>
            </a:extLst>
          </p:cNvPr>
          <p:cNvSpPr/>
          <p:nvPr/>
        </p:nvSpPr>
        <p:spPr bwMode="auto">
          <a:xfrm>
            <a:off x="1595385" y="2642963"/>
            <a:ext cx="339449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8278270" y="4617758"/>
            <a:ext cx="1515506" cy="118750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10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41408A2-7579-F8B0-AEEF-745D9491957E}"/>
              </a:ext>
            </a:extLst>
          </p:cNvPr>
          <p:cNvSpPr/>
          <p:nvPr/>
        </p:nvSpPr>
        <p:spPr bwMode="auto">
          <a:xfrm>
            <a:off x="9491445" y="4908819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Callout: Bent Line 14">
            <a:extLst>
              <a:ext uri="{FF2B5EF4-FFF2-40B4-BE49-F238E27FC236}">
                <a16:creationId xmlns:a16="http://schemas.microsoft.com/office/drawing/2014/main" id="{67A1F549-A3AC-7F1E-3DDA-FEE24206EC9D}"/>
              </a:ext>
            </a:extLst>
          </p:cNvPr>
          <p:cNvSpPr/>
          <p:nvPr/>
        </p:nvSpPr>
        <p:spPr bwMode="auto">
          <a:xfrm>
            <a:off x="8304971" y="5900011"/>
            <a:ext cx="1349565" cy="886576"/>
          </a:xfrm>
          <a:prstGeom prst="borderCallout2">
            <a:avLst>
              <a:gd name="adj1" fmla="val 22076"/>
              <a:gd name="adj2" fmla="val 101033"/>
              <a:gd name="adj3" fmla="val 10013"/>
              <a:gd name="adj4" fmla="val 107886"/>
              <a:gd name="adj5" fmla="val -16213"/>
              <a:gd name="adj6" fmla="val 104012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TypeIsFeedback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0A0B7755-0308-C645-5F18-8BD18AF57B12}"/>
              </a:ext>
            </a:extLst>
          </p:cNvPr>
          <p:cNvCxnSpPr>
            <a:cxnSpLocks/>
            <a:stCxn id="4" idx="1"/>
            <a:endCxn id="41" idx="3"/>
          </p:cNvCxnSpPr>
          <p:nvPr/>
        </p:nvCxnSpPr>
        <p:spPr bwMode="auto">
          <a:xfrm flipH="1">
            <a:off x="1986755" y="2761958"/>
            <a:ext cx="966708" cy="1175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A2CA28B1-E10F-16B5-8CBC-C0B8B06ED81E}"/>
              </a:ext>
            </a:extLst>
          </p:cNvPr>
          <p:cNvSpPr/>
          <p:nvPr/>
        </p:nvSpPr>
        <p:spPr bwMode="auto">
          <a:xfrm>
            <a:off x="1595387" y="2642963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44">
            <a:extLst>
              <a:ext uri="{FF2B5EF4-FFF2-40B4-BE49-F238E27FC236}">
                <a16:creationId xmlns:a16="http://schemas.microsoft.com/office/drawing/2014/main" id="{69906567-1748-EB94-8006-F3D0E914851F}"/>
              </a:ext>
            </a:extLst>
          </p:cNvPr>
          <p:cNvSpPr/>
          <p:nvPr/>
        </p:nvSpPr>
        <p:spPr bwMode="auto">
          <a:xfrm>
            <a:off x="613550" y="1422400"/>
            <a:ext cx="1465365" cy="26150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Rectangle: Rounded Corners 44">
            <a:extLst>
              <a:ext uri="{FF2B5EF4-FFF2-40B4-BE49-F238E27FC236}">
                <a16:creationId xmlns:a16="http://schemas.microsoft.com/office/drawing/2014/main" id="{D3031B41-2B32-6AB7-2299-14E6EE009D30}"/>
              </a:ext>
            </a:extLst>
          </p:cNvPr>
          <p:cNvSpPr/>
          <p:nvPr/>
        </p:nvSpPr>
        <p:spPr bwMode="auto">
          <a:xfrm>
            <a:off x="4664968" y="104380"/>
            <a:ext cx="846256" cy="251020"/>
          </a:xfrm>
          <a:prstGeom prst="roundRect">
            <a:avLst>
              <a:gd name="adj" fmla="val 9941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Login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: Rounded Corners 44">
            <a:extLst>
              <a:ext uri="{FF2B5EF4-FFF2-40B4-BE49-F238E27FC236}">
                <a16:creationId xmlns:a16="http://schemas.microsoft.com/office/drawing/2014/main" id="{2504F84C-D7B1-DDB8-2F2F-1EA4D0AE6DEB}"/>
              </a:ext>
            </a:extLst>
          </p:cNvPr>
          <p:cNvSpPr/>
          <p:nvPr/>
        </p:nvSpPr>
        <p:spPr bwMode="auto">
          <a:xfrm>
            <a:off x="8697416" y="3102616"/>
            <a:ext cx="1070636" cy="2510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ectangle: Rounded Corners 44">
            <a:extLst>
              <a:ext uri="{FF2B5EF4-FFF2-40B4-BE49-F238E27FC236}">
                <a16:creationId xmlns:a16="http://schemas.microsoft.com/office/drawing/2014/main" id="{E0D4AAD0-4FCC-DCAC-2CFE-47086B3960EC}"/>
              </a:ext>
            </a:extLst>
          </p:cNvPr>
          <p:cNvSpPr/>
          <p:nvPr/>
        </p:nvSpPr>
        <p:spPr bwMode="auto">
          <a:xfrm>
            <a:off x="8412633" y="2791618"/>
            <a:ext cx="1355419" cy="251020"/>
          </a:xfrm>
          <a:prstGeom prst="roundRect">
            <a:avLst>
              <a:gd name="adj" fmla="val 9941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Rectangle: Rounded Corners 44">
            <a:extLst>
              <a:ext uri="{FF2B5EF4-FFF2-40B4-BE49-F238E27FC236}">
                <a16:creationId xmlns:a16="http://schemas.microsoft.com/office/drawing/2014/main" id="{38CC5854-1C9F-9FFB-C272-BFA80B7E88CE}"/>
              </a:ext>
            </a:extLst>
          </p:cNvPr>
          <p:cNvSpPr/>
          <p:nvPr/>
        </p:nvSpPr>
        <p:spPr bwMode="auto">
          <a:xfrm>
            <a:off x="826699" y="1728389"/>
            <a:ext cx="1245979" cy="24973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44">
            <a:extLst>
              <a:ext uri="{FF2B5EF4-FFF2-40B4-BE49-F238E27FC236}">
                <a16:creationId xmlns:a16="http://schemas.microsoft.com/office/drawing/2014/main" id="{D426AC9F-86C4-1D75-2424-EEE2B887EA5F}"/>
              </a:ext>
            </a:extLst>
          </p:cNvPr>
          <p:cNvSpPr/>
          <p:nvPr/>
        </p:nvSpPr>
        <p:spPr bwMode="auto">
          <a:xfrm>
            <a:off x="613550" y="2575987"/>
            <a:ext cx="1459130" cy="24973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44">
            <a:extLst>
              <a:ext uri="{FF2B5EF4-FFF2-40B4-BE49-F238E27FC236}">
                <a16:creationId xmlns:a16="http://schemas.microsoft.com/office/drawing/2014/main" id="{0FBE8528-8F9D-985F-1619-ED3C166E36F2}"/>
              </a:ext>
            </a:extLst>
          </p:cNvPr>
          <p:cNvSpPr/>
          <p:nvPr/>
        </p:nvSpPr>
        <p:spPr bwMode="auto">
          <a:xfrm>
            <a:off x="829576" y="2864761"/>
            <a:ext cx="1249340" cy="23785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83EC89F0-FB6B-26C4-BAE9-6F1903A7C4EC}"/>
              </a:ext>
            </a:extLst>
          </p:cNvPr>
          <p:cNvSpPr/>
          <p:nvPr/>
        </p:nvSpPr>
        <p:spPr bwMode="auto">
          <a:xfrm>
            <a:off x="604440" y="4376525"/>
            <a:ext cx="1468239" cy="26150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Rectangle: Rounded Corners 44">
            <a:extLst>
              <a:ext uri="{FF2B5EF4-FFF2-40B4-BE49-F238E27FC236}">
                <a16:creationId xmlns:a16="http://schemas.microsoft.com/office/drawing/2014/main" id="{E4DC8906-044A-3598-BB48-FEB146D5C8DF}"/>
              </a:ext>
            </a:extLst>
          </p:cNvPr>
          <p:cNvSpPr/>
          <p:nvPr/>
        </p:nvSpPr>
        <p:spPr bwMode="auto">
          <a:xfrm>
            <a:off x="823340" y="4694241"/>
            <a:ext cx="1249340" cy="23785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Rectangle: Rounded Corners 44">
            <a:extLst>
              <a:ext uri="{FF2B5EF4-FFF2-40B4-BE49-F238E27FC236}">
                <a16:creationId xmlns:a16="http://schemas.microsoft.com/office/drawing/2014/main" id="{18CC620E-7B58-01B7-312E-4F4C46088563}"/>
              </a:ext>
            </a:extLst>
          </p:cNvPr>
          <p:cNvSpPr/>
          <p:nvPr/>
        </p:nvSpPr>
        <p:spPr bwMode="auto">
          <a:xfrm>
            <a:off x="1823080" y="3639853"/>
            <a:ext cx="1245978" cy="261503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Rectangle: Rounded Corners 44">
            <a:extLst>
              <a:ext uri="{FF2B5EF4-FFF2-40B4-BE49-F238E27FC236}">
                <a16:creationId xmlns:a16="http://schemas.microsoft.com/office/drawing/2014/main" id="{962DA797-003B-D107-57F2-ADEB04BDCB4F}"/>
              </a:ext>
            </a:extLst>
          </p:cNvPr>
          <p:cNvSpPr/>
          <p:nvPr/>
        </p:nvSpPr>
        <p:spPr bwMode="auto">
          <a:xfrm>
            <a:off x="4582577" y="3167497"/>
            <a:ext cx="1724120" cy="261503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Rectangle: Rounded Corners 44">
            <a:extLst>
              <a:ext uri="{FF2B5EF4-FFF2-40B4-BE49-F238E27FC236}">
                <a16:creationId xmlns:a16="http://schemas.microsoft.com/office/drawing/2014/main" id="{9E32A226-C218-8310-2A70-265895BD5674}"/>
              </a:ext>
            </a:extLst>
          </p:cNvPr>
          <p:cNvSpPr/>
          <p:nvPr/>
        </p:nvSpPr>
        <p:spPr bwMode="auto">
          <a:xfrm>
            <a:off x="4336256" y="2863051"/>
            <a:ext cx="1965017" cy="24973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Rectangle: Rounded Corners 44">
            <a:extLst>
              <a:ext uri="{FF2B5EF4-FFF2-40B4-BE49-F238E27FC236}">
                <a16:creationId xmlns:a16="http://schemas.microsoft.com/office/drawing/2014/main" id="{BCF2EE6E-51C3-3B13-89A3-E1DF170923A4}"/>
              </a:ext>
            </a:extLst>
          </p:cNvPr>
          <p:cNvSpPr/>
          <p:nvPr/>
        </p:nvSpPr>
        <p:spPr bwMode="auto">
          <a:xfrm>
            <a:off x="4341679" y="1767550"/>
            <a:ext cx="1965018" cy="261503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Rectangle: Rounded Corners 44">
            <a:extLst>
              <a:ext uri="{FF2B5EF4-FFF2-40B4-BE49-F238E27FC236}">
                <a16:creationId xmlns:a16="http://schemas.microsoft.com/office/drawing/2014/main" id="{4F5CD034-3F22-CDE2-EB0D-7EE7BB2FADE9}"/>
              </a:ext>
            </a:extLst>
          </p:cNvPr>
          <p:cNvSpPr/>
          <p:nvPr/>
        </p:nvSpPr>
        <p:spPr bwMode="auto">
          <a:xfrm>
            <a:off x="4592960" y="2087377"/>
            <a:ext cx="1713737" cy="261503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C6E5A19-E85E-77F7-057B-7B3341F86A4F}"/>
              </a:ext>
            </a:extLst>
          </p:cNvPr>
          <p:cNvSpPr/>
          <p:nvPr/>
        </p:nvSpPr>
        <p:spPr bwMode="auto">
          <a:xfrm>
            <a:off x="209583" y="1415366"/>
            <a:ext cx="403969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E823AB6-0A51-32D0-C7BA-2E155E6C4A95}"/>
              </a:ext>
            </a:extLst>
          </p:cNvPr>
          <p:cNvSpPr/>
          <p:nvPr/>
        </p:nvSpPr>
        <p:spPr bwMode="auto">
          <a:xfrm>
            <a:off x="425607" y="1727337"/>
            <a:ext cx="403969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0506A92-C627-2D82-BCD4-0E2E9C9E2A93}"/>
              </a:ext>
            </a:extLst>
          </p:cNvPr>
          <p:cNvSpPr/>
          <p:nvPr/>
        </p:nvSpPr>
        <p:spPr bwMode="auto">
          <a:xfrm>
            <a:off x="206708" y="2567494"/>
            <a:ext cx="403969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6141F14-86F4-09B7-F9BC-DD3DFB3C5568}"/>
              </a:ext>
            </a:extLst>
          </p:cNvPr>
          <p:cNvSpPr/>
          <p:nvPr/>
        </p:nvSpPr>
        <p:spPr bwMode="auto">
          <a:xfrm>
            <a:off x="422732" y="2852936"/>
            <a:ext cx="403969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04AC010-6D83-33EC-62E6-3D3628888634}"/>
              </a:ext>
            </a:extLst>
          </p:cNvPr>
          <p:cNvSpPr/>
          <p:nvPr/>
        </p:nvSpPr>
        <p:spPr bwMode="auto">
          <a:xfrm>
            <a:off x="200472" y="4372804"/>
            <a:ext cx="403969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6218F53-4E7E-7846-3A64-AEA25DC1DA78}"/>
              </a:ext>
            </a:extLst>
          </p:cNvPr>
          <p:cNvSpPr/>
          <p:nvPr/>
        </p:nvSpPr>
        <p:spPr bwMode="auto">
          <a:xfrm>
            <a:off x="1416238" y="3639853"/>
            <a:ext cx="403966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71CBD1C-529C-95A9-CD00-77CFBEDE60FB}"/>
              </a:ext>
            </a:extLst>
          </p:cNvPr>
          <p:cNvSpPr/>
          <p:nvPr/>
        </p:nvSpPr>
        <p:spPr bwMode="auto">
          <a:xfrm>
            <a:off x="416496" y="4703313"/>
            <a:ext cx="403969" cy="23785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B31348A-FBF9-A1ED-AC2F-6CA801913EB2}"/>
              </a:ext>
            </a:extLst>
          </p:cNvPr>
          <p:cNvSpPr/>
          <p:nvPr/>
        </p:nvSpPr>
        <p:spPr bwMode="auto">
          <a:xfrm>
            <a:off x="8306049" y="3102616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9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91D76E8-7214-17C6-F9ED-7155246EDE04}"/>
              </a:ext>
            </a:extLst>
          </p:cNvPr>
          <p:cNvSpPr/>
          <p:nvPr/>
        </p:nvSpPr>
        <p:spPr bwMode="auto">
          <a:xfrm>
            <a:off x="8021265" y="2791618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10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A4A9FD8-959B-38C0-1D77-3997B806CA72}"/>
              </a:ext>
            </a:extLst>
          </p:cNvPr>
          <p:cNvSpPr/>
          <p:nvPr/>
        </p:nvSpPr>
        <p:spPr bwMode="auto">
          <a:xfrm>
            <a:off x="3955272" y="2857165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635EA43-F3DB-E2F8-479F-52C5BE0D6683}"/>
              </a:ext>
            </a:extLst>
          </p:cNvPr>
          <p:cNvSpPr/>
          <p:nvPr/>
        </p:nvSpPr>
        <p:spPr bwMode="auto">
          <a:xfrm>
            <a:off x="4191208" y="3167496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4EF6A6F-25B6-33A8-027B-D62A4D82E484}"/>
              </a:ext>
            </a:extLst>
          </p:cNvPr>
          <p:cNvSpPr/>
          <p:nvPr/>
        </p:nvSpPr>
        <p:spPr bwMode="auto">
          <a:xfrm>
            <a:off x="3961021" y="1771160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D7D786-C6AB-16AF-9442-77A87021CC54}"/>
              </a:ext>
            </a:extLst>
          </p:cNvPr>
          <p:cNvSpPr/>
          <p:nvPr/>
        </p:nvSpPr>
        <p:spPr bwMode="auto">
          <a:xfrm>
            <a:off x="4201591" y="2081492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Rectangle: Rounded Corners 44">
            <a:extLst>
              <a:ext uri="{FF2B5EF4-FFF2-40B4-BE49-F238E27FC236}">
                <a16:creationId xmlns:a16="http://schemas.microsoft.com/office/drawing/2014/main" id="{50C3D96D-85B0-4E5F-F5C0-F508F1A82CB5}"/>
              </a:ext>
            </a:extLst>
          </p:cNvPr>
          <p:cNvSpPr/>
          <p:nvPr/>
        </p:nvSpPr>
        <p:spPr bwMode="auto">
          <a:xfrm>
            <a:off x="610677" y="780122"/>
            <a:ext cx="1212404" cy="251020"/>
          </a:xfrm>
          <a:prstGeom prst="roundRect">
            <a:avLst>
              <a:gd name="adj" fmla="val 9941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E968FA60-D131-D2E0-E416-712EECC32398}"/>
              </a:ext>
            </a:extLst>
          </p:cNvPr>
          <p:cNvSpPr/>
          <p:nvPr/>
        </p:nvSpPr>
        <p:spPr bwMode="auto">
          <a:xfrm>
            <a:off x="206708" y="774695"/>
            <a:ext cx="403969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6" name="Rectangle: Rounded Corners 44">
            <a:extLst>
              <a:ext uri="{FF2B5EF4-FFF2-40B4-BE49-F238E27FC236}">
                <a16:creationId xmlns:a16="http://schemas.microsoft.com/office/drawing/2014/main" id="{57E3E993-722C-8235-6607-66129CE60A34}"/>
              </a:ext>
            </a:extLst>
          </p:cNvPr>
          <p:cNvSpPr/>
          <p:nvPr/>
        </p:nvSpPr>
        <p:spPr bwMode="auto">
          <a:xfrm>
            <a:off x="604441" y="5615768"/>
            <a:ext cx="1468238" cy="26150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E9FFDB9-2FEB-E09E-E68B-B010B5307EC6}"/>
              </a:ext>
            </a:extLst>
          </p:cNvPr>
          <p:cNvSpPr/>
          <p:nvPr/>
        </p:nvSpPr>
        <p:spPr bwMode="auto">
          <a:xfrm>
            <a:off x="206708" y="5612047"/>
            <a:ext cx="397733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8" name="Rectangle: Rounded Corners 44">
            <a:extLst>
              <a:ext uri="{FF2B5EF4-FFF2-40B4-BE49-F238E27FC236}">
                <a16:creationId xmlns:a16="http://schemas.microsoft.com/office/drawing/2014/main" id="{FCE95780-500B-3264-5CDD-47FC649AE466}"/>
              </a:ext>
            </a:extLst>
          </p:cNvPr>
          <p:cNvSpPr/>
          <p:nvPr/>
        </p:nvSpPr>
        <p:spPr bwMode="auto">
          <a:xfrm>
            <a:off x="4331065" y="5612047"/>
            <a:ext cx="1975631" cy="24973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A70EB11C-5B71-475A-3D12-98529697C7B2}"/>
              </a:ext>
            </a:extLst>
          </p:cNvPr>
          <p:cNvSpPr/>
          <p:nvPr/>
        </p:nvSpPr>
        <p:spPr bwMode="auto">
          <a:xfrm>
            <a:off x="3950081" y="5606161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3" name="Rectangle: Rounded Corners 44">
            <a:extLst>
              <a:ext uri="{FF2B5EF4-FFF2-40B4-BE49-F238E27FC236}">
                <a16:creationId xmlns:a16="http://schemas.microsoft.com/office/drawing/2014/main" id="{74B95C77-F7E4-D1F5-12D6-3BBED57D2BB6}"/>
              </a:ext>
            </a:extLst>
          </p:cNvPr>
          <p:cNvSpPr/>
          <p:nvPr/>
        </p:nvSpPr>
        <p:spPr bwMode="auto">
          <a:xfrm>
            <a:off x="4341449" y="1081435"/>
            <a:ext cx="1965018" cy="261503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228560BB-2A81-9463-6A0A-E99E7140BB46}"/>
              </a:ext>
            </a:extLst>
          </p:cNvPr>
          <p:cNvSpPr/>
          <p:nvPr/>
        </p:nvSpPr>
        <p:spPr bwMode="auto">
          <a:xfrm>
            <a:off x="3960791" y="1085045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5898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2CFA1-6A1B-222E-19F9-A3E5F6093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44">
            <a:extLst>
              <a:ext uri="{FF2B5EF4-FFF2-40B4-BE49-F238E27FC236}">
                <a16:creationId xmlns:a16="http://schemas.microsoft.com/office/drawing/2014/main" id="{11A6DC2C-ED6B-1DD7-CA08-8BA74CB869AF}"/>
              </a:ext>
            </a:extLst>
          </p:cNvPr>
          <p:cNvSpPr/>
          <p:nvPr/>
        </p:nvSpPr>
        <p:spPr bwMode="auto">
          <a:xfrm>
            <a:off x="3648806" y="1832695"/>
            <a:ext cx="1152128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Rectangle: Rounded Corners 44">
            <a:extLst>
              <a:ext uri="{FF2B5EF4-FFF2-40B4-BE49-F238E27FC236}">
                <a16:creationId xmlns:a16="http://schemas.microsoft.com/office/drawing/2014/main" id="{CB9065F4-27F5-2DBB-CB41-1999A768C41F}"/>
              </a:ext>
            </a:extLst>
          </p:cNvPr>
          <p:cNvSpPr/>
          <p:nvPr/>
        </p:nvSpPr>
        <p:spPr bwMode="auto">
          <a:xfrm>
            <a:off x="3738654" y="2814337"/>
            <a:ext cx="846256" cy="251020"/>
          </a:xfrm>
          <a:prstGeom prst="roundRect">
            <a:avLst>
              <a:gd name="adj" fmla="val 9941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: Rounded Corners 44">
            <a:extLst>
              <a:ext uri="{FF2B5EF4-FFF2-40B4-BE49-F238E27FC236}">
                <a16:creationId xmlns:a16="http://schemas.microsoft.com/office/drawing/2014/main" id="{23DD969A-5E51-C544-D6FB-B95C19157184}"/>
              </a:ext>
            </a:extLst>
          </p:cNvPr>
          <p:cNvSpPr/>
          <p:nvPr/>
        </p:nvSpPr>
        <p:spPr bwMode="auto">
          <a:xfrm>
            <a:off x="3648806" y="3803943"/>
            <a:ext cx="1152128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ectangle: Rounded Corners 44">
            <a:extLst>
              <a:ext uri="{FF2B5EF4-FFF2-40B4-BE49-F238E27FC236}">
                <a16:creationId xmlns:a16="http://schemas.microsoft.com/office/drawing/2014/main" id="{5DD61A54-308D-305B-4AF6-A359BB1D8E47}"/>
              </a:ext>
            </a:extLst>
          </p:cNvPr>
          <p:cNvSpPr/>
          <p:nvPr/>
        </p:nvSpPr>
        <p:spPr bwMode="auto">
          <a:xfrm>
            <a:off x="3094475" y="4187842"/>
            <a:ext cx="846257" cy="2510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Rectangle: Rounded Corners 44">
            <a:extLst>
              <a:ext uri="{FF2B5EF4-FFF2-40B4-BE49-F238E27FC236}">
                <a16:creationId xmlns:a16="http://schemas.microsoft.com/office/drawing/2014/main" id="{3C9CC079-778B-5E3A-CF5B-987BDA784E1A}"/>
              </a:ext>
            </a:extLst>
          </p:cNvPr>
          <p:cNvSpPr/>
          <p:nvPr/>
        </p:nvSpPr>
        <p:spPr bwMode="auto">
          <a:xfrm>
            <a:off x="5088398" y="1922713"/>
            <a:ext cx="1152128" cy="24973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44">
            <a:extLst>
              <a:ext uri="{FF2B5EF4-FFF2-40B4-BE49-F238E27FC236}">
                <a16:creationId xmlns:a16="http://schemas.microsoft.com/office/drawing/2014/main" id="{167AA020-0F3E-9A3E-EF3B-6C9468EC9889}"/>
              </a:ext>
            </a:extLst>
          </p:cNvPr>
          <p:cNvSpPr/>
          <p:nvPr/>
        </p:nvSpPr>
        <p:spPr bwMode="auto">
          <a:xfrm>
            <a:off x="5737038" y="772296"/>
            <a:ext cx="1080120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44">
            <a:extLst>
              <a:ext uri="{FF2B5EF4-FFF2-40B4-BE49-F238E27FC236}">
                <a16:creationId xmlns:a16="http://schemas.microsoft.com/office/drawing/2014/main" id="{1DED26CF-5451-BA19-F39D-73B62E14E2D5}"/>
              </a:ext>
            </a:extLst>
          </p:cNvPr>
          <p:cNvSpPr/>
          <p:nvPr/>
        </p:nvSpPr>
        <p:spPr bwMode="auto">
          <a:xfrm>
            <a:off x="6085300" y="1239690"/>
            <a:ext cx="1080120" cy="23785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72B2E0F7-02EE-CFE0-5CAA-511591BECE16}"/>
              </a:ext>
            </a:extLst>
          </p:cNvPr>
          <p:cNvSpPr/>
          <p:nvPr/>
        </p:nvSpPr>
        <p:spPr bwMode="auto">
          <a:xfrm>
            <a:off x="5737038" y="3039132"/>
            <a:ext cx="1080120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Rectangle: Rounded Corners 44">
            <a:extLst>
              <a:ext uri="{FF2B5EF4-FFF2-40B4-BE49-F238E27FC236}">
                <a16:creationId xmlns:a16="http://schemas.microsoft.com/office/drawing/2014/main" id="{A4171152-B881-B5FF-A039-FEE2BDD4BFD4}"/>
              </a:ext>
            </a:extLst>
          </p:cNvPr>
          <p:cNvSpPr/>
          <p:nvPr/>
        </p:nvSpPr>
        <p:spPr bwMode="auto">
          <a:xfrm>
            <a:off x="6586705" y="3390208"/>
            <a:ext cx="1800201" cy="23785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Rectangle: Rounded Corners 44">
            <a:extLst>
              <a:ext uri="{FF2B5EF4-FFF2-40B4-BE49-F238E27FC236}">
                <a16:creationId xmlns:a16="http://schemas.microsoft.com/office/drawing/2014/main" id="{43435041-2AA6-8C1F-57D0-9D64337B2BD4}"/>
              </a:ext>
            </a:extLst>
          </p:cNvPr>
          <p:cNvSpPr/>
          <p:nvPr/>
        </p:nvSpPr>
        <p:spPr bwMode="auto">
          <a:xfrm>
            <a:off x="7033183" y="1832695"/>
            <a:ext cx="1152128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Rectangle: Rounded Corners 44">
            <a:extLst>
              <a:ext uri="{FF2B5EF4-FFF2-40B4-BE49-F238E27FC236}">
                <a16:creationId xmlns:a16="http://schemas.microsoft.com/office/drawing/2014/main" id="{E3D226E7-6D9C-2AEB-87F0-BE05FB5D9FEF}"/>
              </a:ext>
            </a:extLst>
          </p:cNvPr>
          <p:cNvSpPr/>
          <p:nvPr/>
        </p:nvSpPr>
        <p:spPr bwMode="auto">
          <a:xfrm>
            <a:off x="8257318" y="1832695"/>
            <a:ext cx="1584176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Rectangle: Rounded Corners 44">
            <a:extLst>
              <a:ext uri="{FF2B5EF4-FFF2-40B4-BE49-F238E27FC236}">
                <a16:creationId xmlns:a16="http://schemas.microsoft.com/office/drawing/2014/main" id="{DFD69A0F-29E8-6801-A053-B44A60CDFB1E}"/>
              </a:ext>
            </a:extLst>
          </p:cNvPr>
          <p:cNvSpPr/>
          <p:nvPr/>
        </p:nvSpPr>
        <p:spPr bwMode="auto">
          <a:xfrm>
            <a:off x="4692922" y="5539446"/>
            <a:ext cx="1584176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Rectangle: Rounded Corners 44">
            <a:extLst>
              <a:ext uri="{FF2B5EF4-FFF2-40B4-BE49-F238E27FC236}">
                <a16:creationId xmlns:a16="http://schemas.microsoft.com/office/drawing/2014/main" id="{F3BE2F15-7F03-2203-5767-CE410C3B0EBA}"/>
              </a:ext>
            </a:extLst>
          </p:cNvPr>
          <p:cNvSpPr/>
          <p:nvPr/>
        </p:nvSpPr>
        <p:spPr bwMode="auto">
          <a:xfrm>
            <a:off x="277887" y="2723823"/>
            <a:ext cx="1440160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Rectangle: Rounded Corners 44">
            <a:extLst>
              <a:ext uri="{FF2B5EF4-FFF2-40B4-BE49-F238E27FC236}">
                <a16:creationId xmlns:a16="http://schemas.microsoft.com/office/drawing/2014/main" id="{9B723CD1-870B-F1D9-904E-BB51CFF4BD3E}"/>
              </a:ext>
            </a:extLst>
          </p:cNvPr>
          <p:cNvSpPr/>
          <p:nvPr/>
        </p:nvSpPr>
        <p:spPr bwMode="auto">
          <a:xfrm>
            <a:off x="358943" y="1844824"/>
            <a:ext cx="1713737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A6080E5C-D8C9-9E8C-02D1-E99EC371D685}"/>
              </a:ext>
            </a:extLst>
          </p:cNvPr>
          <p:cNvSpPr/>
          <p:nvPr/>
        </p:nvSpPr>
        <p:spPr>
          <a:xfrm rot="21025772">
            <a:off x="3425954" y="1078811"/>
            <a:ext cx="2393208" cy="664233"/>
          </a:xfrm>
          <a:custGeom>
            <a:avLst/>
            <a:gdLst>
              <a:gd name="connsiteX0" fmla="*/ 0 w 1470211"/>
              <a:gd name="connsiteY0" fmla="*/ 946406 h 946406"/>
              <a:gd name="connsiteX1" fmla="*/ 618564 w 1470211"/>
              <a:gd name="connsiteY1" fmla="*/ 85794 h 946406"/>
              <a:gd name="connsiteX2" fmla="*/ 1470211 w 1470211"/>
              <a:gd name="connsiteY2" fmla="*/ 76829 h 946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70211" h="946406">
                <a:moveTo>
                  <a:pt x="0" y="946406"/>
                </a:moveTo>
                <a:cubicBezTo>
                  <a:pt x="186764" y="588564"/>
                  <a:pt x="373529" y="230723"/>
                  <a:pt x="618564" y="85794"/>
                </a:cubicBezTo>
                <a:cubicBezTo>
                  <a:pt x="863599" y="-59136"/>
                  <a:pt x="1166905" y="8846"/>
                  <a:pt x="1470211" y="76829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7024351-485F-424D-7291-C7F93BFABC31}"/>
              </a:ext>
            </a:extLst>
          </p:cNvPr>
          <p:cNvSpPr/>
          <p:nvPr/>
        </p:nvSpPr>
        <p:spPr>
          <a:xfrm>
            <a:off x="4601949" y="2259691"/>
            <a:ext cx="1145341" cy="968188"/>
          </a:xfrm>
          <a:custGeom>
            <a:avLst/>
            <a:gdLst>
              <a:gd name="connsiteX0" fmla="*/ 0 w 1506070"/>
              <a:gd name="connsiteY0" fmla="*/ 0 h 968188"/>
              <a:gd name="connsiteX1" fmla="*/ 788894 w 1506070"/>
              <a:gd name="connsiteY1" fmla="*/ 681318 h 968188"/>
              <a:gd name="connsiteX2" fmla="*/ 1506070 w 1506070"/>
              <a:gd name="connsiteY2" fmla="*/ 968188 h 968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6070" h="968188">
                <a:moveTo>
                  <a:pt x="0" y="0"/>
                </a:moveTo>
                <a:cubicBezTo>
                  <a:pt x="268941" y="259976"/>
                  <a:pt x="537882" y="519953"/>
                  <a:pt x="788894" y="681318"/>
                </a:cubicBezTo>
                <a:cubicBezTo>
                  <a:pt x="1039906" y="842683"/>
                  <a:pt x="1272988" y="905435"/>
                  <a:pt x="1506070" y="96818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333EBA63-8C63-96D9-5C3E-09A8CE1A6809}"/>
              </a:ext>
            </a:extLst>
          </p:cNvPr>
          <p:cNvSpPr/>
          <p:nvPr/>
        </p:nvSpPr>
        <p:spPr>
          <a:xfrm rot="11084869">
            <a:off x="2991932" y="4527572"/>
            <a:ext cx="1766590" cy="1098009"/>
          </a:xfrm>
          <a:custGeom>
            <a:avLst/>
            <a:gdLst>
              <a:gd name="connsiteX0" fmla="*/ 0 w 1264023"/>
              <a:gd name="connsiteY0" fmla="*/ 0 h 1075764"/>
              <a:gd name="connsiteX1" fmla="*/ 941294 w 1264023"/>
              <a:gd name="connsiteY1" fmla="*/ 502023 h 1075764"/>
              <a:gd name="connsiteX2" fmla="*/ 1264023 w 1264023"/>
              <a:gd name="connsiteY2" fmla="*/ 1075764 h 10757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64023" h="1075764">
                <a:moveTo>
                  <a:pt x="0" y="0"/>
                </a:moveTo>
                <a:cubicBezTo>
                  <a:pt x="365312" y="161364"/>
                  <a:pt x="730624" y="322729"/>
                  <a:pt x="941294" y="502023"/>
                </a:cubicBezTo>
                <a:cubicBezTo>
                  <a:pt x="1151964" y="681317"/>
                  <a:pt x="1207993" y="878540"/>
                  <a:pt x="1264023" y="1075764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4AD03AE6-9C63-CE38-05F0-8EC8D9FF7530}"/>
              </a:ext>
            </a:extLst>
          </p:cNvPr>
          <p:cNvSpPr/>
          <p:nvPr/>
        </p:nvSpPr>
        <p:spPr>
          <a:xfrm>
            <a:off x="1557114" y="3155871"/>
            <a:ext cx="1416055" cy="1726979"/>
          </a:xfrm>
          <a:custGeom>
            <a:avLst/>
            <a:gdLst>
              <a:gd name="connsiteX0" fmla="*/ 2976282 w 2976282"/>
              <a:gd name="connsiteY0" fmla="*/ 1281953 h 1757252"/>
              <a:gd name="connsiteX1" fmla="*/ 2115670 w 2976282"/>
              <a:gd name="connsiteY1" fmla="*/ 1757083 h 1757252"/>
              <a:gd name="connsiteX2" fmla="*/ 770965 w 2976282"/>
              <a:gd name="connsiteY2" fmla="*/ 1317812 h 1757252"/>
              <a:gd name="connsiteX3" fmla="*/ 0 w 2976282"/>
              <a:gd name="connsiteY3" fmla="*/ 0 h 1757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76282" h="1757252">
                <a:moveTo>
                  <a:pt x="2976282" y="1281953"/>
                </a:moveTo>
                <a:cubicBezTo>
                  <a:pt x="2729752" y="1516530"/>
                  <a:pt x="2483223" y="1751107"/>
                  <a:pt x="2115670" y="1757083"/>
                </a:cubicBezTo>
                <a:cubicBezTo>
                  <a:pt x="1748117" y="1763059"/>
                  <a:pt x="1123577" y="1610659"/>
                  <a:pt x="770965" y="1317812"/>
                </a:cubicBezTo>
                <a:cubicBezTo>
                  <a:pt x="418353" y="1024965"/>
                  <a:pt x="209176" y="512482"/>
                  <a:pt x="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D11D042B-6E34-C7D3-79E9-5508D4F12DA8}"/>
              </a:ext>
            </a:extLst>
          </p:cNvPr>
          <p:cNvSpPr/>
          <p:nvPr/>
        </p:nvSpPr>
        <p:spPr>
          <a:xfrm rot="10542234">
            <a:off x="6427128" y="622362"/>
            <a:ext cx="1209163" cy="1245742"/>
          </a:xfrm>
          <a:custGeom>
            <a:avLst/>
            <a:gdLst>
              <a:gd name="connsiteX0" fmla="*/ 0 w 654423"/>
              <a:gd name="connsiteY0" fmla="*/ 0 h 862171"/>
              <a:gd name="connsiteX1" fmla="*/ 206188 w 654423"/>
              <a:gd name="connsiteY1" fmla="*/ 726141 h 862171"/>
              <a:gd name="connsiteX2" fmla="*/ 654423 w 654423"/>
              <a:gd name="connsiteY2" fmla="*/ 860611 h 862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4423" h="862171">
                <a:moveTo>
                  <a:pt x="0" y="0"/>
                </a:moveTo>
                <a:cubicBezTo>
                  <a:pt x="48559" y="291353"/>
                  <a:pt x="97118" y="582706"/>
                  <a:pt x="206188" y="726141"/>
                </a:cubicBezTo>
                <a:cubicBezTo>
                  <a:pt x="315259" y="869576"/>
                  <a:pt x="484841" y="865093"/>
                  <a:pt x="654423" y="860611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1" name="Freeform: Shape 80">
            <a:extLst>
              <a:ext uri="{FF2B5EF4-FFF2-40B4-BE49-F238E27FC236}">
                <a16:creationId xmlns:a16="http://schemas.microsoft.com/office/drawing/2014/main" id="{301641C3-6585-0970-3518-761892F8F480}"/>
              </a:ext>
            </a:extLst>
          </p:cNvPr>
          <p:cNvSpPr/>
          <p:nvPr/>
        </p:nvSpPr>
        <p:spPr>
          <a:xfrm>
            <a:off x="6383241" y="2060848"/>
            <a:ext cx="650618" cy="976261"/>
          </a:xfrm>
          <a:custGeom>
            <a:avLst/>
            <a:gdLst>
              <a:gd name="connsiteX0" fmla="*/ 0 w 788895"/>
              <a:gd name="connsiteY0" fmla="*/ 896471 h 896471"/>
              <a:gd name="connsiteX1" fmla="*/ 224118 w 788895"/>
              <a:gd name="connsiteY1" fmla="*/ 188259 h 896471"/>
              <a:gd name="connsiteX2" fmla="*/ 788895 w 788895"/>
              <a:gd name="connsiteY2" fmla="*/ 0 h 8964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8895" h="896471">
                <a:moveTo>
                  <a:pt x="0" y="896471"/>
                </a:moveTo>
                <a:cubicBezTo>
                  <a:pt x="46318" y="617071"/>
                  <a:pt x="92636" y="337671"/>
                  <a:pt x="224118" y="188259"/>
                </a:cubicBezTo>
                <a:cubicBezTo>
                  <a:pt x="355600" y="38847"/>
                  <a:pt x="572247" y="19423"/>
                  <a:pt x="788895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D9333389-94BF-6673-1033-075FF5B01F23}"/>
              </a:ext>
            </a:extLst>
          </p:cNvPr>
          <p:cNvSpPr/>
          <p:nvPr/>
        </p:nvSpPr>
        <p:spPr>
          <a:xfrm rot="305268">
            <a:off x="6637949" y="2183695"/>
            <a:ext cx="2608960" cy="3655377"/>
          </a:xfrm>
          <a:custGeom>
            <a:avLst/>
            <a:gdLst>
              <a:gd name="connsiteX0" fmla="*/ 0 w 2983607"/>
              <a:gd name="connsiteY0" fmla="*/ 3478305 h 3478305"/>
              <a:gd name="connsiteX1" fmla="*/ 2626659 w 2983607"/>
              <a:gd name="connsiteY1" fmla="*/ 2662517 h 3478305"/>
              <a:gd name="connsiteX2" fmla="*/ 2958353 w 2983607"/>
              <a:gd name="connsiteY2" fmla="*/ 968188 h 3478305"/>
              <a:gd name="connsiteX3" fmla="*/ 2626659 w 2983607"/>
              <a:gd name="connsiteY3" fmla="*/ 0 h 34783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83607" h="3478305">
                <a:moveTo>
                  <a:pt x="0" y="3478305"/>
                </a:moveTo>
                <a:cubicBezTo>
                  <a:pt x="1066800" y="3279587"/>
                  <a:pt x="2133600" y="3080870"/>
                  <a:pt x="2626659" y="2662517"/>
                </a:cubicBezTo>
                <a:cubicBezTo>
                  <a:pt x="3119718" y="2244164"/>
                  <a:pt x="2958353" y="1411941"/>
                  <a:pt x="2958353" y="968188"/>
                </a:cubicBezTo>
                <a:cubicBezTo>
                  <a:pt x="2958353" y="524435"/>
                  <a:pt x="2792506" y="262217"/>
                  <a:pt x="2626659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3" name="Freeform: Shape 82">
            <a:extLst>
              <a:ext uri="{FF2B5EF4-FFF2-40B4-BE49-F238E27FC236}">
                <a16:creationId xmlns:a16="http://schemas.microsoft.com/office/drawing/2014/main" id="{DA18C47A-3E61-BC73-F2AE-CB016FC4A557}"/>
              </a:ext>
            </a:extLst>
          </p:cNvPr>
          <p:cNvSpPr/>
          <p:nvPr/>
        </p:nvSpPr>
        <p:spPr>
          <a:xfrm rot="772612">
            <a:off x="8189862" y="1558132"/>
            <a:ext cx="675699" cy="201809"/>
          </a:xfrm>
          <a:custGeom>
            <a:avLst/>
            <a:gdLst>
              <a:gd name="connsiteX0" fmla="*/ 0 w 1039906"/>
              <a:gd name="connsiteY0" fmla="*/ 340697 h 358627"/>
              <a:gd name="connsiteX1" fmla="*/ 519953 w 1039906"/>
              <a:gd name="connsiteY1" fmla="*/ 38 h 358627"/>
              <a:gd name="connsiteX2" fmla="*/ 1039906 w 1039906"/>
              <a:gd name="connsiteY2" fmla="*/ 358627 h 358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39906" h="358627">
                <a:moveTo>
                  <a:pt x="0" y="340697"/>
                </a:moveTo>
                <a:cubicBezTo>
                  <a:pt x="173317" y="168873"/>
                  <a:pt x="346635" y="-2950"/>
                  <a:pt x="519953" y="38"/>
                </a:cubicBezTo>
                <a:cubicBezTo>
                  <a:pt x="693271" y="3026"/>
                  <a:pt x="866588" y="180826"/>
                  <a:pt x="1039906" y="358627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BCFF6109-C876-60F7-A34F-57BCE4A0300F}"/>
              </a:ext>
            </a:extLst>
          </p:cNvPr>
          <p:cNvSpPr/>
          <p:nvPr/>
        </p:nvSpPr>
        <p:spPr>
          <a:xfrm rot="180035">
            <a:off x="1604364" y="133944"/>
            <a:ext cx="4571715" cy="1833860"/>
          </a:xfrm>
          <a:custGeom>
            <a:avLst/>
            <a:gdLst>
              <a:gd name="connsiteX0" fmla="*/ 5038165 w 5038165"/>
              <a:gd name="connsiteY0" fmla="*/ 548850 h 1821838"/>
              <a:gd name="connsiteX1" fmla="*/ 4159624 w 5038165"/>
              <a:gd name="connsiteY1" fmla="*/ 64756 h 1821838"/>
              <a:gd name="connsiteX2" fmla="*/ 1524000 w 5038165"/>
              <a:gd name="connsiteY2" fmla="*/ 199226 h 1821838"/>
              <a:gd name="connsiteX3" fmla="*/ 0 w 5038165"/>
              <a:gd name="connsiteY3" fmla="*/ 1821838 h 1821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38165" h="1821838">
                <a:moveTo>
                  <a:pt x="5038165" y="548850"/>
                </a:moveTo>
                <a:cubicBezTo>
                  <a:pt x="4891741" y="335938"/>
                  <a:pt x="4745318" y="123027"/>
                  <a:pt x="4159624" y="64756"/>
                </a:cubicBezTo>
                <a:cubicBezTo>
                  <a:pt x="3573930" y="6485"/>
                  <a:pt x="2217271" y="-93621"/>
                  <a:pt x="1524000" y="199226"/>
                </a:cubicBezTo>
                <a:cubicBezTo>
                  <a:pt x="830729" y="492073"/>
                  <a:pt x="415364" y="1156955"/>
                  <a:pt x="0" y="182183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34A8D625-56CF-A678-F747-6AFC24CD5093}"/>
              </a:ext>
            </a:extLst>
          </p:cNvPr>
          <p:cNvSpPr/>
          <p:nvPr/>
        </p:nvSpPr>
        <p:spPr>
          <a:xfrm rot="21068835">
            <a:off x="4991828" y="3403713"/>
            <a:ext cx="812111" cy="2080626"/>
          </a:xfrm>
          <a:custGeom>
            <a:avLst/>
            <a:gdLst>
              <a:gd name="connsiteX0" fmla="*/ 819057 w 819057"/>
              <a:gd name="connsiteY0" fmla="*/ 0 h 2070847"/>
              <a:gd name="connsiteX1" fmla="*/ 101880 w 819057"/>
              <a:gd name="connsiteY1" fmla="*/ 977153 h 2070847"/>
              <a:gd name="connsiteX2" fmla="*/ 21198 w 819057"/>
              <a:gd name="connsiteY2" fmla="*/ 2070847 h 2070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19057" h="2070847">
                <a:moveTo>
                  <a:pt x="819057" y="0"/>
                </a:moveTo>
                <a:cubicBezTo>
                  <a:pt x="526956" y="316006"/>
                  <a:pt x="234856" y="632012"/>
                  <a:pt x="101880" y="977153"/>
                </a:cubicBezTo>
                <a:cubicBezTo>
                  <a:pt x="-31096" y="1322294"/>
                  <a:pt x="-4949" y="1696570"/>
                  <a:pt x="21198" y="2070847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CB69B02-422A-FBEC-9AC6-5263E8C1FD0B}"/>
              </a:ext>
            </a:extLst>
          </p:cNvPr>
          <p:cNvSpPr/>
          <p:nvPr/>
        </p:nvSpPr>
        <p:spPr bwMode="auto">
          <a:xfrm>
            <a:off x="3540702" y="280111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C39DA48-DBE3-984F-39EE-894EE925454B}"/>
              </a:ext>
            </a:extLst>
          </p:cNvPr>
          <p:cNvSpPr/>
          <p:nvPr/>
        </p:nvSpPr>
        <p:spPr bwMode="auto">
          <a:xfrm>
            <a:off x="3448847" y="168446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84A854A-FBCC-4457-2B96-8A299F1C6F46}"/>
              </a:ext>
            </a:extLst>
          </p:cNvPr>
          <p:cNvSpPr/>
          <p:nvPr/>
        </p:nvSpPr>
        <p:spPr bwMode="auto">
          <a:xfrm>
            <a:off x="4839956" y="1921661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174BE1D-EE52-CC6D-06D2-CBC5072183EF}"/>
              </a:ext>
            </a:extLst>
          </p:cNvPr>
          <p:cNvSpPr/>
          <p:nvPr/>
        </p:nvSpPr>
        <p:spPr bwMode="auto">
          <a:xfrm>
            <a:off x="6099606" y="620688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50BF565-2419-95FE-1EAF-D5FCC7AAC74E}"/>
              </a:ext>
            </a:extLst>
          </p:cNvPr>
          <p:cNvSpPr/>
          <p:nvPr/>
        </p:nvSpPr>
        <p:spPr bwMode="auto">
          <a:xfrm>
            <a:off x="5866748" y="123143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E29A3FE-25D3-F9C6-ED15-003AD022653B}"/>
              </a:ext>
            </a:extLst>
          </p:cNvPr>
          <p:cNvSpPr/>
          <p:nvPr/>
        </p:nvSpPr>
        <p:spPr bwMode="auto">
          <a:xfrm>
            <a:off x="5570736" y="312440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C7BDD06-6A8D-3E52-307D-64782A79A56E}"/>
              </a:ext>
            </a:extLst>
          </p:cNvPr>
          <p:cNvSpPr/>
          <p:nvPr/>
        </p:nvSpPr>
        <p:spPr bwMode="auto">
          <a:xfrm>
            <a:off x="7897279" y="1611316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160EC1B-4B71-E273-C714-99BBE9238054}"/>
              </a:ext>
            </a:extLst>
          </p:cNvPr>
          <p:cNvSpPr/>
          <p:nvPr/>
        </p:nvSpPr>
        <p:spPr bwMode="auto">
          <a:xfrm>
            <a:off x="6362953" y="337819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B9F0621-F3B6-1F74-3844-3A7D99E6126C}"/>
              </a:ext>
            </a:extLst>
          </p:cNvPr>
          <p:cNvSpPr/>
          <p:nvPr/>
        </p:nvSpPr>
        <p:spPr bwMode="auto">
          <a:xfrm>
            <a:off x="4446346" y="3628063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9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C356503-0BFB-C229-B47B-4B613AF78ED2}"/>
              </a:ext>
            </a:extLst>
          </p:cNvPr>
          <p:cNvSpPr/>
          <p:nvPr/>
        </p:nvSpPr>
        <p:spPr bwMode="auto">
          <a:xfrm>
            <a:off x="2748018" y="4190623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10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66DE8E9-07D3-9A65-ED1F-2054192C11EE}"/>
              </a:ext>
            </a:extLst>
          </p:cNvPr>
          <p:cNvSpPr/>
          <p:nvPr/>
        </p:nvSpPr>
        <p:spPr bwMode="auto">
          <a:xfrm>
            <a:off x="6164621" y="5625826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A2ED031-2B85-82EA-45FA-7DB097327E86}"/>
              </a:ext>
            </a:extLst>
          </p:cNvPr>
          <p:cNvSpPr/>
          <p:nvPr/>
        </p:nvSpPr>
        <p:spPr bwMode="auto">
          <a:xfrm>
            <a:off x="9261495" y="1658460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F6308A9-AD85-EA40-0941-ED22A9F5DC51}"/>
              </a:ext>
            </a:extLst>
          </p:cNvPr>
          <p:cNvSpPr/>
          <p:nvPr/>
        </p:nvSpPr>
        <p:spPr bwMode="auto">
          <a:xfrm>
            <a:off x="195089" y="2566239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A4B78C6-C6E9-967A-826D-EC84D87E8D3D}"/>
              </a:ext>
            </a:extLst>
          </p:cNvPr>
          <p:cNvSpPr/>
          <p:nvPr/>
        </p:nvSpPr>
        <p:spPr bwMode="auto">
          <a:xfrm>
            <a:off x="283194" y="1676691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8FECC264-7954-CE3C-C672-3EF591A99DAF}"/>
              </a:ext>
            </a:extLst>
          </p:cNvPr>
          <p:cNvSpPr/>
          <p:nvPr/>
        </p:nvSpPr>
        <p:spPr>
          <a:xfrm rot="11382122" flipH="1">
            <a:off x="120555" y="2216722"/>
            <a:ext cx="195818" cy="540288"/>
          </a:xfrm>
          <a:custGeom>
            <a:avLst/>
            <a:gdLst>
              <a:gd name="connsiteX0" fmla="*/ 260087 w 286981"/>
              <a:gd name="connsiteY0" fmla="*/ 0 h 806823"/>
              <a:gd name="connsiteX1" fmla="*/ 110 w 286981"/>
              <a:gd name="connsiteY1" fmla="*/ 358588 h 806823"/>
              <a:gd name="connsiteX2" fmla="*/ 286981 w 286981"/>
              <a:gd name="connsiteY2" fmla="*/ 806823 h 8068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6981" h="806823">
                <a:moveTo>
                  <a:pt x="260087" y="0"/>
                </a:moveTo>
                <a:cubicBezTo>
                  <a:pt x="127857" y="112059"/>
                  <a:pt x="-4372" y="224118"/>
                  <a:pt x="110" y="358588"/>
                </a:cubicBezTo>
                <a:cubicBezTo>
                  <a:pt x="4592" y="493058"/>
                  <a:pt x="145786" y="649940"/>
                  <a:pt x="286981" y="806823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B4CBD4E0-877A-0244-8CDC-3908FCC7F4A8}"/>
              </a:ext>
            </a:extLst>
          </p:cNvPr>
          <p:cNvSpPr/>
          <p:nvPr/>
        </p:nvSpPr>
        <p:spPr>
          <a:xfrm rot="688199" flipH="1">
            <a:off x="1858466" y="1711958"/>
            <a:ext cx="1485280" cy="1320157"/>
          </a:xfrm>
          <a:custGeom>
            <a:avLst/>
            <a:gdLst>
              <a:gd name="connsiteX0" fmla="*/ 0 w 654423"/>
              <a:gd name="connsiteY0" fmla="*/ 0 h 862171"/>
              <a:gd name="connsiteX1" fmla="*/ 206188 w 654423"/>
              <a:gd name="connsiteY1" fmla="*/ 726141 h 862171"/>
              <a:gd name="connsiteX2" fmla="*/ 654423 w 654423"/>
              <a:gd name="connsiteY2" fmla="*/ 860611 h 862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4423" h="862171">
                <a:moveTo>
                  <a:pt x="0" y="0"/>
                </a:moveTo>
                <a:cubicBezTo>
                  <a:pt x="48559" y="291353"/>
                  <a:pt x="97118" y="582706"/>
                  <a:pt x="206188" y="726141"/>
                </a:cubicBezTo>
                <a:cubicBezTo>
                  <a:pt x="315259" y="869576"/>
                  <a:pt x="484841" y="865093"/>
                  <a:pt x="654423" y="860611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8DF2BF3-34F1-912B-3C3C-8125695C8301}"/>
              </a:ext>
            </a:extLst>
          </p:cNvPr>
          <p:cNvSpPr/>
          <p:nvPr/>
        </p:nvSpPr>
        <p:spPr>
          <a:xfrm rot="4000625">
            <a:off x="3669778" y="2303908"/>
            <a:ext cx="410032" cy="507598"/>
          </a:xfrm>
          <a:custGeom>
            <a:avLst/>
            <a:gdLst>
              <a:gd name="connsiteX0" fmla="*/ 0 w 1506070"/>
              <a:gd name="connsiteY0" fmla="*/ 0 h 968188"/>
              <a:gd name="connsiteX1" fmla="*/ 788894 w 1506070"/>
              <a:gd name="connsiteY1" fmla="*/ 681318 h 968188"/>
              <a:gd name="connsiteX2" fmla="*/ 1506070 w 1506070"/>
              <a:gd name="connsiteY2" fmla="*/ 968188 h 968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6070" h="968188">
                <a:moveTo>
                  <a:pt x="0" y="0"/>
                </a:moveTo>
                <a:cubicBezTo>
                  <a:pt x="268941" y="259976"/>
                  <a:pt x="537882" y="519953"/>
                  <a:pt x="788894" y="681318"/>
                </a:cubicBezTo>
                <a:cubicBezTo>
                  <a:pt x="1039906" y="842683"/>
                  <a:pt x="1272988" y="905435"/>
                  <a:pt x="1506070" y="96818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57DB4B19-ACBC-9BB8-BE08-B7521EA47E64}"/>
              </a:ext>
            </a:extLst>
          </p:cNvPr>
          <p:cNvSpPr/>
          <p:nvPr/>
        </p:nvSpPr>
        <p:spPr>
          <a:xfrm rot="365972">
            <a:off x="3649041" y="3090759"/>
            <a:ext cx="397662" cy="694021"/>
          </a:xfrm>
          <a:custGeom>
            <a:avLst/>
            <a:gdLst>
              <a:gd name="connsiteX0" fmla="*/ 0 w 1506070"/>
              <a:gd name="connsiteY0" fmla="*/ 0 h 968188"/>
              <a:gd name="connsiteX1" fmla="*/ 788894 w 1506070"/>
              <a:gd name="connsiteY1" fmla="*/ 681318 h 968188"/>
              <a:gd name="connsiteX2" fmla="*/ 1506070 w 1506070"/>
              <a:gd name="connsiteY2" fmla="*/ 968188 h 968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6070" h="968188">
                <a:moveTo>
                  <a:pt x="0" y="0"/>
                </a:moveTo>
                <a:cubicBezTo>
                  <a:pt x="268941" y="259976"/>
                  <a:pt x="537882" y="519953"/>
                  <a:pt x="788894" y="681318"/>
                </a:cubicBezTo>
                <a:cubicBezTo>
                  <a:pt x="1039906" y="842683"/>
                  <a:pt x="1272988" y="905435"/>
                  <a:pt x="1506070" y="96818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526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17AEF-BC8E-3625-6141-27374DF2F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3FE9CA17-1F39-209F-FB1A-A4AFC054F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080" y="2381604"/>
            <a:ext cx="720000" cy="10473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2006006-380F-8208-6E79-6E80A79AEE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097" y="933661"/>
            <a:ext cx="720000" cy="11446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D8D6585-812E-252F-8843-63057F5CF5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2880" y="971465"/>
            <a:ext cx="720000" cy="10690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43C1CD3-BDF3-2872-F4A7-5710A409FB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2675" y="1041167"/>
            <a:ext cx="720000" cy="9296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1D7C107-8D49-61DE-4AFE-CCDBF1226E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8481392" y="44624"/>
            <a:ext cx="1368152" cy="309464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27A35423-E2C2-BE78-0394-92A81262EEFC}"/>
              </a:ext>
            </a:extLst>
          </p:cNvPr>
          <p:cNvSpPr txBox="1"/>
          <p:nvPr/>
        </p:nvSpPr>
        <p:spPr>
          <a:xfrm>
            <a:off x="2301666" y="1513931"/>
            <a:ext cx="142668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a-IR" sz="1050"/>
              <a:t>start an exam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continue an exam</a:t>
            </a:r>
            <a:endParaRPr lang="fa-IR" sz="105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2F32F1A-3EBC-2B8D-BDC2-AC77588A95F5}"/>
              </a:ext>
            </a:extLst>
          </p:cNvPr>
          <p:cNvCxnSpPr>
            <a:cxnSpLocks/>
            <a:stCxn id="15" idx="2"/>
            <a:endCxn id="13" idx="1"/>
          </p:cNvCxnSpPr>
          <p:nvPr/>
        </p:nvCxnSpPr>
        <p:spPr>
          <a:xfrm rot="16200000" flipH="1">
            <a:off x="3382576" y="614797"/>
            <a:ext cx="827025" cy="37539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7DF0EDF-650B-37EC-F431-8318D6F9887C}"/>
              </a:ext>
            </a:extLst>
          </p:cNvPr>
          <p:cNvSpPr txBox="1"/>
          <p:nvPr/>
        </p:nvSpPr>
        <p:spPr>
          <a:xfrm>
            <a:off x="1918582" y="2683963"/>
            <a:ext cx="121142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report</a:t>
            </a:r>
            <a:endParaRPr lang="fa-IR" sz="105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0D5BCB-90CA-B767-0AA8-72AB0E7961A0}"/>
              </a:ext>
            </a:extLst>
          </p:cNvPr>
          <p:cNvSpPr txBox="1"/>
          <p:nvPr/>
        </p:nvSpPr>
        <p:spPr>
          <a:xfrm>
            <a:off x="1928566" y="3966470"/>
            <a:ext cx="144035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student courses</a:t>
            </a:r>
            <a:endParaRPr lang="fa-IR" sz="105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F9A96C85-DBF0-2808-5C7C-0B3EFE91E87E}"/>
              </a:ext>
            </a:extLst>
          </p:cNvPr>
          <p:cNvCxnSpPr>
            <a:cxnSpLocks/>
            <a:stCxn id="15" idx="2"/>
            <a:endCxn id="39" idx="1"/>
          </p:cNvCxnSpPr>
          <p:nvPr/>
        </p:nvCxnSpPr>
        <p:spPr>
          <a:xfrm rot="16200000" flipH="1">
            <a:off x="2989391" y="1007982"/>
            <a:ext cx="4175497" cy="631608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E711E135-3571-986C-9C5A-E6404FC315F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002" t="17342"/>
          <a:stretch>
            <a:fillRect/>
          </a:stretch>
        </p:blipFill>
        <p:spPr>
          <a:xfrm>
            <a:off x="8235182" y="5872303"/>
            <a:ext cx="720000" cy="7629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ACA17D94-4A16-DCFA-2A36-70F08633FC4F}"/>
              </a:ext>
            </a:extLst>
          </p:cNvPr>
          <p:cNvSpPr txBox="1"/>
          <p:nvPr/>
        </p:nvSpPr>
        <p:spPr>
          <a:xfrm>
            <a:off x="7585296" y="5995695"/>
            <a:ext cx="720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Pass</a:t>
            </a:r>
            <a:endParaRPr lang="fa-IR" sz="1050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6BFD7B9-DC3B-D3F4-C9CC-0CE365A54E7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002" t="17342"/>
          <a:stretch>
            <a:fillRect/>
          </a:stretch>
        </p:blipFill>
        <p:spPr>
          <a:xfrm>
            <a:off x="318727" y="417445"/>
            <a:ext cx="720000" cy="7629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017FE2F7-1AD0-8692-A41B-A776C94B298E}"/>
              </a:ext>
            </a:extLst>
          </p:cNvPr>
          <p:cNvCxnSpPr>
            <a:cxnSpLocks/>
            <a:stCxn id="15" idx="2"/>
            <a:endCxn id="69" idx="1"/>
          </p:cNvCxnSpPr>
          <p:nvPr/>
        </p:nvCxnSpPr>
        <p:spPr>
          <a:xfrm rot="16200000" flipH="1">
            <a:off x="1826958" y="2170415"/>
            <a:ext cx="2089982" cy="19057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767ABB7-D60A-F383-FB51-5640A70041A0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2279097" y="1505969"/>
            <a:ext cx="159378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93C3BD6D-0228-FCF4-1836-2F45A3BBBF66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4592880" y="1505969"/>
            <a:ext cx="22097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9" name="Picture 68">
            <a:extLst>
              <a:ext uri="{FF2B5EF4-FFF2-40B4-BE49-F238E27FC236}">
                <a16:creationId xmlns:a16="http://schemas.microsoft.com/office/drawing/2014/main" id="{8F85BB0B-AC2E-0025-0E15-5295D9386B2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24802" y="3735158"/>
            <a:ext cx="720000" cy="8662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EEB37BE8-EE3B-2395-9E5D-89A6C8E463CE}"/>
              </a:ext>
            </a:extLst>
          </p:cNvPr>
          <p:cNvSpPr txBox="1"/>
          <p:nvPr/>
        </p:nvSpPr>
        <p:spPr>
          <a:xfrm>
            <a:off x="4809498" y="1526439"/>
            <a:ext cx="1273985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select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finish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2D2BA4D-E84B-75B5-F711-F24F4BECB18F}"/>
              </a:ext>
            </a:extLst>
          </p:cNvPr>
          <p:cNvSpPr txBox="1"/>
          <p:nvPr/>
        </p:nvSpPr>
        <p:spPr>
          <a:xfrm>
            <a:off x="2141955" y="4149018"/>
            <a:ext cx="12020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get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correct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 i="1" u="sng"/>
              <a:t>report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filter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wipe out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back</a:t>
            </a:r>
            <a:endParaRPr lang="fa-IR" sz="9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4FE0884-8125-E687-06F4-F6BEF1E50AC9}"/>
              </a:ext>
            </a:extLst>
          </p:cNvPr>
          <p:cNvSpPr txBox="1"/>
          <p:nvPr/>
        </p:nvSpPr>
        <p:spPr>
          <a:xfrm>
            <a:off x="6686923" y="808230"/>
            <a:ext cx="127398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StudentExamTest</a:t>
            </a:r>
            <a:endParaRPr lang="fa-IR" sz="105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80AD901-C12A-6C4C-073A-A70D2C699710}"/>
              </a:ext>
            </a:extLst>
          </p:cNvPr>
          <p:cNvSpPr txBox="1"/>
          <p:nvPr/>
        </p:nvSpPr>
        <p:spPr>
          <a:xfrm>
            <a:off x="3728864" y="3500476"/>
            <a:ext cx="152630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StudentCourseTest</a:t>
            </a:r>
            <a:endParaRPr lang="fa-IR" sz="105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98E00BB-7010-6158-4BA4-FC6E97124267}"/>
              </a:ext>
            </a:extLst>
          </p:cNvPr>
          <p:cNvSpPr txBox="1"/>
          <p:nvPr/>
        </p:nvSpPr>
        <p:spPr>
          <a:xfrm>
            <a:off x="3810912" y="754631"/>
            <a:ext cx="139911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StudentExamTests</a:t>
            </a:r>
            <a:endParaRPr lang="fa-IR" sz="105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670DFEB-491B-F44E-645E-820950AFB988}"/>
              </a:ext>
            </a:extLst>
          </p:cNvPr>
          <p:cNvSpPr txBox="1"/>
          <p:nvPr/>
        </p:nvSpPr>
        <p:spPr>
          <a:xfrm>
            <a:off x="5682348" y="2162228"/>
            <a:ext cx="146434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ReportStudentExam</a:t>
            </a:r>
            <a:endParaRPr lang="fa-IR" sz="105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3A92EE9-82D8-169F-384B-CDDC1E474CA7}"/>
              </a:ext>
            </a:extLst>
          </p:cNvPr>
          <p:cNvSpPr txBox="1"/>
          <p:nvPr/>
        </p:nvSpPr>
        <p:spPr>
          <a:xfrm>
            <a:off x="8145166" y="5589240"/>
            <a:ext cx="128295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ChangePassword</a:t>
            </a:r>
            <a:endParaRPr lang="fa-IR" sz="105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BF87914-220E-2627-74A2-5A1F5AB5287A}"/>
              </a:ext>
            </a:extLst>
          </p:cNvPr>
          <p:cNvSpPr txBox="1"/>
          <p:nvPr/>
        </p:nvSpPr>
        <p:spPr>
          <a:xfrm>
            <a:off x="272480" y="188640"/>
            <a:ext cx="720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Login</a:t>
            </a:r>
            <a:endParaRPr lang="fa-IR" sz="105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528DBBC-F96E-65A5-67A7-C24B34CD360F}"/>
              </a:ext>
            </a:extLst>
          </p:cNvPr>
          <p:cNvSpPr txBox="1"/>
          <p:nvPr/>
        </p:nvSpPr>
        <p:spPr>
          <a:xfrm>
            <a:off x="1496616" y="708694"/>
            <a:ext cx="115212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</a:t>
            </a:r>
            <a:endParaRPr lang="fa-IR" sz="1050"/>
          </a:p>
        </p:txBody>
      </p: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191D368-F9B7-D57B-60E0-39D6D69B0E9C}"/>
              </a:ext>
            </a:extLst>
          </p:cNvPr>
          <p:cNvCxnSpPr>
            <a:cxnSpLocks/>
            <a:stCxn id="43" idx="2"/>
            <a:endCxn id="15" idx="1"/>
          </p:cNvCxnSpPr>
          <p:nvPr/>
        </p:nvCxnSpPr>
        <p:spPr>
          <a:xfrm rot="16200000" flipH="1">
            <a:off x="956121" y="902992"/>
            <a:ext cx="325583" cy="880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880BDB0B-AD8C-4175-17E7-B145D887EEBD}"/>
              </a:ext>
            </a:extLst>
          </p:cNvPr>
          <p:cNvSpPr txBox="1"/>
          <p:nvPr/>
        </p:nvSpPr>
        <p:spPr>
          <a:xfrm>
            <a:off x="7567447" y="1218673"/>
            <a:ext cx="1273985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answer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clear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bookmark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help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7866464-FAAB-66D6-4142-C82D448257B3}"/>
              </a:ext>
            </a:extLst>
          </p:cNvPr>
          <p:cNvSpPr txBox="1"/>
          <p:nvPr/>
        </p:nvSpPr>
        <p:spPr>
          <a:xfrm>
            <a:off x="6417715" y="3169523"/>
            <a:ext cx="127398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FE65EBC-59CD-C9D9-185C-ABB199FF8116}"/>
              </a:ext>
            </a:extLst>
          </p:cNvPr>
          <p:cNvSpPr txBox="1"/>
          <p:nvPr/>
        </p:nvSpPr>
        <p:spPr>
          <a:xfrm>
            <a:off x="8985527" y="6343436"/>
            <a:ext cx="72000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save</a:t>
            </a:r>
            <a:endParaRPr lang="fa-IR" sz="105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BAFE503-C83B-3F21-F3B2-42EA55617CE7}"/>
              </a:ext>
            </a:extLst>
          </p:cNvPr>
          <p:cNvSpPr txBox="1"/>
          <p:nvPr/>
        </p:nvSpPr>
        <p:spPr>
          <a:xfrm>
            <a:off x="4585554" y="4237638"/>
            <a:ext cx="127398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answer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82FBC9C-2E07-D4BC-2CF2-272751ACD8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6920" y="4581128"/>
            <a:ext cx="720000" cy="10473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8C1807-490A-3DC1-DDB1-6C3ADF5DB796}"/>
              </a:ext>
            </a:extLst>
          </p:cNvPr>
          <p:cNvSpPr txBox="1"/>
          <p:nvPr/>
        </p:nvSpPr>
        <p:spPr>
          <a:xfrm>
            <a:off x="5682348" y="4345885"/>
            <a:ext cx="163416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ReportStudentCourse</a:t>
            </a:r>
            <a:endParaRPr lang="fa-IR" sz="10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032CAB-FE1E-EFEA-3663-62E6A01AF1BB}"/>
              </a:ext>
            </a:extLst>
          </p:cNvPr>
          <p:cNvSpPr txBox="1"/>
          <p:nvPr/>
        </p:nvSpPr>
        <p:spPr>
          <a:xfrm>
            <a:off x="6479400" y="5345240"/>
            <a:ext cx="6894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4B39F15-CB1C-8191-CDEC-BD0B1B1FFD1A}"/>
              </a:ext>
            </a:extLst>
          </p:cNvPr>
          <p:cNvCxnSpPr>
            <a:cxnSpLocks/>
            <a:stCxn id="15" idx="2"/>
            <a:endCxn id="2" idx="1"/>
          </p:cNvCxnSpPr>
          <p:nvPr/>
        </p:nvCxnSpPr>
        <p:spPr>
          <a:xfrm rot="16200000" flipH="1">
            <a:off x="2294734" y="1702639"/>
            <a:ext cx="3026549" cy="37778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0250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9A5AD-53B3-4E78-CCC9-9FDCC57B7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D64BB5-5E37-A712-F733-382E4CB3BB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7991"/>
          <a:stretch>
            <a:fillRect/>
          </a:stretch>
        </p:blipFill>
        <p:spPr>
          <a:xfrm>
            <a:off x="202773" y="125755"/>
            <a:ext cx="1822523" cy="28300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6374C94-C534-B3DD-3E89-0E1B3A8568BF}"/>
              </a:ext>
            </a:extLst>
          </p:cNvPr>
          <p:cNvGrpSpPr/>
          <p:nvPr/>
        </p:nvGrpSpPr>
        <p:grpSpPr>
          <a:xfrm>
            <a:off x="1929778" y="3344309"/>
            <a:ext cx="1602036" cy="2164899"/>
            <a:chOff x="2828864" y="4041155"/>
            <a:chExt cx="1692088" cy="2574194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AE06B5C-E89D-9FF4-A822-052BBEA4E7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-1" r="5995"/>
            <a:stretch>
              <a:fillRect/>
            </a:stretch>
          </p:blipFill>
          <p:spPr>
            <a:xfrm>
              <a:off x="2828864" y="4041155"/>
              <a:ext cx="1692088" cy="257419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D95B20A-8C2E-D8A4-7F61-6D9B126C504F}"/>
                </a:ext>
              </a:extLst>
            </p:cNvPr>
            <p:cNvSpPr/>
            <p:nvPr/>
          </p:nvSpPr>
          <p:spPr>
            <a:xfrm>
              <a:off x="2972880" y="4689227"/>
              <a:ext cx="576064" cy="72008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F13AB64-401B-ECB9-FC9B-A06ECCB44DF4}"/>
                </a:ext>
              </a:extLst>
            </p:cNvPr>
            <p:cNvSpPr/>
            <p:nvPr/>
          </p:nvSpPr>
          <p:spPr>
            <a:xfrm>
              <a:off x="2972880" y="5049267"/>
              <a:ext cx="576064" cy="72008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22400DA-E2D4-B4F0-354E-46344E68E5A6}"/>
                </a:ext>
              </a:extLst>
            </p:cNvPr>
            <p:cNvSpPr/>
            <p:nvPr/>
          </p:nvSpPr>
          <p:spPr>
            <a:xfrm>
              <a:off x="2972880" y="6273403"/>
              <a:ext cx="640915" cy="144016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9AC5DE55-1D47-709A-CDCE-C3464028E6F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1990"/>
          <a:stretch>
            <a:fillRect/>
          </a:stretch>
        </p:blipFill>
        <p:spPr>
          <a:xfrm>
            <a:off x="88088" y="3344309"/>
            <a:ext cx="1715159" cy="31374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29E432E-6781-BC28-592A-5430C6273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79414" y="352415"/>
            <a:ext cx="835683" cy="8303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87F3C99-8A1D-6816-2DE7-65E0A60064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8481392" y="44624"/>
            <a:ext cx="1368152" cy="30946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5AA40BE-34DE-69DD-92B0-276C2C1E60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326" y="161024"/>
            <a:ext cx="1655369" cy="22795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C4C359B-88CE-388F-6C66-BD8EE92E6DF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80930" y="2564904"/>
            <a:ext cx="1172270" cy="17281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DDF4CEB-7EA3-F2C9-BDB7-43A08C77427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1817" y="4676388"/>
            <a:ext cx="1285375" cy="21256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86495B-2E74-0CAC-B320-8B26B076A21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15868" y="2733377"/>
            <a:ext cx="1461667" cy="13821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AC8CDC7-5908-7A3E-0272-E0ECAC111E9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95570" y="4618179"/>
            <a:ext cx="1302264" cy="21740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3B25455-C76C-3D22-C3C1-64D76EDE0D0E}"/>
              </a:ext>
            </a:extLst>
          </p:cNvPr>
          <p:cNvSpPr txBox="1"/>
          <p:nvPr/>
        </p:nvSpPr>
        <p:spPr>
          <a:xfrm>
            <a:off x="3843672" y="56002"/>
            <a:ext cx="114257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T_SwitchBoard</a:t>
            </a:r>
            <a:endParaRPr lang="fa-IR" sz="1050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5A188ABB-3C68-6A2C-1FAB-58553348D6F1}"/>
              </a:ext>
            </a:extLst>
          </p:cNvPr>
          <p:cNvCxnSpPr>
            <a:cxnSpLocks/>
            <a:stCxn id="4" idx="1"/>
            <a:endCxn id="8" idx="3"/>
          </p:cNvCxnSpPr>
          <p:nvPr/>
        </p:nvCxnSpPr>
        <p:spPr>
          <a:xfrm rot="10800000" flipV="1">
            <a:off x="2025296" y="767573"/>
            <a:ext cx="1954118" cy="773224"/>
          </a:xfrm>
          <a:prstGeom prst="bentConnector3">
            <a:avLst>
              <a:gd name="adj1" fmla="val 91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56FCA8A-A7CA-BAEC-8300-02FA4CE3D917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815097" y="767573"/>
            <a:ext cx="1814229" cy="533242"/>
          </a:xfrm>
          <a:prstGeom prst="bentConnector3">
            <a:avLst>
              <a:gd name="adj1" fmla="val 1145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76DF6AB0-4316-493C-BFEB-7A641D49518F}"/>
              </a:ext>
            </a:extLst>
          </p:cNvPr>
          <p:cNvCxnSpPr>
            <a:cxnSpLocks/>
            <a:stCxn id="24" idx="2"/>
            <a:endCxn id="26" idx="3"/>
          </p:cNvCxnSpPr>
          <p:nvPr/>
        </p:nvCxnSpPr>
        <p:spPr>
          <a:xfrm rot="5400000">
            <a:off x="6610909" y="2582897"/>
            <a:ext cx="988395" cy="7038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21FF219D-B755-D9F4-571A-841667923691}"/>
              </a:ext>
            </a:extLst>
          </p:cNvPr>
          <p:cNvCxnSpPr>
            <a:cxnSpLocks/>
            <a:stCxn id="24" idx="2"/>
            <a:endCxn id="19" idx="1"/>
          </p:cNvCxnSpPr>
          <p:nvPr/>
        </p:nvCxnSpPr>
        <p:spPr>
          <a:xfrm rot="16200000" flipH="1">
            <a:off x="7394513" y="2503102"/>
            <a:ext cx="983853" cy="85885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12A8741-0281-45DD-6C1F-69C230F076F1}"/>
              </a:ext>
            </a:extLst>
          </p:cNvPr>
          <p:cNvCxnSpPr>
            <a:cxnSpLocks/>
            <a:stCxn id="26" idx="2"/>
            <a:endCxn id="17" idx="0"/>
          </p:cNvCxnSpPr>
          <p:nvPr/>
        </p:nvCxnSpPr>
        <p:spPr>
          <a:xfrm flipH="1">
            <a:off x="6164505" y="4293096"/>
            <a:ext cx="2560" cy="3832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F8D17AE-1EAC-7655-438F-18C0B1DDD6CB}"/>
              </a:ext>
            </a:extLst>
          </p:cNvPr>
          <p:cNvCxnSpPr>
            <a:cxnSpLocks/>
            <a:stCxn id="19" idx="2"/>
            <a:endCxn id="23" idx="0"/>
          </p:cNvCxnSpPr>
          <p:nvPr/>
        </p:nvCxnSpPr>
        <p:spPr>
          <a:xfrm>
            <a:off x="9046702" y="4115538"/>
            <a:ext cx="0" cy="5026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089F8B9-B00B-6B6E-012B-6B5D8011787C}"/>
              </a:ext>
            </a:extLst>
          </p:cNvPr>
          <p:cNvSpPr txBox="1"/>
          <p:nvPr/>
        </p:nvSpPr>
        <p:spPr>
          <a:xfrm>
            <a:off x="2018699" y="114184"/>
            <a:ext cx="10000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T_Students</a:t>
            </a:r>
            <a:endParaRPr lang="fa-IR" sz="105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B718D59-E9B3-FE61-A5DD-EAF58602FBEE}"/>
              </a:ext>
            </a:extLst>
          </p:cNvPr>
          <p:cNvSpPr txBox="1"/>
          <p:nvPr/>
        </p:nvSpPr>
        <p:spPr>
          <a:xfrm>
            <a:off x="5795269" y="38912"/>
            <a:ext cx="10000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T_Courses</a:t>
            </a:r>
            <a:endParaRPr lang="fa-IR" sz="105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27ACB3D-B591-A407-E231-77FFB80F3EDB}"/>
              </a:ext>
            </a:extLst>
          </p:cNvPr>
          <p:cNvSpPr txBox="1"/>
          <p:nvPr/>
        </p:nvSpPr>
        <p:spPr>
          <a:xfrm>
            <a:off x="5381883" y="2353541"/>
            <a:ext cx="1155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T_CourseTests</a:t>
            </a:r>
            <a:endParaRPr lang="fa-IR" sz="105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D3A5C52-C2DC-B924-BBD3-079F96E843D7}"/>
              </a:ext>
            </a:extLst>
          </p:cNvPr>
          <p:cNvSpPr txBox="1"/>
          <p:nvPr/>
        </p:nvSpPr>
        <p:spPr>
          <a:xfrm>
            <a:off x="8346517" y="2477985"/>
            <a:ext cx="12305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T_CourseExams</a:t>
            </a:r>
            <a:endParaRPr lang="fa-IR" sz="105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4F65E8-717B-30E5-A306-F3528B64FB82}"/>
              </a:ext>
            </a:extLst>
          </p:cNvPr>
          <p:cNvSpPr txBox="1"/>
          <p:nvPr/>
        </p:nvSpPr>
        <p:spPr>
          <a:xfrm>
            <a:off x="6199840" y="4467210"/>
            <a:ext cx="119092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T_CourseTest</a:t>
            </a:r>
            <a:endParaRPr lang="fa-IR" sz="105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E4D1A2F-3E7C-23D6-E8B9-30252E7F2600}"/>
              </a:ext>
            </a:extLst>
          </p:cNvPr>
          <p:cNvSpPr txBox="1"/>
          <p:nvPr/>
        </p:nvSpPr>
        <p:spPr>
          <a:xfrm>
            <a:off x="7974971" y="4384512"/>
            <a:ext cx="1155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T_CourseExam</a:t>
            </a:r>
            <a:endParaRPr lang="fa-IR" sz="105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7BB9B8-10E1-7429-82C3-44F080600CB0}"/>
              </a:ext>
            </a:extLst>
          </p:cNvPr>
          <p:cNvSpPr txBox="1"/>
          <p:nvPr/>
        </p:nvSpPr>
        <p:spPr>
          <a:xfrm>
            <a:off x="97637" y="6538290"/>
            <a:ext cx="128464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T_ReportExams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00FE4D9-882B-C245-323C-5BF27E0CC49C}"/>
              </a:ext>
            </a:extLst>
          </p:cNvPr>
          <p:cNvSpPr txBox="1"/>
          <p:nvPr/>
        </p:nvSpPr>
        <p:spPr>
          <a:xfrm>
            <a:off x="2148827" y="5573303"/>
            <a:ext cx="13829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T_ReportExams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63C2CAD8-31B3-B3D6-E956-8BA697180F5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12052" y="3369959"/>
            <a:ext cx="1461185" cy="21256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6ED5C06E-C064-4250-A36F-616D31A8D639}"/>
              </a:ext>
            </a:extLst>
          </p:cNvPr>
          <p:cNvSpPr txBox="1"/>
          <p:nvPr/>
        </p:nvSpPr>
        <p:spPr>
          <a:xfrm>
            <a:off x="3950527" y="5607941"/>
            <a:ext cx="13829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T_ReportTests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4459128-AD5E-15BD-8533-C522282E3794}"/>
              </a:ext>
            </a:extLst>
          </p:cNvPr>
          <p:cNvSpPr/>
          <p:nvPr/>
        </p:nvSpPr>
        <p:spPr bwMode="auto">
          <a:xfrm>
            <a:off x="21915" y="3140968"/>
            <a:ext cx="5311599" cy="3661030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9697870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1760</TotalTime>
  <Words>338</Words>
  <Application>Microsoft Office PowerPoint</Application>
  <PresentationFormat>A4 Paper (210x297 mm)</PresentationFormat>
  <Paragraphs>266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Consolas</vt:lpstr>
      <vt:lpstr>Segoe UI</vt:lpstr>
      <vt:lpstr>Blank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378</cp:revision>
  <cp:lastPrinted>2025-11-13T08:39:11Z</cp:lastPrinted>
  <dcterms:modified xsi:type="dcterms:W3CDTF">2025-12-18T06:40:35Z</dcterms:modified>
</cp:coreProperties>
</file>