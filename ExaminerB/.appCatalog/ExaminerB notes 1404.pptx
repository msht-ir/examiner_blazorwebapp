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00" d="100"/>
          <a:sy n="200" d="100"/>
        </p:scale>
        <p:origin x="264" y="-563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06/02/1448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3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88036" y="90839"/>
            <a:ext cx="1366068" cy="17486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-          32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        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007411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6560</TotalTime>
  <Words>502</Words>
  <Application>Microsoft Office PowerPoint</Application>
  <PresentationFormat>Custom</PresentationFormat>
  <Paragraphs>301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578</cp:revision>
  <cp:lastPrinted>2026-07-18T08:45:37Z</cp:lastPrinted>
  <dcterms:modified xsi:type="dcterms:W3CDTF">2026-07-21T18:40:29Z</dcterms:modified>
</cp:coreProperties>
</file>