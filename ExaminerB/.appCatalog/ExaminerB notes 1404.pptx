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96" d="100"/>
          <a:sy n="96" d="100"/>
        </p:scale>
        <p:origin x="3528" y="90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06/01/1448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52811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1:IsActive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2:ChangePass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4:ReviewEx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8:GetStExTests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16:CorrectStExTests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32:RevStExTests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149940"/>
            <a:ext cx="997025" cy="1003009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128061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  <a:endParaRPr lang="fa-IR" sz="853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007716" y="7332621"/>
            <a:ext cx="1683369" cy="1236232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parentTypes: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quickNote by 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section Note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3: note on Student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 note on Group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5: note on Course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6: note on Exam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7: quickNote by 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 note on Examstudents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9315" y="1829793"/>
            <a:ext cx="2013126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2735908" y="7920781"/>
            <a:ext cx="1584176" cy="62035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1:rtl      2:done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4:shared  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endParaRPr lang="en-US" sz="853" kern="100">
              <a:solidFill>
                <a:schemeClr val="tx1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77984" y="7242193"/>
            <a:ext cx="861549" cy="82260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UserType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3026</TotalTime>
  <Words>429</Words>
  <Application>Microsoft Office PowerPoint</Application>
  <PresentationFormat>Custom</PresentationFormat>
  <Paragraphs>265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513</cp:revision>
  <cp:lastPrinted>2026-01-01T08:26:55Z</cp:lastPrinted>
  <dcterms:modified xsi:type="dcterms:W3CDTF">2026-06-21T16:35:58Z</dcterms:modified>
</cp:coreProperties>
</file>