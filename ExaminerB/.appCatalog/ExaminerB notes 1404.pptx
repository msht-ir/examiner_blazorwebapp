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7" r:id="rId3"/>
    <p:sldId id="266" r:id="rId4"/>
    <p:sldId id="264" r:id="rId5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>
        <p:scale>
          <a:sx n="154" d="100"/>
          <a:sy n="154" d="100"/>
        </p:scale>
        <p:origin x="-2466" y="-3906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10/06/1447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45467" y="2650458"/>
            <a:ext cx="1338093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36776" y="670022"/>
            <a:ext cx="1345888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12640" y="4365104"/>
            <a:ext cx="94705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238749" y="4365104"/>
            <a:ext cx="1298639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433833" y="2979164"/>
            <a:ext cx="1428350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08695" y="692697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14510" y="672164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078700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964218" y="58567"/>
            <a:ext cx="1881022" cy="2573215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81241" y="-466857"/>
            <a:ext cx="265358" cy="2008401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2710762" y="4406833"/>
            <a:ext cx="2884492" cy="289981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3609720" y="2159039"/>
            <a:ext cx="4794" cy="49141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282615" y="1942012"/>
            <a:ext cx="1506140" cy="533862"/>
          </a:xfrm>
          <a:prstGeom prst="borderCallout2">
            <a:avLst>
              <a:gd name="adj1" fmla="val 51289"/>
              <a:gd name="adj2" fmla="val 100433"/>
              <a:gd name="adj3" fmla="val 50700"/>
              <a:gd name="adj4" fmla="val 115464"/>
              <a:gd name="adj5" fmla="val 27228"/>
              <a:gd name="adj6" fmla="val 12346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 mode</a:t>
            </a:r>
          </a:p>
          <a:p>
            <a:pPr algn="l" rtl="0"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4468"/>
              <a:gd name="adj6" fmla="val -7130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42856" y="4132711"/>
            <a:ext cx="1359523" cy="873690"/>
          </a:xfrm>
          <a:prstGeom prst="borderCallout2">
            <a:avLst>
              <a:gd name="adj1" fmla="val 79785"/>
              <a:gd name="adj2" fmla="val 105"/>
              <a:gd name="adj3" fmla="val 79499"/>
              <a:gd name="adj4" fmla="val -13697"/>
              <a:gd name="adj5" fmla="val 27669"/>
              <a:gd name="adj6" fmla="val -2805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report problem</a:t>
            </a: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573912" y="5953472"/>
            <a:ext cx="1121928" cy="388282"/>
          </a:xfrm>
          <a:prstGeom prst="borderCallout2">
            <a:avLst>
              <a:gd name="adj1" fmla="val 44106"/>
              <a:gd name="adj2" fmla="val 103494"/>
              <a:gd name="adj3" fmla="val -12924"/>
              <a:gd name="adj4" fmla="val 147080"/>
              <a:gd name="adj5" fmla="val -47344"/>
              <a:gd name="adj6" fmla="val 14739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174373" y="5399472"/>
            <a:ext cx="1001746" cy="388281"/>
          </a:xfrm>
          <a:prstGeom prst="borderCallout2">
            <a:avLst>
              <a:gd name="adj1" fmla="val 24994"/>
              <a:gd name="adj2" fmla="val 98922"/>
              <a:gd name="adj3" fmla="val 8692"/>
              <a:gd name="adj4" fmla="val 111910"/>
              <a:gd name="adj5" fmla="val -35543"/>
              <a:gd name="adj6" fmla="val 11379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32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3968" y="1160416"/>
            <a:ext cx="1496377" cy="933533"/>
          </a:xfrm>
          <a:prstGeom prst="borderCallout2">
            <a:avLst>
              <a:gd name="adj1" fmla="val 98983"/>
              <a:gd name="adj2" fmla="val 42080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10797" y="5296390"/>
            <a:ext cx="1718015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3"/>
          </p:cNvCxnSpPr>
          <p:nvPr/>
        </p:nvCxnSpPr>
        <p:spPr bwMode="auto">
          <a:xfrm rot="5400000">
            <a:off x="2498432" y="3935825"/>
            <a:ext cx="1277341" cy="95482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79052" y="5298184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224014" y="3554997"/>
            <a:ext cx="3105159" cy="2829486"/>
          </a:xfrm>
          <a:prstGeom prst="bentConnector3">
            <a:avLst>
              <a:gd name="adj1" fmla="val 1073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 bwMode="auto">
          <a:xfrm rot="16200000" flipH="1">
            <a:off x="3726374" y="3662707"/>
            <a:ext cx="1523617" cy="1747336"/>
          </a:xfrm>
          <a:prstGeom prst="bentConnector3">
            <a:avLst>
              <a:gd name="adj1" fmla="val 8398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150957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874235" y="2285684"/>
            <a:ext cx="989122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620477" y="1144100"/>
            <a:ext cx="1749551" cy="2651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11" idx="3"/>
          </p:cNvCxnSpPr>
          <p:nvPr/>
        </p:nvCxnSpPr>
        <p:spPr bwMode="auto">
          <a:xfrm rot="16200000" flipV="1">
            <a:off x="9140268" y="1663891"/>
            <a:ext cx="716094" cy="25903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483818" y="2151457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4035949" y="276788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1949" y="32784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422730" y="4566062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265466" y="458827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96881" y="62520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934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99602" y="109548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1401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357513" y="216056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74725" y="233673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4543" y="569197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697576" y="56919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65" idx="0"/>
          </p:cNvCxnSpPr>
          <p:nvPr/>
        </p:nvCxnSpPr>
        <p:spPr bwMode="auto">
          <a:xfrm rot="5400000">
            <a:off x="8536873" y="1808350"/>
            <a:ext cx="368543" cy="33589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337376" y="4157059"/>
            <a:ext cx="1250132" cy="136936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MessageText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242078" y="444619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97" idx="0"/>
          </p:cNvCxnSpPr>
          <p:nvPr/>
        </p:nvCxnSpPr>
        <p:spPr bwMode="auto">
          <a:xfrm rot="16200000" flipH="1">
            <a:off x="8206940" y="3401557"/>
            <a:ext cx="739898" cy="7711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2"/>
            <a:endCxn id="97" idx="0"/>
          </p:cNvCxnSpPr>
          <p:nvPr/>
        </p:nvCxnSpPr>
        <p:spPr bwMode="auto">
          <a:xfrm rot="5400000">
            <a:off x="8795669" y="3583932"/>
            <a:ext cx="739900" cy="406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2941444" y="5526426"/>
            <a:ext cx="1342117" cy="122413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2DB2978-5C52-2BDC-A137-444FBE76C194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 bwMode="auto">
          <a:xfrm rot="5400000">
            <a:off x="2737580" y="4649491"/>
            <a:ext cx="1751859" cy="2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3991969" y="587242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8372104" y="5736724"/>
            <a:ext cx="1359523" cy="873690"/>
          </a:xfrm>
          <a:prstGeom prst="borderCallout2">
            <a:avLst>
              <a:gd name="adj1" fmla="val -2091"/>
              <a:gd name="adj2" fmla="val 22525"/>
              <a:gd name="adj3" fmla="val -10209"/>
              <a:gd name="adj4" fmla="val 21991"/>
              <a:gd name="adj5" fmla="val -23593"/>
              <a:gd name="adj6" fmla="val 809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Ans:Yes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Ans:No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TypeIsFeedback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303</Words>
  <Application>Microsoft Office PowerPoint</Application>
  <PresentationFormat>A4 Paper (210x297 mm)</PresentationFormat>
  <Paragraphs>225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349</cp:revision>
  <cp:lastPrinted>2025-11-13T08:39:11Z</cp:lastPrinted>
  <dcterms:modified xsi:type="dcterms:W3CDTF">2025-11-30T08:10:40Z</dcterms:modified>
</cp:coreProperties>
</file>