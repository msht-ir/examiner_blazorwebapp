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2" r:id="rId2"/>
    <p:sldId id="263" r:id="rId3"/>
    <p:sldId id="264" r:id="rId4"/>
  </p:sldIdLst>
  <p:sldSz cx="9906000" cy="6858000" type="A4"/>
  <p:notesSz cx="6645275" cy="9777413"/>
  <p:defaultTextStyle>
    <a:defPPr/>
  </p:defaultTextStyle>
  <p:extLst>
    <p:ext uri="{EFAFB233-063F-42B5-8137-9DF3F51BA10A}">
      <p15:sldGuideLst xmlns:p15="http://schemas.microsoft.com/office/powerpoint/2012/main">
        <p15:guide id="1" orient="horz" pos="2613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3FA"/>
    <a:srgbClr val="EEF7E9"/>
    <a:srgbClr val="FDF0E7"/>
    <a:srgbClr val="FFF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38" autoAdjust="0"/>
    <p:restoredTop sz="96247" autoAdjust="0"/>
  </p:normalViewPr>
  <p:slideViewPr>
    <p:cSldViewPr>
      <p:cViewPr varScale="1">
        <p:scale>
          <a:sx n="120" d="100"/>
          <a:sy n="120" d="100"/>
        </p:scale>
        <p:origin x="3270" y="-264"/>
      </p:cViewPr>
      <p:guideLst>
        <p:guide orient="horz" pos="2613"/>
        <p:guide pos="2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5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CC3A-F8D4-45E6-0A50-F30082E883B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169306" name="Notes Placeholder 1591169305">
            <a:extLst>
              <a:ext uri="{FF2B5EF4-FFF2-40B4-BE49-F238E27FC236}">
                <a16:creationId xmlns:a16="http://schemas.microsoft.com/office/drawing/2014/main" id="{3EEB2927-5AE7-D14F-3065-D04B1B4AAB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 bwMode="auto">
          <a:xfrm>
            <a:off x="697622" y="5003872"/>
            <a:ext cx="5929793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700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68144" name="Title 1"/>
          <p:cNvSpPr>
            <a:spLocks noGrp="1"/>
          </p:cNvSpPr>
          <p:nvPr>
            <p:ph type="ctrTitle"/>
          </p:nvPr>
        </p:nvSpPr>
        <p:spPr bwMode="auto">
          <a:xfrm>
            <a:off x="1238292" y="1122496"/>
            <a:ext cx="7429742" cy="2387886"/>
          </a:xfrm>
        </p:spPr>
        <p:txBody>
          <a:bodyPr anchor="b"/>
          <a:lstStyle>
            <a:lvl1pPr algn="ctr">
              <a:defRPr sz="932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5646437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238292" y="3602472"/>
            <a:ext cx="7429742" cy="1655961"/>
          </a:xfrm>
        </p:spPr>
        <p:txBody>
          <a:bodyPr/>
          <a:lstStyle>
            <a:lvl1pPr marL="0" indent="0" algn="ctr">
              <a:buNone/>
              <a:defRPr sz="373"/>
            </a:lvl1pPr>
            <a:lvl2pPr marL="71002" indent="0" algn="ctr">
              <a:buNone/>
              <a:defRPr sz="310"/>
            </a:lvl2pPr>
            <a:lvl3pPr marL="142007" indent="0" algn="ctr">
              <a:buNone/>
              <a:defRPr sz="279"/>
            </a:lvl3pPr>
            <a:lvl4pPr marL="213008" indent="0" algn="ctr">
              <a:buNone/>
              <a:defRPr sz="249"/>
            </a:lvl4pPr>
            <a:lvl5pPr marL="284012" indent="0" algn="ctr">
              <a:buNone/>
              <a:defRPr sz="249"/>
            </a:lvl5pPr>
            <a:lvl6pPr marL="355016" indent="0" algn="ctr">
              <a:buNone/>
              <a:defRPr sz="249"/>
            </a:lvl6pPr>
            <a:lvl7pPr marL="426019" indent="0" algn="ctr">
              <a:buNone/>
              <a:defRPr sz="249"/>
            </a:lvl7pPr>
            <a:lvl8pPr marL="497022" indent="0" algn="ctr">
              <a:buNone/>
              <a:defRPr sz="249"/>
            </a:lvl8pPr>
            <a:lvl9pPr marL="568024" indent="0" algn="ctr">
              <a:buNone/>
              <a:defRPr sz="249"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10462851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9465922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967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495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356000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4239784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5717269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8308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32808" name="Title 1"/>
          <p:cNvSpPr>
            <a:spLocks noGrp="1"/>
          </p:cNvSpPr>
          <p:nvPr>
            <p:ph type="title"/>
          </p:nvPr>
        </p:nvSpPr>
        <p:spPr bwMode="auto">
          <a:xfrm>
            <a:off x="675904" y="1709945"/>
            <a:ext cx="8544204" cy="2853078"/>
          </a:xfrm>
        </p:spPr>
        <p:txBody>
          <a:bodyPr anchor="b"/>
          <a:lstStyle>
            <a:lvl1pPr>
              <a:defRPr sz="932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303491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5904" y="4590015"/>
            <a:ext cx="8544204" cy="1500366"/>
          </a:xfrm>
        </p:spPr>
        <p:txBody>
          <a:bodyPr/>
          <a:lstStyle>
            <a:lvl1pPr marL="0" indent="0">
              <a:buNone/>
              <a:defRPr sz="373">
                <a:solidFill>
                  <a:schemeClr val="tx1">
                    <a:tint val="75000"/>
                  </a:schemeClr>
                </a:solidFill>
              </a:defRPr>
            </a:lvl1pPr>
            <a:lvl2pPr marL="71002" indent="0">
              <a:buNone/>
              <a:defRPr sz="310">
                <a:solidFill>
                  <a:schemeClr val="tx1">
                    <a:tint val="75000"/>
                  </a:schemeClr>
                </a:solidFill>
              </a:defRPr>
            </a:lvl2pPr>
            <a:lvl3pPr marL="142007" indent="0">
              <a:buNone/>
              <a:defRPr sz="279">
                <a:solidFill>
                  <a:schemeClr val="tx1">
                    <a:tint val="75000"/>
                  </a:schemeClr>
                </a:solidFill>
              </a:defRPr>
            </a:lvl3pPr>
            <a:lvl4pPr marL="213008" indent="0">
              <a:buNone/>
              <a:defRPr sz="249">
                <a:solidFill>
                  <a:schemeClr val="tx1">
                    <a:tint val="75000"/>
                  </a:schemeClr>
                </a:solidFill>
              </a:defRPr>
            </a:lvl4pPr>
            <a:lvl5pPr marL="284012" indent="0">
              <a:buNone/>
              <a:defRPr sz="249">
                <a:solidFill>
                  <a:schemeClr val="tx1">
                    <a:tint val="75000"/>
                  </a:schemeClr>
                </a:solidFill>
              </a:defRPr>
            </a:lvl5pPr>
            <a:lvl6pPr marL="355016" indent="0">
              <a:buNone/>
              <a:defRPr sz="249">
                <a:solidFill>
                  <a:schemeClr val="tx1">
                    <a:tint val="75000"/>
                  </a:schemeClr>
                </a:solidFill>
              </a:defRPr>
            </a:lvl6pPr>
            <a:lvl7pPr marL="426019" indent="0">
              <a:buNone/>
              <a:defRPr sz="249">
                <a:solidFill>
                  <a:schemeClr val="tx1">
                    <a:tint val="75000"/>
                  </a:schemeClr>
                </a:solidFill>
              </a:defRPr>
            </a:lvl7pPr>
            <a:lvl8pPr marL="497022" indent="0">
              <a:buNone/>
              <a:defRPr sz="249">
                <a:solidFill>
                  <a:schemeClr val="tx1">
                    <a:tint val="75000"/>
                  </a:schemeClr>
                </a:solidFill>
              </a:defRPr>
            </a:lvl8pPr>
            <a:lvl9pPr marL="568024" indent="0">
              <a:buNone/>
              <a:defRPr sz="2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8104017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3967605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4101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9210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413167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1065" y="1825853"/>
            <a:ext cx="4210186" cy="4351859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851968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015079" y="1825853"/>
            <a:ext cx="4210186" cy="4351859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2806880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5776672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31934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889374" name="Title 1"/>
          <p:cNvSpPr>
            <a:spLocks noGrp="1"/>
          </p:cNvSpPr>
          <p:nvPr>
            <p:ph type="title"/>
          </p:nvPr>
        </p:nvSpPr>
        <p:spPr bwMode="auto">
          <a:xfrm>
            <a:off x="682353" y="365173"/>
            <a:ext cx="8544204" cy="1325721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147613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2357" y="1681365"/>
            <a:ext cx="4190837" cy="824010"/>
          </a:xfrm>
        </p:spPr>
        <p:txBody>
          <a:bodyPr anchor="b"/>
          <a:lstStyle>
            <a:lvl1pPr marL="0" indent="0">
              <a:buNone/>
              <a:defRPr sz="373" b="1"/>
            </a:lvl1pPr>
            <a:lvl2pPr marL="71002" indent="0">
              <a:buNone/>
              <a:defRPr sz="310" b="1"/>
            </a:lvl2pPr>
            <a:lvl3pPr marL="142007" indent="0">
              <a:buNone/>
              <a:defRPr sz="279" b="1"/>
            </a:lvl3pPr>
            <a:lvl4pPr marL="213008" indent="0">
              <a:buNone/>
              <a:defRPr sz="249" b="1"/>
            </a:lvl4pPr>
            <a:lvl5pPr marL="284012" indent="0">
              <a:buNone/>
              <a:defRPr sz="249" b="1"/>
            </a:lvl5pPr>
            <a:lvl6pPr marL="355016" indent="0">
              <a:buNone/>
              <a:defRPr sz="249" b="1"/>
            </a:lvl6pPr>
            <a:lvl7pPr marL="426019" indent="0">
              <a:buNone/>
              <a:defRPr sz="249" b="1"/>
            </a:lvl7pPr>
            <a:lvl8pPr marL="497022" indent="0">
              <a:buNone/>
              <a:defRPr sz="249" b="1"/>
            </a:lvl8pPr>
            <a:lvl9pPr marL="568024" indent="0">
              <a:buNone/>
              <a:defRPr sz="249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5264780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2357" y="2505378"/>
            <a:ext cx="4190837" cy="3685029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48533200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015078" y="1681365"/>
            <a:ext cx="4211476" cy="824010"/>
          </a:xfrm>
        </p:spPr>
        <p:txBody>
          <a:bodyPr anchor="b"/>
          <a:lstStyle>
            <a:lvl1pPr marL="0" indent="0">
              <a:buNone/>
              <a:defRPr sz="373" b="1"/>
            </a:lvl1pPr>
            <a:lvl2pPr marL="71002" indent="0">
              <a:buNone/>
              <a:defRPr sz="310" b="1"/>
            </a:lvl2pPr>
            <a:lvl3pPr marL="142007" indent="0">
              <a:buNone/>
              <a:defRPr sz="279" b="1"/>
            </a:lvl3pPr>
            <a:lvl4pPr marL="213008" indent="0">
              <a:buNone/>
              <a:defRPr sz="249" b="1"/>
            </a:lvl4pPr>
            <a:lvl5pPr marL="284012" indent="0">
              <a:buNone/>
              <a:defRPr sz="249" b="1"/>
            </a:lvl5pPr>
            <a:lvl6pPr marL="355016" indent="0">
              <a:buNone/>
              <a:defRPr sz="249" b="1"/>
            </a:lvl6pPr>
            <a:lvl7pPr marL="426019" indent="0">
              <a:buNone/>
              <a:defRPr sz="249" b="1"/>
            </a:lvl7pPr>
            <a:lvl8pPr marL="497022" indent="0">
              <a:buNone/>
              <a:defRPr sz="249" b="1"/>
            </a:lvl8pPr>
            <a:lvl9pPr marL="568024" indent="0">
              <a:buNone/>
              <a:defRPr sz="249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12251099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015078" y="2505378"/>
            <a:ext cx="4211476" cy="3685029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3688769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5968384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1810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891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6948256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4894288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68655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13482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0779066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10765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82696" name="Title 1"/>
          <p:cNvSpPr>
            <a:spLocks noGrp="1"/>
          </p:cNvSpPr>
          <p:nvPr>
            <p:ph type="title"/>
          </p:nvPr>
        </p:nvSpPr>
        <p:spPr bwMode="auto">
          <a:xfrm>
            <a:off x="682352" y="457260"/>
            <a:ext cx="3195047" cy="1600391"/>
          </a:xfrm>
        </p:spPr>
        <p:txBody>
          <a:bodyPr anchor="b"/>
          <a:lstStyle>
            <a:lvl1pPr>
              <a:defRPr sz="497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45940648" name="Content Placeholder 2"/>
          <p:cNvSpPr>
            <a:spLocks noGrp="1"/>
          </p:cNvSpPr>
          <p:nvPr>
            <p:ph idx="1"/>
          </p:nvPr>
        </p:nvSpPr>
        <p:spPr bwMode="auto">
          <a:xfrm>
            <a:off x="4211481" y="987544"/>
            <a:ext cx="5015074" cy="4874208"/>
          </a:xfrm>
        </p:spPr>
        <p:txBody>
          <a:bodyPr/>
          <a:lstStyle>
            <a:lvl1pPr>
              <a:defRPr sz="497"/>
            </a:lvl1pPr>
            <a:lvl2pPr>
              <a:defRPr sz="434"/>
            </a:lvl2pPr>
            <a:lvl3pPr>
              <a:defRPr sz="373"/>
            </a:lvl3pPr>
            <a:lvl4pPr>
              <a:defRPr sz="310"/>
            </a:lvl4pPr>
            <a:lvl5pPr>
              <a:defRPr sz="310"/>
            </a:lvl5pPr>
            <a:lvl6pPr>
              <a:defRPr sz="310"/>
            </a:lvl6pPr>
            <a:lvl7pPr>
              <a:defRPr sz="310"/>
            </a:lvl7pPr>
            <a:lvl8pPr>
              <a:defRPr sz="310"/>
            </a:lvl8pPr>
            <a:lvl9pPr>
              <a:defRPr sz="31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1217608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2352" y="2057652"/>
            <a:ext cx="3195047" cy="3812043"/>
          </a:xfrm>
        </p:spPr>
        <p:txBody>
          <a:bodyPr/>
          <a:lstStyle>
            <a:lvl1pPr marL="0" indent="0">
              <a:buNone/>
              <a:defRPr sz="249"/>
            </a:lvl1pPr>
            <a:lvl2pPr marL="71002" indent="0">
              <a:buNone/>
              <a:defRPr sz="218"/>
            </a:lvl2pPr>
            <a:lvl3pPr marL="142007" indent="0">
              <a:buNone/>
              <a:defRPr sz="187"/>
            </a:lvl3pPr>
            <a:lvl4pPr marL="213008" indent="0">
              <a:buNone/>
              <a:defRPr sz="155"/>
            </a:lvl4pPr>
            <a:lvl5pPr marL="284012" indent="0">
              <a:buNone/>
              <a:defRPr sz="155"/>
            </a:lvl5pPr>
            <a:lvl6pPr marL="355016" indent="0">
              <a:buNone/>
              <a:defRPr sz="155"/>
            </a:lvl6pPr>
            <a:lvl7pPr marL="426019" indent="0">
              <a:buNone/>
              <a:defRPr sz="155"/>
            </a:lvl7pPr>
            <a:lvl8pPr marL="497022" indent="0">
              <a:buNone/>
              <a:defRPr sz="155"/>
            </a:lvl8pPr>
            <a:lvl9pPr marL="568024" indent="0">
              <a:buNone/>
              <a:defRPr sz="155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207365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8624846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76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25992" name="Title 1"/>
          <p:cNvSpPr>
            <a:spLocks noGrp="1"/>
          </p:cNvSpPr>
          <p:nvPr>
            <p:ph type="title"/>
          </p:nvPr>
        </p:nvSpPr>
        <p:spPr bwMode="auto">
          <a:xfrm>
            <a:off x="682352" y="457260"/>
            <a:ext cx="3195047" cy="1600391"/>
          </a:xfrm>
        </p:spPr>
        <p:txBody>
          <a:bodyPr anchor="b"/>
          <a:lstStyle>
            <a:lvl1pPr>
              <a:defRPr sz="497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03436220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4211481" y="987544"/>
            <a:ext cx="5015074" cy="4874208"/>
          </a:xfrm>
        </p:spPr>
        <p:txBody>
          <a:bodyPr anchor="t"/>
          <a:lstStyle>
            <a:lvl1pPr marL="0" indent="0">
              <a:buNone/>
              <a:defRPr sz="497"/>
            </a:lvl1pPr>
            <a:lvl2pPr marL="71002" indent="0">
              <a:buNone/>
              <a:defRPr sz="434"/>
            </a:lvl2pPr>
            <a:lvl3pPr marL="142007" indent="0">
              <a:buNone/>
              <a:defRPr sz="373"/>
            </a:lvl3pPr>
            <a:lvl4pPr marL="213008" indent="0">
              <a:buNone/>
              <a:defRPr sz="310"/>
            </a:lvl4pPr>
            <a:lvl5pPr marL="284012" indent="0">
              <a:buNone/>
              <a:defRPr sz="310"/>
            </a:lvl5pPr>
            <a:lvl6pPr marL="355016" indent="0">
              <a:buNone/>
              <a:defRPr sz="310"/>
            </a:lvl6pPr>
            <a:lvl7pPr marL="426019" indent="0">
              <a:buNone/>
              <a:defRPr sz="310"/>
            </a:lvl7pPr>
            <a:lvl8pPr marL="497022" indent="0">
              <a:buNone/>
              <a:defRPr sz="310"/>
            </a:lvl8pPr>
            <a:lvl9pPr marL="568024" indent="0">
              <a:buNone/>
              <a:defRPr sz="31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11799537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2352" y="2057652"/>
            <a:ext cx="3195047" cy="3812043"/>
          </a:xfrm>
        </p:spPr>
        <p:txBody>
          <a:bodyPr/>
          <a:lstStyle>
            <a:lvl1pPr marL="0" indent="0">
              <a:buNone/>
              <a:defRPr sz="249"/>
            </a:lvl1pPr>
            <a:lvl2pPr marL="71002" indent="0">
              <a:buNone/>
              <a:defRPr sz="218"/>
            </a:lvl2pPr>
            <a:lvl3pPr marL="142007" indent="0">
              <a:buNone/>
              <a:defRPr sz="187"/>
            </a:lvl3pPr>
            <a:lvl4pPr marL="213008" indent="0">
              <a:buNone/>
              <a:defRPr sz="155"/>
            </a:lvl4pPr>
            <a:lvl5pPr marL="284012" indent="0">
              <a:buNone/>
              <a:defRPr sz="155"/>
            </a:lvl5pPr>
            <a:lvl6pPr marL="355016" indent="0">
              <a:buNone/>
              <a:defRPr sz="155"/>
            </a:lvl6pPr>
            <a:lvl7pPr marL="426019" indent="0">
              <a:buNone/>
              <a:defRPr sz="155"/>
            </a:lvl7pPr>
            <a:lvl8pPr marL="497022" indent="0">
              <a:buNone/>
              <a:defRPr sz="155"/>
            </a:lvl8pPr>
            <a:lvl9pPr marL="568024" indent="0">
              <a:buNone/>
              <a:defRPr sz="155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5083042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554686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6843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309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491684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6803472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2627532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209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59664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089216" y="365173"/>
            <a:ext cx="2136048" cy="5812534"/>
          </a:xfrm>
        </p:spPr>
        <p:txBody>
          <a:bodyPr vert="eaVert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6703415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1067" y="365173"/>
            <a:ext cx="6284323" cy="5812534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560080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839277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6637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671219" name="Title Placeholder 1"/>
          <p:cNvSpPr>
            <a:spLocks noGrp="1"/>
          </p:cNvSpPr>
          <p:nvPr>
            <p:ph type="title"/>
          </p:nvPr>
        </p:nvSpPr>
        <p:spPr bwMode="auto">
          <a:xfrm>
            <a:off x="681065" y="365173"/>
            <a:ext cx="8544204" cy="1325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5023963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1065" y="1825853"/>
            <a:ext cx="8544204" cy="4351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518864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1062" y="6357114"/>
            <a:ext cx="2228922" cy="365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a-IR"/>
              <a:t>16/05/1448</a:t>
            </a:fld>
            <a:endParaRPr/>
          </a:p>
        </p:txBody>
      </p:sp>
      <p:sp>
        <p:nvSpPr>
          <p:cNvPr id="15487450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281472" y="6357114"/>
            <a:ext cx="3343384" cy="365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71400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996341" y="6357114"/>
            <a:ext cx="2228922" cy="365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2007" rtl="0">
        <a:lnSpc>
          <a:spcPct val="90000"/>
        </a:lnSpc>
        <a:spcBef>
          <a:spcPts val="0"/>
        </a:spcBef>
        <a:buNone/>
        <a:defRPr sz="684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501" indent="-35501" algn="l" defTabSz="142007" rtl="0">
        <a:lnSpc>
          <a:spcPct val="90000"/>
        </a:lnSpc>
        <a:spcBef>
          <a:spcPts val="155"/>
        </a:spcBef>
        <a:buFont typeface="Arial"/>
        <a:buChar char="•"/>
        <a:defRPr sz="434">
          <a:solidFill>
            <a:schemeClr val="tx1"/>
          </a:solidFill>
          <a:latin typeface="+mn-lt"/>
          <a:ea typeface="+mn-ea"/>
          <a:cs typeface="+mn-cs"/>
        </a:defRPr>
      </a:lvl1pPr>
      <a:lvl2pPr marL="106504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373">
          <a:solidFill>
            <a:schemeClr val="tx1"/>
          </a:solidFill>
          <a:latin typeface="+mn-lt"/>
          <a:ea typeface="+mn-ea"/>
          <a:cs typeface="+mn-cs"/>
        </a:defRPr>
      </a:lvl2pPr>
      <a:lvl3pPr marL="177507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310">
          <a:solidFill>
            <a:schemeClr val="tx1"/>
          </a:solidFill>
          <a:latin typeface="+mn-lt"/>
          <a:ea typeface="+mn-ea"/>
          <a:cs typeface="+mn-cs"/>
        </a:defRPr>
      </a:lvl3pPr>
      <a:lvl4pPr marL="248510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279">
          <a:solidFill>
            <a:schemeClr val="tx1"/>
          </a:solidFill>
          <a:latin typeface="+mn-lt"/>
          <a:ea typeface="+mn-ea"/>
          <a:cs typeface="+mn-cs"/>
        </a:defRPr>
      </a:lvl4pPr>
      <a:lvl5pPr marL="319514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279">
          <a:solidFill>
            <a:schemeClr val="tx1"/>
          </a:solidFill>
          <a:latin typeface="+mn-lt"/>
          <a:ea typeface="+mn-ea"/>
          <a:cs typeface="+mn-cs"/>
        </a:defRPr>
      </a:lvl5pPr>
      <a:lvl6pPr marL="390518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279">
          <a:solidFill>
            <a:schemeClr val="tx1"/>
          </a:solidFill>
          <a:latin typeface="+mn-lt"/>
          <a:ea typeface="+mn-ea"/>
          <a:cs typeface="+mn-cs"/>
        </a:defRPr>
      </a:lvl6pPr>
      <a:lvl7pPr marL="461520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279">
          <a:solidFill>
            <a:schemeClr val="tx1"/>
          </a:solidFill>
          <a:latin typeface="+mn-lt"/>
          <a:ea typeface="+mn-ea"/>
          <a:cs typeface="+mn-cs"/>
        </a:defRPr>
      </a:lvl7pPr>
      <a:lvl8pPr marL="532523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279">
          <a:solidFill>
            <a:schemeClr val="tx1"/>
          </a:solidFill>
          <a:latin typeface="+mn-lt"/>
          <a:ea typeface="+mn-ea"/>
          <a:cs typeface="+mn-cs"/>
        </a:defRPr>
      </a:lvl8pPr>
      <a:lvl9pPr marL="603526" indent="-35501" algn="l" defTabSz="142007" rtl="0">
        <a:lnSpc>
          <a:spcPct val="90000"/>
        </a:lnSpc>
        <a:spcBef>
          <a:spcPts val="78"/>
        </a:spcBef>
        <a:buFont typeface="Arial"/>
        <a:buChar char="•"/>
        <a:defRPr sz="27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1pPr>
      <a:lvl2pPr marL="71002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2pPr>
      <a:lvl3pPr marL="142007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3pPr>
      <a:lvl4pPr marL="213008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4pPr>
      <a:lvl5pPr marL="284012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5pPr>
      <a:lvl6pPr marL="355016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6pPr>
      <a:lvl7pPr marL="426019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7pPr>
      <a:lvl8pPr marL="497022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8pPr>
      <a:lvl9pPr marL="568024" algn="l" defTabSz="142007" rtl="0">
        <a:defRPr sz="279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4DA9C-E17A-696E-5219-AB26116386D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TextBox 79">
            <a:extLst>
              <a:ext uri="{FF2B5EF4-FFF2-40B4-BE49-F238E27FC236}">
                <a16:creationId xmlns:a16="http://schemas.microsoft.com/office/drawing/2014/main" id="{BB4528BF-1556-FBCC-EEEF-4288816ABD27}"/>
              </a:ext>
            </a:extLst>
          </p:cNvPr>
          <p:cNvSpPr txBox="1"/>
          <p:nvPr/>
        </p:nvSpPr>
        <p:spPr>
          <a:xfrm>
            <a:off x="7997755" y="-28469"/>
            <a:ext cx="1851789" cy="27270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sz="1172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Majid SharifiTehrani</a:t>
            </a:r>
            <a:endParaRPr lang="fa-IR" sz="1172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0D2D6C-AD44-BFED-2D51-29757378D5BB}"/>
              </a:ext>
            </a:extLst>
          </p:cNvPr>
          <p:cNvSpPr/>
          <p:nvPr/>
        </p:nvSpPr>
        <p:spPr>
          <a:xfrm>
            <a:off x="6981716" y="5089156"/>
            <a:ext cx="1171856" cy="1724220"/>
          </a:xfrm>
          <a:prstGeom prst="roundRect">
            <a:avLst>
              <a:gd name="adj" fmla="val 1266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t"/>
          <a:lstStyle/>
          <a:p>
            <a:pPr rtl="0"/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</a:rPr>
              <a:t>N</a:t>
            </a:r>
            <a:endParaRPr lang="en-US" sz="1250" b="1" dirty="0"/>
          </a:p>
          <a:p>
            <a:pPr rtl="0"/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NoteId</a:t>
            </a:r>
          </a:p>
          <a:p>
            <a:pPr rtl="0"/>
            <a:r>
              <a:rPr lang="en-US" sz="833"/>
              <a:t>ReferenceId</a:t>
            </a:r>
          </a:p>
          <a:p>
            <a:pPr rtl="0"/>
            <a:r>
              <a:rPr lang="en-US" sz="833"/>
              <a:t>ReferenceType</a:t>
            </a:r>
          </a:p>
          <a:p>
            <a:pPr rtl="0"/>
            <a:r>
              <a:rPr lang="en-US" sz="833"/>
              <a:t>NoteDateTime</a:t>
            </a:r>
          </a:p>
          <a:p>
            <a:pPr rtl="0"/>
            <a:r>
              <a:rPr lang="en-US" sz="833"/>
              <a:t>NoteDueDateTime</a:t>
            </a:r>
            <a:endParaRPr lang="en-US" sz="833" dirty="0"/>
          </a:p>
          <a:p>
            <a:pPr rtl="0"/>
            <a:r>
              <a:rPr lang="en-US" sz="833"/>
              <a:t>NoteText</a:t>
            </a:r>
            <a:endParaRPr lang="en-US" sz="833" dirty="0"/>
          </a:p>
          <a:p>
            <a:pPr rtl="0"/>
            <a:r>
              <a:rPr lang="en-US" sz="833">
                <a:solidFill>
                  <a:schemeClr val="tx1"/>
                </a:solidFill>
              </a:rPr>
              <a:t>CreatorId</a:t>
            </a:r>
            <a:endParaRPr lang="fa-IR" sz="833">
              <a:solidFill>
                <a:schemeClr val="tx1"/>
              </a:solidFill>
            </a:endParaRPr>
          </a:p>
          <a:p>
            <a:pPr rtl="0"/>
            <a:r>
              <a:rPr lang="en-US" sz="833">
                <a:solidFill>
                  <a:schemeClr val="tx1"/>
                </a:solidFill>
              </a:rPr>
              <a:t>NoteTags</a:t>
            </a:r>
          </a:p>
          <a:p>
            <a:pPr rtl="0">
              <a:buNone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1:IsRtl       2:IsTodo</a:t>
            </a:r>
          </a:p>
          <a:p>
            <a:pPr rtl="0">
              <a:buNone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4:IsDone   8:IsShared</a:t>
            </a:r>
          </a:p>
          <a:p>
            <a:pPr rtl="0">
              <a:buNone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16:IsReadonly</a:t>
            </a:r>
          </a:p>
        </p:txBody>
      </p:sp>
      <p:sp>
        <p:nvSpPr>
          <p:cNvPr id="23" name="Rectangle: Rounded Corners 44">
            <a:extLst>
              <a:ext uri="{FF2B5EF4-FFF2-40B4-BE49-F238E27FC236}">
                <a16:creationId xmlns:a16="http://schemas.microsoft.com/office/drawing/2014/main" id="{60EEA583-4825-92D1-3BD6-2EFF827734DE}"/>
              </a:ext>
            </a:extLst>
          </p:cNvPr>
          <p:cNvSpPr/>
          <p:nvPr/>
        </p:nvSpPr>
        <p:spPr bwMode="auto">
          <a:xfrm>
            <a:off x="8532430" y="1088581"/>
            <a:ext cx="1177028" cy="2167906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defRPr/>
            </a:pPr>
            <a:r>
              <a:rPr lang="en-US" sz="1668" b="1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endParaRPr sz="125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UsrId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DepartmentId</a:t>
            </a:r>
            <a:endParaRPr lang="en-US" sz="833" i="1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UsrName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UsrPass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UsrNickname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UsrTags</a:t>
            </a:r>
            <a:r>
              <a:rPr lang="en-US" sz="833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1: IsActive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2: ChangePass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4: CalendarFa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8: -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16: ShowReminders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32: Days=7/14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64: IsSelected 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128: Admin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256: SuperUser</a:t>
            </a:r>
          </a:p>
        </p:txBody>
      </p:sp>
      <p:sp>
        <p:nvSpPr>
          <p:cNvPr id="20" name="Rectangle: Rounded Corners 44">
            <a:extLst>
              <a:ext uri="{FF2B5EF4-FFF2-40B4-BE49-F238E27FC236}">
                <a16:creationId xmlns:a16="http://schemas.microsoft.com/office/drawing/2014/main" id="{C1A287B8-4523-C3A6-B4FC-EC364E463395}"/>
              </a:ext>
            </a:extLst>
          </p:cNvPr>
          <p:cNvSpPr/>
          <p:nvPr/>
        </p:nvSpPr>
        <p:spPr bwMode="auto">
          <a:xfrm>
            <a:off x="8464352" y="296220"/>
            <a:ext cx="1313184" cy="677613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defRPr/>
            </a:pPr>
            <a:r>
              <a:rPr lang="en-US" sz="1400" b="1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endParaRPr sz="125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DepartmentId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DepartmentName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DepartmentInfo</a:t>
            </a:r>
          </a:p>
        </p:txBody>
      </p:sp>
      <p:sp>
        <p:nvSpPr>
          <p:cNvPr id="22" name="Rectangle: Rounded Corners 44">
            <a:extLst>
              <a:ext uri="{FF2B5EF4-FFF2-40B4-BE49-F238E27FC236}">
                <a16:creationId xmlns:a16="http://schemas.microsoft.com/office/drawing/2014/main" id="{1829AC77-A972-B3B8-4EF9-16E84E6DAF15}"/>
              </a:ext>
            </a:extLst>
          </p:cNvPr>
          <p:cNvSpPr/>
          <p:nvPr/>
        </p:nvSpPr>
        <p:spPr bwMode="auto">
          <a:xfrm>
            <a:off x="8651220" y="3326481"/>
            <a:ext cx="936104" cy="894607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defRPr/>
            </a:pPr>
            <a:r>
              <a:rPr lang="en-US" sz="1668" b="1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UL</a:t>
            </a:r>
          </a:p>
          <a:p>
            <a:pPr rtl="0">
              <a:defRPr/>
            </a:pPr>
            <a:r>
              <a:rPr lang="en-US"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usrsLogs</a:t>
            </a:r>
            <a:endParaRPr sz="125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UserLogText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DateTime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B95D18-7C27-8370-E9F6-BA74672209FE}"/>
              </a:ext>
            </a:extLst>
          </p:cNvPr>
          <p:cNvGrpSpPr/>
          <p:nvPr/>
        </p:nvGrpSpPr>
        <p:grpSpPr>
          <a:xfrm>
            <a:off x="3889005" y="44624"/>
            <a:ext cx="4304355" cy="4810887"/>
            <a:chOff x="3430131" y="114242"/>
            <a:chExt cx="4304355" cy="481088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305A89-9006-1B18-3D16-C1AE653D5420}"/>
                </a:ext>
              </a:extLst>
            </p:cNvPr>
            <p:cNvSpPr/>
            <p:nvPr/>
          </p:nvSpPr>
          <p:spPr bwMode="auto">
            <a:xfrm>
              <a:off x="4767046" y="698804"/>
              <a:ext cx="2374442" cy="2620569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prstDash val="solid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endParaRPr lang="en-US" sz="44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6" name="Rectangle: Rounded Corners 1">
              <a:extLst>
                <a:ext uri="{FF2B5EF4-FFF2-40B4-BE49-F238E27FC236}">
                  <a16:creationId xmlns:a16="http://schemas.microsoft.com/office/drawing/2014/main" id="{2D9A8BCD-8338-6E14-60CD-CFB84381B1E1}"/>
                </a:ext>
              </a:extLst>
            </p:cNvPr>
            <p:cNvSpPr/>
            <p:nvPr/>
          </p:nvSpPr>
          <p:spPr bwMode="auto">
            <a:xfrm>
              <a:off x="5964124" y="2562514"/>
              <a:ext cx="1368152" cy="1066471"/>
            </a:xfrm>
            <a:prstGeom prst="roundRect">
              <a:avLst>
                <a:gd name="adj" fmla="val 8076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SCT</a:t>
              </a:r>
              <a:endParaRPr lang="en-US" sz="1050" b="1">
                <a:solidFill>
                  <a:schemeClr val="tx1"/>
                </a:solidFill>
                <a:highlight>
                  <a:srgbClr val="008080"/>
                </a:highlight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900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StudentCourse</a:t>
              </a:r>
              <a:r>
                <a:rPr lang="en-US" sz="900" b="1">
                  <a:solidFill>
                    <a:schemeClr val="tx1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Test</a:t>
              </a:r>
              <a:r>
                <a:rPr lang="en-US" sz="900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TestKey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UserAns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</a:t>
              </a:r>
            </a:p>
          </p:txBody>
        </p:sp>
        <p:sp>
          <p:nvSpPr>
            <p:cNvPr id="9" name="Rectangle: Rounded Corners 19">
              <a:extLst>
                <a:ext uri="{FF2B5EF4-FFF2-40B4-BE49-F238E27FC236}">
                  <a16:creationId xmlns:a16="http://schemas.microsoft.com/office/drawing/2014/main" id="{DD6B732D-B216-0CD6-2673-6626C242CCCB}"/>
                </a:ext>
              </a:extLst>
            </p:cNvPr>
            <p:cNvSpPr/>
            <p:nvPr/>
          </p:nvSpPr>
          <p:spPr bwMode="auto">
            <a:xfrm>
              <a:off x="3430131" y="659334"/>
              <a:ext cx="1154658" cy="960135"/>
            </a:xfrm>
            <a:prstGeom prst="roundRect">
              <a:avLst>
                <a:gd name="adj" fmla="val 8737"/>
              </a:avLst>
            </a:prstGeom>
            <a:solidFill>
              <a:schemeClr val="bg1"/>
            </a:solidFill>
            <a:ln>
              <a:solidFill>
                <a:schemeClr val="accent5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00FF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EC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ExamCompositionId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TopicId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TopicNTests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TestsLevel</a:t>
              </a:r>
            </a:p>
          </p:txBody>
        </p:sp>
        <p:sp>
          <p:nvSpPr>
            <p:cNvPr id="71" name="Rectangle: Rounded Corners 1">
              <a:extLst>
                <a:ext uri="{FF2B5EF4-FFF2-40B4-BE49-F238E27FC236}">
                  <a16:creationId xmlns:a16="http://schemas.microsoft.com/office/drawing/2014/main" id="{955CB0B1-CE89-9B80-8575-451D6A2177CB}"/>
                </a:ext>
              </a:extLst>
            </p:cNvPr>
            <p:cNvSpPr/>
            <p:nvPr/>
          </p:nvSpPr>
          <p:spPr bwMode="auto">
            <a:xfrm>
              <a:off x="6522842" y="1338378"/>
              <a:ext cx="1211644" cy="1454102"/>
            </a:xfrm>
            <a:prstGeom prst="roundRect">
              <a:avLst>
                <a:gd name="adj" fmla="val 8076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SC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NumberOfTests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CorrectAnswers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StudentCourseTags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 act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2: retry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4: rev</a:t>
              </a:r>
            </a:p>
          </p:txBody>
        </p:sp>
        <p:sp>
          <p:nvSpPr>
            <p:cNvPr id="6" name="Rectangle: Rounded Corners 8">
              <a:extLst>
                <a:ext uri="{FF2B5EF4-FFF2-40B4-BE49-F238E27FC236}">
                  <a16:creationId xmlns:a16="http://schemas.microsoft.com/office/drawing/2014/main" id="{EE42FACE-31AC-E394-D5A6-8AEE58DE6DF5}"/>
                </a:ext>
              </a:extLst>
            </p:cNvPr>
            <p:cNvSpPr/>
            <p:nvPr/>
          </p:nvSpPr>
          <p:spPr bwMode="auto">
            <a:xfrm>
              <a:off x="4809216" y="2850546"/>
              <a:ext cx="1053062" cy="1464997"/>
            </a:xfrm>
            <a:prstGeom prst="roundRect">
              <a:avLst>
                <a:gd name="adj" fmla="val 6530"/>
              </a:avLst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T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TopicId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TestTitle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TestType {</a:t>
              </a:r>
              <a:r>
                <a:rPr lang="en-US" sz="833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, 2:5}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TestLevel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TestTags</a:t>
              </a:r>
            </a:p>
            <a:p>
              <a:pPr rtl="0"/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testRtl</a:t>
              </a:r>
            </a:p>
            <a:p>
              <a:pPr rtl="0"/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optRtl</a:t>
              </a:r>
            </a:p>
          </p:txBody>
        </p:sp>
        <p:sp>
          <p:nvSpPr>
            <p:cNvPr id="4" name="Rectangle: Rounded Corners 14">
              <a:extLst>
                <a:ext uri="{FF2B5EF4-FFF2-40B4-BE49-F238E27FC236}">
                  <a16:creationId xmlns:a16="http://schemas.microsoft.com/office/drawing/2014/main" id="{211F08BA-A356-BC1A-8518-562FEBB416AC}"/>
                </a:ext>
              </a:extLst>
            </p:cNvPr>
            <p:cNvSpPr/>
            <p:nvPr/>
          </p:nvSpPr>
          <p:spPr bwMode="auto">
            <a:xfrm>
              <a:off x="5430230" y="1242340"/>
              <a:ext cx="994478" cy="1204124"/>
            </a:xfrm>
            <a:prstGeom prst="roundRect">
              <a:avLst>
                <a:gd name="adj" fmla="val 8023"/>
              </a:avLst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UserId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CourseName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CourseUnits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CourseRtl</a:t>
              </a:r>
            </a:p>
          </p:txBody>
        </p:sp>
        <p:sp>
          <p:nvSpPr>
            <p:cNvPr id="10" name="Rectangle: Rounded Corners 21">
              <a:extLst>
                <a:ext uri="{FF2B5EF4-FFF2-40B4-BE49-F238E27FC236}">
                  <a16:creationId xmlns:a16="http://schemas.microsoft.com/office/drawing/2014/main" id="{D6FA2A03-AB4A-1FE4-DF8B-396B2745C718}"/>
                </a:ext>
              </a:extLst>
            </p:cNvPr>
            <p:cNvSpPr/>
            <p:nvPr/>
          </p:nvSpPr>
          <p:spPr bwMode="auto">
            <a:xfrm>
              <a:off x="3540464" y="2252902"/>
              <a:ext cx="1008112" cy="1066471"/>
            </a:xfrm>
            <a:prstGeom prst="roundRect">
              <a:avLst>
                <a:gd name="adj" fmla="val 5633"/>
              </a:avLst>
            </a:prstGeom>
            <a:solidFill>
              <a:schemeClr val="bg1"/>
            </a:solidFill>
            <a:ln>
              <a:solidFill>
                <a:schemeClr val="accent5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00FF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ET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ExamTestId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PercentCorrect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PercentIncorrect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PercentHelped</a:t>
              </a:r>
            </a:p>
          </p:txBody>
        </p:sp>
        <p:sp>
          <p:nvSpPr>
            <p:cNvPr id="8" name="Rectangle: Rounded Corners 18">
              <a:extLst>
                <a:ext uri="{FF2B5EF4-FFF2-40B4-BE49-F238E27FC236}">
                  <a16:creationId xmlns:a16="http://schemas.microsoft.com/office/drawing/2014/main" id="{CF51E3CE-E401-764F-903E-3F496D6649AD}"/>
                </a:ext>
              </a:extLst>
            </p:cNvPr>
            <p:cNvSpPr/>
            <p:nvPr/>
          </p:nvSpPr>
          <p:spPr bwMode="auto">
            <a:xfrm>
              <a:off x="4877794" y="346348"/>
              <a:ext cx="1008113" cy="665113"/>
            </a:xfrm>
            <a:prstGeom prst="roundRect">
              <a:avLst>
                <a:gd name="adj" fmla="val 5397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CT</a:t>
              </a:r>
              <a:endParaRPr sz="12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CourseTopicId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CourseTopicTitle</a:t>
              </a:r>
            </a:p>
          </p:txBody>
        </p:sp>
        <p:sp>
          <p:nvSpPr>
            <p:cNvPr id="21" name="Rectangle: Rounded Corners 14">
              <a:extLst>
                <a:ext uri="{FF2B5EF4-FFF2-40B4-BE49-F238E27FC236}">
                  <a16:creationId xmlns:a16="http://schemas.microsoft.com/office/drawing/2014/main" id="{2CAA5E73-6596-454B-3046-FFE7FE6C87F7}"/>
                </a:ext>
              </a:extLst>
            </p:cNvPr>
            <p:cNvSpPr/>
            <p:nvPr/>
          </p:nvSpPr>
          <p:spPr bwMode="auto">
            <a:xfrm>
              <a:off x="5964124" y="114242"/>
              <a:ext cx="1157633" cy="1013269"/>
            </a:xfrm>
            <a:prstGeom prst="roundRect">
              <a:avLst>
                <a:gd name="adj" fmla="val 8023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CF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CourseFolderId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CourseFolderTitle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CourseFolderUrl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CourseFolderActive</a:t>
              </a:r>
            </a:p>
          </p:txBody>
        </p:sp>
        <p:sp>
          <p:nvSpPr>
            <p:cNvPr id="5" name="Rectangle: Rounded Corners 15">
              <a:extLst>
                <a:ext uri="{FF2B5EF4-FFF2-40B4-BE49-F238E27FC236}">
                  <a16:creationId xmlns:a16="http://schemas.microsoft.com/office/drawing/2014/main" id="{5C397EF3-C98C-AF05-D30B-E81FD4229C99}"/>
                </a:ext>
              </a:extLst>
            </p:cNvPr>
            <p:cNvSpPr/>
            <p:nvPr/>
          </p:nvSpPr>
          <p:spPr bwMode="auto">
            <a:xfrm>
              <a:off x="4309062" y="1410386"/>
              <a:ext cx="1008112" cy="1326054"/>
            </a:xfrm>
            <a:prstGeom prst="roundRect">
              <a:avLst>
                <a:gd name="adj" fmla="val 5608"/>
              </a:avLst>
            </a:prstGeom>
            <a:solidFill>
              <a:schemeClr val="bg1"/>
            </a:solidFill>
            <a:ln w="28575">
              <a:solidFill>
                <a:schemeClr val="accent5"/>
              </a:solidFill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00FF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r>
                <a:rPr lang="en-US" sz="1250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xams</a:t>
              </a:r>
              <a:endParaRPr sz="12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CourseId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ExamTitle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ExamDateTime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ExamDuration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ExamNTests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ExamTags</a:t>
              </a:r>
              <a:r>
                <a:rPr lang="en-US" sz="8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1:act 2:training</a:t>
              </a:r>
            </a:p>
          </p:txBody>
        </p:sp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4F4ACF69-08CD-DFAE-F33C-193AF9A03787}"/>
                </a:ext>
              </a:extLst>
            </p:cNvPr>
            <p:cNvSpPr/>
            <p:nvPr/>
          </p:nvSpPr>
          <p:spPr bwMode="auto">
            <a:xfrm>
              <a:off x="5430230" y="3858658"/>
              <a:ext cx="1053062" cy="1066471"/>
            </a:xfrm>
            <a:prstGeom prst="roundRect">
              <a:avLst>
                <a:gd name="adj" fmla="val 8085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8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TO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TestOptionId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TestOptionTitle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TestOptionTags</a:t>
              </a:r>
              <a:r>
                <a:rPr lang="en-US" sz="8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</a:p>
            <a:p>
              <a:pPr rtl="0"/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 forceLast</a:t>
              </a:r>
            </a:p>
            <a:p>
              <a:pPr rtl="0"/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2: isAns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7DAFAD9-6785-7C62-6831-542018CE827E}"/>
              </a:ext>
            </a:extLst>
          </p:cNvPr>
          <p:cNvGrpSpPr/>
          <p:nvPr/>
        </p:nvGrpSpPr>
        <p:grpSpPr>
          <a:xfrm>
            <a:off x="269950" y="1421470"/>
            <a:ext cx="3238192" cy="5033859"/>
            <a:chOff x="289767" y="661002"/>
            <a:chExt cx="3238192" cy="5033859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BB24ECB-4544-DDC1-38CF-3249968A31D0}"/>
                </a:ext>
              </a:extLst>
            </p:cNvPr>
            <p:cNvSpPr/>
            <p:nvPr/>
          </p:nvSpPr>
          <p:spPr bwMode="auto">
            <a:xfrm>
              <a:off x="377382" y="661002"/>
              <a:ext cx="1981667" cy="3151794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  <a:prstDash val="solid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r" rtl="1"/>
              <a:endParaRPr lang="en-US" sz="44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Rectangle: Rounded Corners 45">
              <a:extLst>
                <a:ext uri="{FF2B5EF4-FFF2-40B4-BE49-F238E27FC236}">
                  <a16:creationId xmlns:a16="http://schemas.microsoft.com/office/drawing/2014/main" id="{BA734567-42EC-389F-1475-ABC0C5B466CF}"/>
                </a:ext>
              </a:extLst>
            </p:cNvPr>
            <p:cNvSpPr/>
            <p:nvPr/>
          </p:nvSpPr>
          <p:spPr bwMode="auto">
            <a:xfrm>
              <a:off x="292297" y="973122"/>
              <a:ext cx="1154658" cy="2271474"/>
            </a:xfrm>
            <a:prstGeom prst="roundRect">
              <a:avLst>
                <a:gd name="adj" fmla="val 399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000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  <a:endParaRPr sz="12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DepartmentId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StudentName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StudentPass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StudentNickname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StudentTags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 IsActive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2: ChangePass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4: -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8: -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16: ShowDueNotes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32: DueNtDays=14 (def.=7)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64: IsSelected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128: -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256: CalendarFa</a:t>
              </a:r>
            </a:p>
          </p:txBody>
        </p:sp>
        <p:sp>
          <p:nvSpPr>
            <p:cNvPr id="26" name="Rectangle: Rounded Corners 45">
              <a:extLst>
                <a:ext uri="{FF2B5EF4-FFF2-40B4-BE49-F238E27FC236}">
                  <a16:creationId xmlns:a16="http://schemas.microsoft.com/office/drawing/2014/main" id="{7266CE16-7587-170A-225B-764671352673}"/>
                </a:ext>
              </a:extLst>
            </p:cNvPr>
            <p:cNvSpPr/>
            <p:nvPr/>
          </p:nvSpPr>
          <p:spPr bwMode="auto">
            <a:xfrm>
              <a:off x="1580173" y="2850308"/>
              <a:ext cx="1290936" cy="1815258"/>
            </a:xfrm>
            <a:prstGeom prst="roundRect">
              <a:avLst>
                <a:gd name="adj" fmla="val 8076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/>
              <a:r>
                <a:rPr lang="en-US" sz="1668" b="1">
                  <a:solidFill>
                    <a:schemeClr val="bg1"/>
                  </a:solidFill>
                  <a:highlight>
                    <a:srgbClr val="800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SM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/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StudentMessageId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StudentId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MessageId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DateTimeSent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DateTimeRead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StudentMessageTags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  read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  bookmarked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  deleted</a:t>
              </a:r>
            </a:p>
            <a:p>
              <a:pPr rtl="0"/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  Feedback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16 ans:Yes</a:t>
              </a:r>
            </a:p>
            <a:p>
              <a:pPr rtl="0">
                <a:buNone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32 ans:No</a:t>
              </a:r>
            </a:p>
          </p:txBody>
        </p:sp>
        <p:sp>
          <p:nvSpPr>
            <p:cNvPr id="27" name="Rectangle: Rounded Corners 45">
              <a:extLst>
                <a:ext uri="{FF2B5EF4-FFF2-40B4-BE49-F238E27FC236}">
                  <a16:creationId xmlns:a16="http://schemas.microsoft.com/office/drawing/2014/main" id="{B392505D-16CA-D342-9B83-37748EF8E34B}"/>
                </a:ext>
              </a:extLst>
            </p:cNvPr>
            <p:cNvSpPr/>
            <p:nvPr/>
          </p:nvSpPr>
          <p:spPr bwMode="auto">
            <a:xfrm>
              <a:off x="289767" y="3383060"/>
              <a:ext cx="1154658" cy="1301696"/>
            </a:xfrm>
            <a:prstGeom prst="roundRect">
              <a:avLst>
                <a:gd name="adj" fmla="val 8076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/>
              <a:r>
                <a:rPr lang="en-US" sz="1668" b="1">
                  <a:solidFill>
                    <a:schemeClr val="bg1"/>
                  </a:solidFill>
                  <a:highlight>
                    <a:srgbClr val="00000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SG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/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StudentGroupId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StudentId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GroupId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DateTimeJoined</a:t>
              </a:r>
            </a:p>
            <a:p>
              <a:pPr rtl="0"/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StudentGroup</a:t>
              </a:r>
              <a:r>
                <a:rPr lang="en-US" sz="8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Tags</a:t>
              </a:r>
            </a:p>
            <a:p>
              <a:pPr rtl="0"/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 act</a:t>
              </a:r>
            </a:p>
            <a:p>
              <a:pPr rtl="0"/>
              <a:endPara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/>
              <a:endPara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Rectangle: Rounded Corners 1">
              <a:extLst>
                <a:ext uri="{FF2B5EF4-FFF2-40B4-BE49-F238E27FC236}">
                  <a16:creationId xmlns:a16="http://schemas.microsoft.com/office/drawing/2014/main" id="{65B081CF-47C3-25F8-F8A9-121311585B5C}"/>
                </a:ext>
              </a:extLst>
            </p:cNvPr>
            <p:cNvSpPr/>
            <p:nvPr/>
          </p:nvSpPr>
          <p:spPr bwMode="auto">
            <a:xfrm>
              <a:off x="2067287" y="1308670"/>
              <a:ext cx="1460672" cy="1301696"/>
            </a:xfrm>
            <a:prstGeom prst="roundRect">
              <a:avLst>
                <a:gd name="adj" fmla="val 8076"/>
              </a:avLst>
            </a:prstGeom>
            <a:solidFill>
              <a:schemeClr val="bg1"/>
            </a:solidFill>
            <a:ln>
              <a:solidFill>
                <a:schemeClr val="accent5"/>
              </a:solidFill>
              <a:prstDash val="lgDash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00FF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SE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StudentExamId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ExamId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DateTimeStart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DateTimeFinish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StudentExamTags</a:t>
              </a:r>
            </a:p>
            <a:p>
              <a:pPr rtl="0">
                <a:defRPr/>
              </a:pPr>
              <a:r>
                <a:rPr lang="en-US" sz="489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1:act 2:strt, 4:fin, 8:rev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StudentExamPoint </a:t>
              </a:r>
              <a:r>
                <a:rPr lang="en-US" sz="833" i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double</a:t>
              </a:r>
            </a:p>
          </p:txBody>
        </p:sp>
        <p:sp>
          <p:nvSpPr>
            <p:cNvPr id="97" name="Rectangle: Rounded Corners 45">
              <a:extLst>
                <a:ext uri="{FF2B5EF4-FFF2-40B4-BE49-F238E27FC236}">
                  <a16:creationId xmlns:a16="http://schemas.microsoft.com/office/drawing/2014/main" id="{E6BA6EAB-7AC6-19DD-11F7-782C47CCE5CC}"/>
                </a:ext>
              </a:extLst>
            </p:cNvPr>
            <p:cNvSpPr/>
            <p:nvPr/>
          </p:nvSpPr>
          <p:spPr bwMode="auto">
            <a:xfrm>
              <a:off x="2242651" y="4393165"/>
              <a:ext cx="1107186" cy="1301696"/>
            </a:xfrm>
            <a:prstGeom prst="roundRect">
              <a:avLst>
                <a:gd name="adj" fmla="val 807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80008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M</a:t>
              </a:r>
              <a:endParaRPr sz="12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MessageId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UserId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DateTimeCreated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MessageTitle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MessageBody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Message</a:t>
              </a:r>
              <a:r>
                <a:rPr lang="en-US" sz="8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Tags 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 act   2: IsSelected</a:t>
              </a:r>
            </a:p>
            <a:p>
              <a:pPr defTabSz="893264"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4: - , 8: -</a:t>
              </a:r>
            </a:p>
          </p:txBody>
        </p:sp>
        <p:sp>
          <p:nvSpPr>
            <p:cNvPr id="11" name="Rectangle: Rounded Corners 44">
              <a:extLst>
                <a:ext uri="{FF2B5EF4-FFF2-40B4-BE49-F238E27FC236}">
                  <a16:creationId xmlns:a16="http://schemas.microsoft.com/office/drawing/2014/main" id="{5D5FF3D4-447A-77CB-8B35-8B1F447EF331}"/>
                </a:ext>
              </a:extLst>
            </p:cNvPr>
            <p:cNvSpPr/>
            <p:nvPr/>
          </p:nvSpPr>
          <p:spPr bwMode="auto">
            <a:xfrm>
              <a:off x="445228" y="4505184"/>
              <a:ext cx="881022" cy="954746"/>
            </a:xfrm>
            <a:prstGeom prst="roundRect">
              <a:avLst>
                <a:gd name="adj" fmla="val 9941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>
                <a:defRPr/>
              </a:pPr>
              <a:r>
                <a:rPr lang="en-US" sz="1668" b="1">
                  <a:solidFill>
                    <a:schemeClr val="bg1"/>
                  </a:solidFill>
                  <a:highlight>
                    <a:srgbClr val="000000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G</a:t>
              </a:r>
              <a:r>
                <a:rPr lang="en-US" sz="1250" b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roups</a:t>
              </a:r>
              <a:endParaRPr sz="125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rtl="0">
                <a:defRPr/>
              </a:pPr>
              <a:r>
                <a:rPr lang="en-US" sz="833" i="1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GroupId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GroupName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UserId</a:t>
              </a:r>
            </a:p>
            <a:p>
              <a:pPr rtl="0">
                <a:defRPr/>
              </a:pPr>
              <a:r>
                <a:rPr lang="en-US" sz="833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Group</a:t>
              </a:r>
              <a:r>
                <a:rPr lang="en-US" sz="833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Ta</a:t>
              </a: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gs</a:t>
              </a:r>
            </a:p>
            <a:p>
              <a:pPr rtl="0">
                <a:defRPr/>
              </a:pPr>
              <a:r>
                <a:rPr lang="en-US" sz="782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1: act</a:t>
              </a:r>
            </a:p>
          </p:txBody>
        </p:sp>
      </p:grp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E9E540C7-12DF-B746-441D-F8783C454309}"/>
              </a:ext>
            </a:extLst>
          </p:cNvPr>
          <p:cNvSpPr/>
          <p:nvPr/>
        </p:nvSpPr>
        <p:spPr bwMode="auto">
          <a:xfrm>
            <a:off x="3656856" y="3357592"/>
            <a:ext cx="1359841" cy="2663696"/>
          </a:xfrm>
          <a:prstGeom prst="roundRect">
            <a:avLst>
              <a:gd name="adj" fmla="val 6890"/>
            </a:avLst>
          </a:prstGeom>
          <a:solidFill>
            <a:schemeClr val="bg1"/>
          </a:solidFill>
          <a:ln>
            <a:solidFill>
              <a:schemeClr val="accent5"/>
            </a:solidFill>
            <a:prstDash val="lgDash"/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defRPr/>
            </a:pPr>
            <a:r>
              <a:rPr lang="en-US" sz="1668" b="1">
                <a:solidFill>
                  <a:schemeClr val="bg1"/>
                </a:solidFill>
                <a:highlight>
                  <a:srgbClr val="0000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SET</a:t>
            </a:r>
            <a:endParaRPr sz="125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StudentExamTestId </a:t>
            </a:r>
            <a:r>
              <a:rPr lang="en-US" sz="833" i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long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StudentExamId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TestId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Opt1Id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Opt2Id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Opt3Id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Opt4Id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Opt5Id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StudentExamTestKey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StudentExamTestAns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StudentExamTestTags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 visited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 bookmarked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 answered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  helped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 revised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32 probl. rep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64 IsSelected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128 AnsAcceptedByT</a:t>
            </a: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D7A96907-C393-6D27-7271-FEC08798F246}"/>
              </a:ext>
            </a:extLst>
          </p:cNvPr>
          <p:cNvSpPr/>
          <p:nvPr/>
        </p:nvSpPr>
        <p:spPr bwMode="auto">
          <a:xfrm>
            <a:off x="8238953" y="5533173"/>
            <a:ext cx="1567962" cy="1272502"/>
          </a:xfrm>
          <a:prstGeom prst="borderCallout2">
            <a:avLst>
              <a:gd name="adj1" fmla="val -1024"/>
              <a:gd name="adj2" fmla="val 85567"/>
              <a:gd name="adj3" fmla="val 366"/>
              <a:gd name="adj4" fmla="val 82159"/>
              <a:gd name="adj5" fmla="val 180"/>
              <a:gd name="adj6" fmla="val 85711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ReferenceTypes: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 1: S: quickNote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 2: S: sectionNote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11: T: quickNote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12: T: sectionNote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13: T: note on Student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14: T: note on Group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15: T: note on Course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16: T: note on Exam</a:t>
            </a:r>
          </a:p>
          <a:p>
            <a:pPr rtl="0">
              <a:buNone/>
            </a:pPr>
            <a:r>
              <a:rPr lang="en-US" sz="833">
                <a:solidFill>
                  <a:schemeClr val="dk1"/>
                </a:solidFill>
              </a:rPr>
              <a:t>17: T: note on StudentExam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95C3AB-3ADD-0B38-7306-5F78CAD1B483}"/>
              </a:ext>
            </a:extLst>
          </p:cNvPr>
          <p:cNvSpPr/>
          <p:nvPr/>
        </p:nvSpPr>
        <p:spPr>
          <a:xfrm>
            <a:off x="7484944" y="4674060"/>
            <a:ext cx="932614" cy="765612"/>
          </a:xfrm>
          <a:prstGeom prst="roundRect">
            <a:avLst>
              <a:gd name="adj" fmla="val 480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t"/>
          <a:lstStyle/>
          <a:p>
            <a:pPr rtl="0"/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</a:rPr>
              <a:t>NN</a:t>
            </a:r>
            <a:endParaRPr lang="en-US" sz="1250" b="1" dirty="0"/>
          </a:p>
          <a:p>
            <a:pPr rtl="0"/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NoteNetId</a:t>
            </a:r>
            <a:endParaRPr lang="en-US" sz="833" i="1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en-US" sz="833"/>
              <a:t>NoteAId</a:t>
            </a:r>
          </a:p>
          <a:p>
            <a:pPr rtl="0"/>
            <a:r>
              <a:rPr lang="en-US" sz="833"/>
              <a:t>NoteBId</a:t>
            </a:r>
            <a:endParaRPr lang="en-US" sz="833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A5EDCA-1A33-731C-45A6-9E93E1C8A678}"/>
              </a:ext>
            </a:extLst>
          </p:cNvPr>
          <p:cNvSpPr/>
          <p:nvPr/>
        </p:nvSpPr>
        <p:spPr>
          <a:xfrm>
            <a:off x="5169024" y="5831819"/>
            <a:ext cx="1025670" cy="909549"/>
          </a:xfrm>
          <a:prstGeom prst="roundRect">
            <a:avLst>
              <a:gd name="adj" fmla="val 4327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t"/>
          <a:lstStyle/>
          <a:p>
            <a:pPr rtl="0"/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</a:rPr>
              <a:t>SP</a:t>
            </a:r>
            <a:endParaRPr lang="en-US" sz="833" b="1" dirty="0"/>
          </a:p>
          <a:p>
            <a:pPr rtl="0"/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SubprojectId</a:t>
            </a:r>
            <a:endParaRPr lang="en-US" sz="833" i="1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en-US" sz="833">
                <a:solidFill>
                  <a:schemeClr val="tx1"/>
                </a:solidFill>
              </a:rPr>
              <a:t>ProjectId</a:t>
            </a:r>
            <a:endParaRPr lang="fa-IR" sz="833">
              <a:solidFill>
                <a:schemeClr val="tx1"/>
              </a:solidFill>
            </a:endParaRPr>
          </a:p>
          <a:p>
            <a:pPr rtl="0"/>
            <a:r>
              <a:rPr lang="en-US" sz="833"/>
              <a:t>SubprojectName</a:t>
            </a:r>
          </a:p>
          <a:p>
            <a:pPr rtl="0"/>
            <a:r>
              <a:rPr lang="en-US" sz="833"/>
              <a:t>Subproject</a:t>
            </a:r>
            <a:r>
              <a:rPr lang="en-US" sz="833">
                <a:solidFill>
                  <a:srgbClr val="C00000"/>
                </a:solidFill>
              </a:rPr>
              <a:t>Tags</a:t>
            </a:r>
            <a:endParaRPr lang="en-US" sz="833" dirty="0">
              <a:solidFill>
                <a:srgbClr val="C00000"/>
              </a:solidFill>
            </a:endParaRPr>
          </a:p>
        </p:txBody>
      </p:sp>
      <p:sp>
        <p:nvSpPr>
          <p:cNvPr id="25" name="Rectangle: Rounded Corners 44">
            <a:extLst>
              <a:ext uri="{FF2B5EF4-FFF2-40B4-BE49-F238E27FC236}">
                <a16:creationId xmlns:a16="http://schemas.microsoft.com/office/drawing/2014/main" id="{A460627C-6A84-BFD9-020B-04D76A321D4A}"/>
              </a:ext>
            </a:extLst>
          </p:cNvPr>
          <p:cNvSpPr/>
          <p:nvPr/>
        </p:nvSpPr>
        <p:spPr bwMode="auto">
          <a:xfrm>
            <a:off x="1614432" y="858114"/>
            <a:ext cx="1182784" cy="1072722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defRPr/>
            </a:pPr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CHR</a:t>
            </a:r>
            <a:endParaRPr sz="125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ChatroomUserId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ChatroomAdminId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ChatroomName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ChatroomTerms</a:t>
            </a:r>
          </a:p>
          <a:p>
            <a:pPr rtl="0">
              <a:defRPr/>
            </a:pPr>
            <a:endParaRPr lang="en-US" sz="833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ctangle: Rounded Corners 44">
            <a:extLst>
              <a:ext uri="{FF2B5EF4-FFF2-40B4-BE49-F238E27FC236}">
                <a16:creationId xmlns:a16="http://schemas.microsoft.com/office/drawing/2014/main" id="{96D765ED-D9C6-3463-0136-8A90C3A57F14}"/>
              </a:ext>
            </a:extLst>
          </p:cNvPr>
          <p:cNvSpPr/>
          <p:nvPr/>
        </p:nvSpPr>
        <p:spPr bwMode="auto">
          <a:xfrm>
            <a:off x="2660688" y="59766"/>
            <a:ext cx="1094922" cy="1482172"/>
          </a:xfrm>
          <a:prstGeom prst="roundRect">
            <a:avLst>
              <a:gd name="adj" fmla="val 674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rtl="0">
              <a:defRPr/>
            </a:pPr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CHRP</a:t>
            </a:r>
            <a:endParaRPr sz="125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ChatroomPostId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ChatroomId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SenderId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PostDateTime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PostText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PostTags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1:NeedReply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2:IsEdited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4:IsDeleted</a:t>
            </a:r>
          </a:p>
        </p:txBody>
      </p:sp>
      <p:sp>
        <p:nvSpPr>
          <p:cNvPr id="18" name="Rectangle: Rounded Corners 45">
            <a:extLst>
              <a:ext uri="{FF2B5EF4-FFF2-40B4-BE49-F238E27FC236}">
                <a16:creationId xmlns:a16="http://schemas.microsoft.com/office/drawing/2014/main" id="{84CF63F6-9EC1-FF7B-5327-5C2174F26690}"/>
              </a:ext>
            </a:extLst>
          </p:cNvPr>
          <p:cNvSpPr/>
          <p:nvPr/>
        </p:nvSpPr>
        <p:spPr bwMode="auto">
          <a:xfrm>
            <a:off x="560512" y="50808"/>
            <a:ext cx="881022" cy="1577992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>
              <a:defRPr/>
            </a:pPr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CH</a:t>
            </a:r>
            <a:endParaRPr sz="125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>
              <a:defRPr/>
            </a:pPr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ToId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DateTimeSent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ChatText</a:t>
            </a:r>
          </a:p>
          <a:p>
            <a:pPr rtl="0">
              <a:defRPr/>
            </a:pPr>
            <a:r>
              <a:rPr lang="en-US" sz="833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ChatTags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1:Read 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2:Imp 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3:Bookmark </a:t>
            </a:r>
          </a:p>
          <a:p>
            <a:pPr rtl="0">
              <a:defRPr/>
            </a:pPr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4:Del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B7AD94-FB73-258B-E14F-D29425205938}"/>
              </a:ext>
            </a:extLst>
          </p:cNvPr>
          <p:cNvSpPr/>
          <p:nvPr/>
        </p:nvSpPr>
        <p:spPr>
          <a:xfrm>
            <a:off x="5933098" y="5085184"/>
            <a:ext cx="950484" cy="1315682"/>
          </a:xfrm>
          <a:prstGeom prst="roundRect">
            <a:avLst>
              <a:gd name="adj" fmla="val 8313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t"/>
          <a:lstStyle/>
          <a:p>
            <a:pPr rtl="0"/>
            <a:r>
              <a:rPr lang="en-US" sz="1668" b="1">
                <a:solidFill>
                  <a:schemeClr val="bg1"/>
                </a:solidFill>
                <a:highlight>
                  <a:srgbClr val="800080"/>
                </a:highlight>
              </a:rPr>
              <a:t>P</a:t>
            </a:r>
            <a:endParaRPr lang="en-US" sz="833" b="1" dirty="0"/>
          </a:p>
          <a:p>
            <a:pPr rtl="0"/>
            <a:r>
              <a:rPr lang="en-US" sz="833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ProjectId</a:t>
            </a:r>
          </a:p>
          <a:p>
            <a:pPr rtl="0"/>
            <a:r>
              <a:rPr lang="en-US" sz="833">
                <a:solidFill>
                  <a:schemeClr val="tx1"/>
                </a:solidFill>
              </a:rPr>
              <a:t>UserId</a:t>
            </a:r>
          </a:p>
          <a:p>
            <a:pPr rtl="0"/>
            <a:r>
              <a:rPr lang="en-US" sz="833">
                <a:solidFill>
                  <a:schemeClr val="tx1"/>
                </a:solidFill>
              </a:rPr>
              <a:t>UserType</a:t>
            </a:r>
          </a:p>
          <a:p>
            <a:pPr rtl="0">
              <a:buNone/>
            </a:pPr>
            <a:r>
              <a:rPr lang="en-US" sz="586" kern="10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 Light" panose="020F0302020204030204" pitchFamily="34" charset="0"/>
              </a:rPr>
              <a:t> 1:Teacher</a:t>
            </a:r>
          </a:p>
          <a:p>
            <a:pPr rtl="0">
              <a:buNone/>
            </a:pPr>
            <a:r>
              <a:rPr lang="en-US" sz="586" kern="10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 Light" panose="020F0302020204030204" pitchFamily="34" charset="0"/>
              </a:rPr>
              <a:t> 2:Student</a:t>
            </a:r>
            <a:endParaRPr lang="en-US" sz="833" dirty="0"/>
          </a:p>
          <a:p>
            <a:pPr rtl="0"/>
            <a:r>
              <a:rPr lang="en-US" sz="833" dirty="0" err="1"/>
              <a:t>ProjectName</a:t>
            </a:r>
            <a:endParaRPr lang="en-US" sz="833" dirty="0"/>
          </a:p>
          <a:p>
            <a:pPr rtl="0"/>
            <a:r>
              <a:rPr lang="en-US" sz="833">
                <a:solidFill>
                  <a:schemeClr val="tx1"/>
                </a:solidFill>
              </a:rPr>
              <a:t>ProjectTags</a:t>
            </a:r>
          </a:p>
          <a:p>
            <a:pPr rtl="0"/>
            <a:r>
              <a:rPr lang="en-US" sz="782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1:active</a:t>
            </a:r>
          </a:p>
        </p:txBody>
      </p:sp>
    </p:spTree>
    <p:extLst>
      <p:ext uri="{BB962C8B-B14F-4D97-AF65-F5344CB8AC3E}">
        <p14:creationId xmlns:p14="http://schemas.microsoft.com/office/powerpoint/2010/main" val="4215408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B37FC12-6867-ED26-C375-DC4FB76CCA5F}"/>
              </a:ext>
            </a:extLst>
          </p:cNvPr>
          <p:cNvGrpSpPr/>
          <p:nvPr/>
        </p:nvGrpSpPr>
        <p:grpSpPr>
          <a:xfrm>
            <a:off x="4687942" y="420583"/>
            <a:ext cx="5009538" cy="1266122"/>
            <a:chOff x="1193312" y="2814092"/>
            <a:chExt cx="4807496" cy="183904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D2EF11B-8B58-1590-DBD1-FF472E2E835F}"/>
                </a:ext>
              </a:extLst>
            </p:cNvPr>
            <p:cNvSpPr/>
            <p:nvPr/>
          </p:nvSpPr>
          <p:spPr>
            <a:xfrm>
              <a:off x="1193312" y="2814092"/>
              <a:ext cx="4807496" cy="1839044"/>
            </a:xfrm>
            <a:prstGeom prst="roundRect">
              <a:avLst>
                <a:gd name="adj" fmla="val 3993"/>
              </a:avLst>
            </a:prstGeom>
            <a:solidFill>
              <a:schemeClr val="tx2">
                <a:lumMod val="60000"/>
                <a:lumOff val="40000"/>
                <a:alpha val="5000"/>
              </a:schemeClr>
            </a:solidFill>
            <a:ln w="63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3879774215">
                    <a:custGeom>
                      <a:avLst/>
                      <a:gdLst>
                        <a:gd name="csX0" fmla="*/ 0 w 6408712"/>
                        <a:gd name="csY0" fmla="*/ 72490 h 1815427"/>
                        <a:gd name="csX1" fmla="*/ 72490 w 6408712"/>
                        <a:gd name="csY1" fmla="*/ 0 h 1815427"/>
                        <a:gd name="csX2" fmla="*/ 579283 w 6408712"/>
                        <a:gd name="csY2" fmla="*/ 0 h 1815427"/>
                        <a:gd name="csX3" fmla="*/ 1148713 w 6408712"/>
                        <a:gd name="csY3" fmla="*/ 0 h 1815427"/>
                        <a:gd name="csX4" fmla="*/ 1530231 w 6408712"/>
                        <a:gd name="csY4" fmla="*/ 0 h 1815427"/>
                        <a:gd name="csX5" fmla="*/ 1974387 w 6408712"/>
                        <a:gd name="csY5" fmla="*/ 0 h 1815427"/>
                        <a:gd name="csX6" fmla="*/ 2669092 w 6408712"/>
                        <a:gd name="csY6" fmla="*/ 0 h 1815427"/>
                        <a:gd name="csX7" fmla="*/ 3301159 w 6408712"/>
                        <a:gd name="csY7" fmla="*/ 0 h 1815427"/>
                        <a:gd name="csX8" fmla="*/ 3745315 w 6408712"/>
                        <a:gd name="csY8" fmla="*/ 0 h 1815427"/>
                        <a:gd name="csX9" fmla="*/ 4377382 w 6408712"/>
                        <a:gd name="csY9" fmla="*/ 0 h 1815427"/>
                        <a:gd name="csX10" fmla="*/ 5009450 w 6408712"/>
                        <a:gd name="csY10" fmla="*/ 0 h 1815427"/>
                        <a:gd name="csX11" fmla="*/ 5641517 w 6408712"/>
                        <a:gd name="csY11" fmla="*/ 0 h 1815427"/>
                        <a:gd name="csX12" fmla="*/ 6336222 w 6408712"/>
                        <a:gd name="csY12" fmla="*/ 0 h 1815427"/>
                        <a:gd name="csX13" fmla="*/ 6408712 w 6408712"/>
                        <a:gd name="csY13" fmla="*/ 72490 h 1815427"/>
                        <a:gd name="csX14" fmla="*/ 6408712 w 6408712"/>
                        <a:gd name="csY14" fmla="*/ 595897 h 1815427"/>
                        <a:gd name="csX15" fmla="*/ 6408712 w 6408712"/>
                        <a:gd name="csY15" fmla="*/ 1136008 h 1815427"/>
                        <a:gd name="csX16" fmla="*/ 6408712 w 6408712"/>
                        <a:gd name="csY16" fmla="*/ 1742937 h 1815427"/>
                        <a:gd name="csX17" fmla="*/ 6336222 w 6408712"/>
                        <a:gd name="csY17" fmla="*/ 1815427 h 1815427"/>
                        <a:gd name="csX18" fmla="*/ 5704154 w 6408712"/>
                        <a:gd name="csY18" fmla="*/ 1815427 h 1815427"/>
                        <a:gd name="csX19" fmla="*/ 5322636 w 6408712"/>
                        <a:gd name="csY19" fmla="*/ 1815427 h 1815427"/>
                        <a:gd name="csX20" fmla="*/ 4753206 w 6408712"/>
                        <a:gd name="csY20" fmla="*/ 1815427 h 1815427"/>
                        <a:gd name="csX21" fmla="*/ 4371688 w 6408712"/>
                        <a:gd name="csY21" fmla="*/ 1815427 h 1815427"/>
                        <a:gd name="csX22" fmla="*/ 3990170 w 6408712"/>
                        <a:gd name="csY22" fmla="*/ 1815427 h 1815427"/>
                        <a:gd name="csX23" fmla="*/ 3358102 w 6408712"/>
                        <a:gd name="csY23" fmla="*/ 1815427 h 1815427"/>
                        <a:gd name="csX24" fmla="*/ 2976584 w 6408712"/>
                        <a:gd name="csY24" fmla="*/ 1815427 h 1815427"/>
                        <a:gd name="csX25" fmla="*/ 2469791 w 6408712"/>
                        <a:gd name="csY25" fmla="*/ 1815427 h 1815427"/>
                        <a:gd name="csX26" fmla="*/ 2025636 w 6408712"/>
                        <a:gd name="csY26" fmla="*/ 1815427 h 1815427"/>
                        <a:gd name="csX27" fmla="*/ 1581480 w 6408712"/>
                        <a:gd name="csY27" fmla="*/ 1815427 h 1815427"/>
                        <a:gd name="csX28" fmla="*/ 949412 w 6408712"/>
                        <a:gd name="csY28" fmla="*/ 1815427 h 1815427"/>
                        <a:gd name="csX29" fmla="*/ 567894 w 6408712"/>
                        <a:gd name="csY29" fmla="*/ 1815427 h 1815427"/>
                        <a:gd name="csX30" fmla="*/ 72490 w 6408712"/>
                        <a:gd name="csY30" fmla="*/ 1815427 h 1815427"/>
                        <a:gd name="csX31" fmla="*/ 0 w 6408712"/>
                        <a:gd name="csY31" fmla="*/ 1742937 h 1815427"/>
                        <a:gd name="csX32" fmla="*/ 0 w 6408712"/>
                        <a:gd name="csY32" fmla="*/ 1236235 h 1815427"/>
                        <a:gd name="csX33" fmla="*/ 0 w 6408712"/>
                        <a:gd name="csY33" fmla="*/ 679419 h 1815427"/>
                        <a:gd name="csX34" fmla="*/ 0 w 6408712"/>
                        <a:gd name="csY34" fmla="*/ 72490 h 18154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</a:cxnLst>
                      <a:rect l="l" t="t" r="r" b="b"/>
                      <a:pathLst>
                        <a:path w="6408712" h="1815427" fill="none" extrusionOk="0">
                          <a:moveTo>
                            <a:pt x="0" y="72490"/>
                          </a:moveTo>
                          <a:cubicBezTo>
                            <a:pt x="2440" y="33763"/>
                            <a:pt x="39263" y="-776"/>
                            <a:pt x="72490" y="0"/>
                          </a:cubicBezTo>
                          <a:cubicBezTo>
                            <a:pt x="192973" y="-38538"/>
                            <a:pt x="392771" y="41667"/>
                            <a:pt x="579283" y="0"/>
                          </a:cubicBezTo>
                          <a:cubicBezTo>
                            <a:pt x="765795" y="-41667"/>
                            <a:pt x="1029846" y="27267"/>
                            <a:pt x="1148713" y="0"/>
                          </a:cubicBezTo>
                          <a:cubicBezTo>
                            <a:pt x="1267580" y="-27267"/>
                            <a:pt x="1340498" y="27393"/>
                            <a:pt x="1530231" y="0"/>
                          </a:cubicBezTo>
                          <a:cubicBezTo>
                            <a:pt x="1719964" y="-27393"/>
                            <a:pt x="1780503" y="24954"/>
                            <a:pt x="1974387" y="0"/>
                          </a:cubicBezTo>
                          <a:cubicBezTo>
                            <a:pt x="2168271" y="-24954"/>
                            <a:pt x="2339024" y="58456"/>
                            <a:pt x="2669092" y="0"/>
                          </a:cubicBezTo>
                          <a:cubicBezTo>
                            <a:pt x="2999160" y="-58456"/>
                            <a:pt x="3100822" y="66002"/>
                            <a:pt x="3301159" y="0"/>
                          </a:cubicBezTo>
                          <a:cubicBezTo>
                            <a:pt x="3501496" y="-66002"/>
                            <a:pt x="3645981" y="48918"/>
                            <a:pt x="3745315" y="0"/>
                          </a:cubicBezTo>
                          <a:cubicBezTo>
                            <a:pt x="3844649" y="-48918"/>
                            <a:pt x="4200861" y="14620"/>
                            <a:pt x="4377382" y="0"/>
                          </a:cubicBezTo>
                          <a:cubicBezTo>
                            <a:pt x="4553903" y="-14620"/>
                            <a:pt x="4816710" y="20422"/>
                            <a:pt x="5009450" y="0"/>
                          </a:cubicBezTo>
                          <a:cubicBezTo>
                            <a:pt x="5202190" y="-20422"/>
                            <a:pt x="5456852" y="69325"/>
                            <a:pt x="5641517" y="0"/>
                          </a:cubicBezTo>
                          <a:cubicBezTo>
                            <a:pt x="5826182" y="-69325"/>
                            <a:pt x="6183599" y="25256"/>
                            <a:pt x="6336222" y="0"/>
                          </a:cubicBezTo>
                          <a:cubicBezTo>
                            <a:pt x="6372865" y="-6913"/>
                            <a:pt x="6406057" y="34069"/>
                            <a:pt x="6408712" y="72490"/>
                          </a:cubicBezTo>
                          <a:cubicBezTo>
                            <a:pt x="6452171" y="309336"/>
                            <a:pt x="6365853" y="392431"/>
                            <a:pt x="6408712" y="595897"/>
                          </a:cubicBezTo>
                          <a:cubicBezTo>
                            <a:pt x="6451571" y="799363"/>
                            <a:pt x="6390360" y="918757"/>
                            <a:pt x="6408712" y="1136008"/>
                          </a:cubicBezTo>
                          <a:cubicBezTo>
                            <a:pt x="6427064" y="1353259"/>
                            <a:pt x="6394108" y="1486738"/>
                            <a:pt x="6408712" y="1742937"/>
                          </a:cubicBezTo>
                          <a:cubicBezTo>
                            <a:pt x="6411040" y="1781804"/>
                            <a:pt x="6373308" y="1820753"/>
                            <a:pt x="6336222" y="1815427"/>
                          </a:cubicBezTo>
                          <a:cubicBezTo>
                            <a:pt x="6083013" y="1825527"/>
                            <a:pt x="5896758" y="1806243"/>
                            <a:pt x="5704154" y="1815427"/>
                          </a:cubicBezTo>
                          <a:cubicBezTo>
                            <a:pt x="5511550" y="1824611"/>
                            <a:pt x="5468066" y="1783445"/>
                            <a:pt x="5322636" y="1815427"/>
                          </a:cubicBezTo>
                          <a:cubicBezTo>
                            <a:pt x="5177206" y="1847409"/>
                            <a:pt x="4888885" y="1806291"/>
                            <a:pt x="4753206" y="1815427"/>
                          </a:cubicBezTo>
                          <a:cubicBezTo>
                            <a:pt x="4617527" y="1824563"/>
                            <a:pt x="4537870" y="1796754"/>
                            <a:pt x="4371688" y="1815427"/>
                          </a:cubicBezTo>
                          <a:cubicBezTo>
                            <a:pt x="4205506" y="1834100"/>
                            <a:pt x="4077074" y="1782646"/>
                            <a:pt x="3990170" y="1815427"/>
                          </a:cubicBezTo>
                          <a:cubicBezTo>
                            <a:pt x="3903266" y="1848208"/>
                            <a:pt x="3534420" y="1766457"/>
                            <a:pt x="3358102" y="1815427"/>
                          </a:cubicBezTo>
                          <a:cubicBezTo>
                            <a:pt x="3181784" y="1864397"/>
                            <a:pt x="3096475" y="1799714"/>
                            <a:pt x="2976584" y="1815427"/>
                          </a:cubicBezTo>
                          <a:cubicBezTo>
                            <a:pt x="2856693" y="1831140"/>
                            <a:pt x="2718879" y="1772848"/>
                            <a:pt x="2469791" y="1815427"/>
                          </a:cubicBezTo>
                          <a:cubicBezTo>
                            <a:pt x="2220703" y="1858006"/>
                            <a:pt x="2199212" y="1777458"/>
                            <a:pt x="2025636" y="1815427"/>
                          </a:cubicBezTo>
                          <a:cubicBezTo>
                            <a:pt x="1852060" y="1853396"/>
                            <a:pt x="1741209" y="1777565"/>
                            <a:pt x="1581480" y="1815427"/>
                          </a:cubicBezTo>
                          <a:cubicBezTo>
                            <a:pt x="1421751" y="1853289"/>
                            <a:pt x="1155314" y="1769843"/>
                            <a:pt x="949412" y="1815427"/>
                          </a:cubicBezTo>
                          <a:cubicBezTo>
                            <a:pt x="743510" y="1861011"/>
                            <a:pt x="723444" y="1786014"/>
                            <a:pt x="567894" y="1815427"/>
                          </a:cubicBezTo>
                          <a:cubicBezTo>
                            <a:pt x="412344" y="1844840"/>
                            <a:pt x="300775" y="1775690"/>
                            <a:pt x="72490" y="1815427"/>
                          </a:cubicBezTo>
                          <a:cubicBezTo>
                            <a:pt x="33790" y="1814101"/>
                            <a:pt x="7333" y="1780029"/>
                            <a:pt x="0" y="1742937"/>
                          </a:cubicBezTo>
                          <a:cubicBezTo>
                            <a:pt x="-15485" y="1599856"/>
                            <a:pt x="51713" y="1420076"/>
                            <a:pt x="0" y="1236235"/>
                          </a:cubicBezTo>
                          <a:cubicBezTo>
                            <a:pt x="-51713" y="1052394"/>
                            <a:pt x="9439" y="843652"/>
                            <a:pt x="0" y="679419"/>
                          </a:cubicBezTo>
                          <a:cubicBezTo>
                            <a:pt x="-9439" y="515186"/>
                            <a:pt x="49467" y="369944"/>
                            <a:pt x="0" y="72490"/>
                          </a:cubicBezTo>
                          <a:close/>
                        </a:path>
                        <a:path w="6408712" h="1815427" stroke="0" extrusionOk="0">
                          <a:moveTo>
                            <a:pt x="0" y="72490"/>
                          </a:moveTo>
                          <a:cubicBezTo>
                            <a:pt x="-6606" y="31375"/>
                            <a:pt x="36207" y="-3650"/>
                            <a:pt x="72490" y="0"/>
                          </a:cubicBezTo>
                          <a:cubicBezTo>
                            <a:pt x="253279" y="-47094"/>
                            <a:pt x="353936" y="44432"/>
                            <a:pt x="579283" y="0"/>
                          </a:cubicBezTo>
                          <a:cubicBezTo>
                            <a:pt x="804630" y="-44432"/>
                            <a:pt x="961261" y="35607"/>
                            <a:pt x="1148713" y="0"/>
                          </a:cubicBezTo>
                          <a:cubicBezTo>
                            <a:pt x="1336165" y="-35607"/>
                            <a:pt x="1430333" y="44534"/>
                            <a:pt x="1530231" y="0"/>
                          </a:cubicBezTo>
                          <a:cubicBezTo>
                            <a:pt x="1630129" y="-44534"/>
                            <a:pt x="1952011" y="73524"/>
                            <a:pt x="2224936" y="0"/>
                          </a:cubicBezTo>
                          <a:cubicBezTo>
                            <a:pt x="2497861" y="-73524"/>
                            <a:pt x="2478230" y="35478"/>
                            <a:pt x="2606454" y="0"/>
                          </a:cubicBezTo>
                          <a:cubicBezTo>
                            <a:pt x="2734678" y="-35478"/>
                            <a:pt x="3021198" y="40397"/>
                            <a:pt x="3175884" y="0"/>
                          </a:cubicBezTo>
                          <a:cubicBezTo>
                            <a:pt x="3330570" y="-40397"/>
                            <a:pt x="3459869" y="6223"/>
                            <a:pt x="3557403" y="0"/>
                          </a:cubicBezTo>
                          <a:cubicBezTo>
                            <a:pt x="3654937" y="-6223"/>
                            <a:pt x="3959704" y="32007"/>
                            <a:pt x="4064196" y="0"/>
                          </a:cubicBezTo>
                          <a:cubicBezTo>
                            <a:pt x="4168688" y="-32007"/>
                            <a:pt x="4545412" y="31652"/>
                            <a:pt x="4758900" y="0"/>
                          </a:cubicBezTo>
                          <a:cubicBezTo>
                            <a:pt x="4972388" y="-31652"/>
                            <a:pt x="5100269" y="30001"/>
                            <a:pt x="5328331" y="0"/>
                          </a:cubicBezTo>
                          <a:cubicBezTo>
                            <a:pt x="5556393" y="-30001"/>
                            <a:pt x="5616366" y="38205"/>
                            <a:pt x="5835123" y="0"/>
                          </a:cubicBezTo>
                          <a:cubicBezTo>
                            <a:pt x="6053880" y="-38205"/>
                            <a:pt x="6112680" y="4757"/>
                            <a:pt x="6336222" y="0"/>
                          </a:cubicBezTo>
                          <a:cubicBezTo>
                            <a:pt x="6374944" y="-5898"/>
                            <a:pt x="6405807" y="42681"/>
                            <a:pt x="6408712" y="72490"/>
                          </a:cubicBezTo>
                          <a:cubicBezTo>
                            <a:pt x="6418216" y="274360"/>
                            <a:pt x="6406339" y="413793"/>
                            <a:pt x="6408712" y="612601"/>
                          </a:cubicBezTo>
                          <a:cubicBezTo>
                            <a:pt x="6411085" y="811409"/>
                            <a:pt x="6356491" y="974916"/>
                            <a:pt x="6408712" y="1186121"/>
                          </a:cubicBezTo>
                          <a:cubicBezTo>
                            <a:pt x="6460933" y="1397326"/>
                            <a:pt x="6393035" y="1623485"/>
                            <a:pt x="6408712" y="1742937"/>
                          </a:cubicBezTo>
                          <a:cubicBezTo>
                            <a:pt x="6405996" y="1773416"/>
                            <a:pt x="6367706" y="1810194"/>
                            <a:pt x="6336222" y="1815427"/>
                          </a:cubicBezTo>
                          <a:cubicBezTo>
                            <a:pt x="6188031" y="1823381"/>
                            <a:pt x="5856039" y="1749959"/>
                            <a:pt x="5641517" y="1815427"/>
                          </a:cubicBezTo>
                          <a:cubicBezTo>
                            <a:pt x="5426996" y="1880895"/>
                            <a:pt x="5305365" y="1771643"/>
                            <a:pt x="5134724" y="1815427"/>
                          </a:cubicBezTo>
                          <a:cubicBezTo>
                            <a:pt x="4964083" y="1859211"/>
                            <a:pt x="4666056" y="1813129"/>
                            <a:pt x="4440019" y="1815427"/>
                          </a:cubicBezTo>
                          <a:cubicBezTo>
                            <a:pt x="4213983" y="1817725"/>
                            <a:pt x="4120071" y="1790248"/>
                            <a:pt x="3870589" y="1815427"/>
                          </a:cubicBezTo>
                          <a:cubicBezTo>
                            <a:pt x="3621107" y="1840606"/>
                            <a:pt x="3573916" y="1810928"/>
                            <a:pt x="3363796" y="1815427"/>
                          </a:cubicBezTo>
                          <a:cubicBezTo>
                            <a:pt x="3153676" y="1819926"/>
                            <a:pt x="3030474" y="1783614"/>
                            <a:pt x="2919641" y="1815427"/>
                          </a:cubicBezTo>
                          <a:cubicBezTo>
                            <a:pt x="2808809" y="1847240"/>
                            <a:pt x="2499765" y="1774828"/>
                            <a:pt x="2350211" y="1815427"/>
                          </a:cubicBezTo>
                          <a:cubicBezTo>
                            <a:pt x="2200657" y="1856026"/>
                            <a:pt x="2063318" y="1806602"/>
                            <a:pt x="1843418" y="1815427"/>
                          </a:cubicBezTo>
                          <a:cubicBezTo>
                            <a:pt x="1623518" y="1824252"/>
                            <a:pt x="1407356" y="1746071"/>
                            <a:pt x="1211350" y="1815427"/>
                          </a:cubicBezTo>
                          <a:cubicBezTo>
                            <a:pt x="1015344" y="1884783"/>
                            <a:pt x="825364" y="1790847"/>
                            <a:pt x="704558" y="1815427"/>
                          </a:cubicBezTo>
                          <a:cubicBezTo>
                            <a:pt x="583752" y="1840007"/>
                            <a:pt x="381839" y="1808125"/>
                            <a:pt x="72490" y="1815427"/>
                          </a:cubicBezTo>
                          <a:cubicBezTo>
                            <a:pt x="23239" y="1808812"/>
                            <a:pt x="-4542" y="1784490"/>
                            <a:pt x="0" y="1742937"/>
                          </a:cubicBezTo>
                          <a:cubicBezTo>
                            <a:pt x="-2903" y="1527595"/>
                            <a:pt x="54710" y="1463371"/>
                            <a:pt x="0" y="1236235"/>
                          </a:cubicBezTo>
                          <a:cubicBezTo>
                            <a:pt x="-54710" y="1009099"/>
                            <a:pt x="3096" y="848482"/>
                            <a:pt x="0" y="679419"/>
                          </a:cubicBezTo>
                          <a:cubicBezTo>
                            <a:pt x="-3096" y="510356"/>
                            <a:pt x="53729" y="242500"/>
                            <a:pt x="0" y="7249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E3A745F4-EA27-5531-08ED-B8E9CA641A65}"/>
                </a:ext>
              </a:extLst>
            </p:cNvPr>
            <p:cNvSpPr/>
            <p:nvPr/>
          </p:nvSpPr>
          <p:spPr>
            <a:xfrm>
              <a:off x="1474972" y="3017796"/>
              <a:ext cx="2227634" cy="1480427"/>
            </a:xfrm>
            <a:prstGeom prst="triangle">
              <a:avLst>
                <a:gd name="adj" fmla="val 88060"/>
              </a:avLst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6610647-DDA2-28C3-3B94-A87726B2FBFD}"/>
                </a:ext>
              </a:extLst>
            </p:cNvPr>
            <p:cNvSpPr/>
            <p:nvPr/>
          </p:nvSpPr>
          <p:spPr>
            <a:xfrm rot="10800000" flipV="1">
              <a:off x="1474971" y="3017796"/>
              <a:ext cx="2212381" cy="1480427"/>
            </a:xfrm>
            <a:prstGeom prst="triangle">
              <a:avLst>
                <a:gd name="adj" fmla="val 88060"/>
              </a:avLst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53CC273E-3061-23DF-2698-7DB6566DD677}"/>
                </a:ext>
              </a:extLst>
            </p:cNvPr>
            <p:cNvSpPr/>
            <p:nvPr/>
          </p:nvSpPr>
          <p:spPr>
            <a:xfrm rot="10800000">
              <a:off x="3523603" y="3026354"/>
              <a:ext cx="2112579" cy="1411014"/>
            </a:xfrm>
            <a:prstGeom prst="triangle">
              <a:avLst>
                <a:gd name="adj" fmla="val 88060"/>
              </a:avLst>
            </a:prstGeom>
            <a:solidFill>
              <a:schemeClr val="accent6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1208371-82D0-CAFD-11EB-E6883C37A4F2}"/>
                </a:ext>
              </a:extLst>
            </p:cNvPr>
            <p:cNvSpPr/>
            <p:nvPr/>
          </p:nvSpPr>
          <p:spPr>
            <a:xfrm>
              <a:off x="3243015" y="3034912"/>
              <a:ext cx="2112579" cy="1463311"/>
            </a:xfrm>
            <a:prstGeom prst="triangle">
              <a:avLst>
                <a:gd name="adj" fmla="val 88060"/>
              </a:avLst>
            </a:prstGeom>
            <a:solidFill>
              <a:schemeClr val="accent6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2F95232-62AF-04B3-3780-564A3F1B0C97}"/>
              </a:ext>
            </a:extLst>
          </p:cNvPr>
          <p:cNvGrpSpPr/>
          <p:nvPr/>
        </p:nvGrpSpPr>
        <p:grpSpPr>
          <a:xfrm>
            <a:off x="432938" y="162118"/>
            <a:ext cx="4025514" cy="990588"/>
            <a:chOff x="3049665" y="977311"/>
            <a:chExt cx="4120968" cy="101407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79F9554-4A58-6D85-CC74-5A37CF0DEA05}"/>
                </a:ext>
              </a:extLst>
            </p:cNvPr>
            <p:cNvSpPr/>
            <p:nvPr/>
          </p:nvSpPr>
          <p:spPr>
            <a:xfrm>
              <a:off x="3049665" y="980173"/>
              <a:ext cx="360039" cy="10026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240BC59-5862-3B96-BC08-039EC8F5A324}"/>
                </a:ext>
              </a:extLst>
            </p:cNvPr>
            <p:cNvSpPr/>
            <p:nvPr/>
          </p:nvSpPr>
          <p:spPr>
            <a:xfrm>
              <a:off x="3468999" y="977313"/>
              <a:ext cx="360039" cy="5789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EF1DDCF-E13A-9BA5-1AEF-44AEF8EC8D40}"/>
                </a:ext>
              </a:extLst>
            </p:cNvPr>
            <p:cNvSpPr/>
            <p:nvPr/>
          </p:nvSpPr>
          <p:spPr>
            <a:xfrm>
              <a:off x="3888333" y="977314"/>
              <a:ext cx="360039" cy="1010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E202E55-37ED-0A56-9975-6C65A8ACFF39}"/>
                </a:ext>
              </a:extLst>
            </p:cNvPr>
            <p:cNvSpPr/>
            <p:nvPr/>
          </p:nvSpPr>
          <p:spPr>
            <a:xfrm>
              <a:off x="4991170" y="980173"/>
              <a:ext cx="360039" cy="10026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466BFB0-EDE9-2899-44F3-AA86AA471AB5}"/>
                </a:ext>
              </a:extLst>
            </p:cNvPr>
            <p:cNvSpPr/>
            <p:nvPr/>
          </p:nvSpPr>
          <p:spPr>
            <a:xfrm>
              <a:off x="5400205" y="1436858"/>
              <a:ext cx="360039" cy="54593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3352A26-1059-839F-5217-347B7D15478D}"/>
                </a:ext>
              </a:extLst>
            </p:cNvPr>
            <p:cNvSpPr/>
            <p:nvPr/>
          </p:nvSpPr>
          <p:spPr>
            <a:xfrm>
              <a:off x="4294080" y="977311"/>
              <a:ext cx="626162" cy="2784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DCE386A-06FB-1051-65D8-D6836842710A}"/>
                </a:ext>
              </a:extLst>
            </p:cNvPr>
            <p:cNvSpPr/>
            <p:nvPr/>
          </p:nvSpPr>
          <p:spPr>
            <a:xfrm>
              <a:off x="4297822" y="1345913"/>
              <a:ext cx="626162" cy="2784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1D236C2-7BBC-07A2-BB56-DDE7A0A7E8A7}"/>
                </a:ext>
              </a:extLst>
            </p:cNvPr>
            <p:cNvSpPr/>
            <p:nvPr/>
          </p:nvSpPr>
          <p:spPr>
            <a:xfrm>
              <a:off x="4294080" y="1709823"/>
              <a:ext cx="626162" cy="2784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B32B9BA-0A26-1C16-739B-ACF647FC3311}"/>
                </a:ext>
              </a:extLst>
            </p:cNvPr>
            <p:cNvSpPr/>
            <p:nvPr/>
          </p:nvSpPr>
          <p:spPr>
            <a:xfrm>
              <a:off x="5806528" y="977312"/>
              <a:ext cx="360039" cy="101097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CC5CA80-7A46-3C70-717B-6B9D2531BABE}"/>
                </a:ext>
              </a:extLst>
            </p:cNvPr>
            <p:cNvSpPr/>
            <p:nvPr/>
          </p:nvSpPr>
          <p:spPr>
            <a:xfrm>
              <a:off x="5713961" y="1033913"/>
              <a:ext cx="452606" cy="2784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FE53757-9BE6-D9ED-6B4C-025C7D9FA058}"/>
                </a:ext>
              </a:extLst>
            </p:cNvPr>
            <p:cNvSpPr/>
            <p:nvPr/>
          </p:nvSpPr>
          <p:spPr>
            <a:xfrm>
              <a:off x="6270307" y="977311"/>
              <a:ext cx="360039" cy="101407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3C1EB15-D61C-D76B-2312-69B698E0DD1E}"/>
                </a:ext>
              </a:extLst>
            </p:cNvPr>
            <p:cNvSpPr/>
            <p:nvPr/>
          </p:nvSpPr>
          <p:spPr>
            <a:xfrm>
              <a:off x="6718027" y="977311"/>
              <a:ext cx="360039" cy="10122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7A7604-8BCA-CB3E-79DD-4D402B3D5777}"/>
                </a:ext>
              </a:extLst>
            </p:cNvPr>
            <p:cNvSpPr/>
            <p:nvPr/>
          </p:nvSpPr>
          <p:spPr>
            <a:xfrm>
              <a:off x="6718027" y="1033913"/>
              <a:ext cx="452606" cy="2784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8C3A157-C874-E9ED-E2A7-495E9427E080}"/>
                </a:ext>
              </a:extLst>
            </p:cNvPr>
            <p:cNvSpPr/>
            <p:nvPr/>
          </p:nvSpPr>
          <p:spPr>
            <a:xfrm>
              <a:off x="6162307" y="1881577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88C59FA-4704-AA28-DDFB-3569F527608C}"/>
                </a:ext>
              </a:extLst>
            </p:cNvPr>
            <p:cNvSpPr/>
            <p:nvPr/>
          </p:nvSpPr>
          <p:spPr>
            <a:xfrm>
              <a:off x="6396326" y="1032022"/>
              <a:ext cx="108000" cy="10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5F14002-B94D-ADE1-5804-78DFA63538DD}"/>
              </a:ext>
            </a:extLst>
          </p:cNvPr>
          <p:cNvGrpSpPr/>
          <p:nvPr/>
        </p:nvGrpSpPr>
        <p:grpSpPr>
          <a:xfrm>
            <a:off x="628501" y="1384012"/>
            <a:ext cx="3583391" cy="650242"/>
            <a:chOff x="235732" y="4393940"/>
            <a:chExt cx="3668362" cy="665661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2E0FCA8F-3856-6310-F2C5-FAFC200BC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839" y="4624840"/>
              <a:ext cx="2944939" cy="278461"/>
            </a:xfrm>
            <a:prstGeom prst="rect">
              <a:avLst/>
            </a:prstGeom>
          </p:spPr>
        </p:pic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722FE909-7649-FF4F-CC48-3634F3CBD861}"/>
                </a:ext>
              </a:extLst>
            </p:cNvPr>
            <p:cNvSpPr/>
            <p:nvPr/>
          </p:nvSpPr>
          <p:spPr>
            <a:xfrm>
              <a:off x="235732" y="4393940"/>
              <a:ext cx="3668362" cy="665661"/>
            </a:xfrm>
            <a:prstGeom prst="roundRect">
              <a:avLst>
                <a:gd name="adj" fmla="val 3993"/>
              </a:avLst>
            </a:prstGeom>
            <a:solidFill>
              <a:schemeClr val="tx2">
                <a:lumMod val="60000"/>
                <a:lumOff val="40000"/>
                <a:alpha val="5000"/>
              </a:schemeClr>
            </a:solidFill>
            <a:ln w="63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3879774215">
                    <a:custGeom>
                      <a:avLst/>
                      <a:gdLst>
                        <a:gd name="csX0" fmla="*/ 0 w 6408712"/>
                        <a:gd name="csY0" fmla="*/ 72490 h 1815427"/>
                        <a:gd name="csX1" fmla="*/ 72490 w 6408712"/>
                        <a:gd name="csY1" fmla="*/ 0 h 1815427"/>
                        <a:gd name="csX2" fmla="*/ 579283 w 6408712"/>
                        <a:gd name="csY2" fmla="*/ 0 h 1815427"/>
                        <a:gd name="csX3" fmla="*/ 1148713 w 6408712"/>
                        <a:gd name="csY3" fmla="*/ 0 h 1815427"/>
                        <a:gd name="csX4" fmla="*/ 1530231 w 6408712"/>
                        <a:gd name="csY4" fmla="*/ 0 h 1815427"/>
                        <a:gd name="csX5" fmla="*/ 1974387 w 6408712"/>
                        <a:gd name="csY5" fmla="*/ 0 h 1815427"/>
                        <a:gd name="csX6" fmla="*/ 2669092 w 6408712"/>
                        <a:gd name="csY6" fmla="*/ 0 h 1815427"/>
                        <a:gd name="csX7" fmla="*/ 3301159 w 6408712"/>
                        <a:gd name="csY7" fmla="*/ 0 h 1815427"/>
                        <a:gd name="csX8" fmla="*/ 3745315 w 6408712"/>
                        <a:gd name="csY8" fmla="*/ 0 h 1815427"/>
                        <a:gd name="csX9" fmla="*/ 4377382 w 6408712"/>
                        <a:gd name="csY9" fmla="*/ 0 h 1815427"/>
                        <a:gd name="csX10" fmla="*/ 5009450 w 6408712"/>
                        <a:gd name="csY10" fmla="*/ 0 h 1815427"/>
                        <a:gd name="csX11" fmla="*/ 5641517 w 6408712"/>
                        <a:gd name="csY11" fmla="*/ 0 h 1815427"/>
                        <a:gd name="csX12" fmla="*/ 6336222 w 6408712"/>
                        <a:gd name="csY12" fmla="*/ 0 h 1815427"/>
                        <a:gd name="csX13" fmla="*/ 6408712 w 6408712"/>
                        <a:gd name="csY13" fmla="*/ 72490 h 1815427"/>
                        <a:gd name="csX14" fmla="*/ 6408712 w 6408712"/>
                        <a:gd name="csY14" fmla="*/ 595897 h 1815427"/>
                        <a:gd name="csX15" fmla="*/ 6408712 w 6408712"/>
                        <a:gd name="csY15" fmla="*/ 1136008 h 1815427"/>
                        <a:gd name="csX16" fmla="*/ 6408712 w 6408712"/>
                        <a:gd name="csY16" fmla="*/ 1742937 h 1815427"/>
                        <a:gd name="csX17" fmla="*/ 6336222 w 6408712"/>
                        <a:gd name="csY17" fmla="*/ 1815427 h 1815427"/>
                        <a:gd name="csX18" fmla="*/ 5704154 w 6408712"/>
                        <a:gd name="csY18" fmla="*/ 1815427 h 1815427"/>
                        <a:gd name="csX19" fmla="*/ 5322636 w 6408712"/>
                        <a:gd name="csY19" fmla="*/ 1815427 h 1815427"/>
                        <a:gd name="csX20" fmla="*/ 4753206 w 6408712"/>
                        <a:gd name="csY20" fmla="*/ 1815427 h 1815427"/>
                        <a:gd name="csX21" fmla="*/ 4371688 w 6408712"/>
                        <a:gd name="csY21" fmla="*/ 1815427 h 1815427"/>
                        <a:gd name="csX22" fmla="*/ 3990170 w 6408712"/>
                        <a:gd name="csY22" fmla="*/ 1815427 h 1815427"/>
                        <a:gd name="csX23" fmla="*/ 3358102 w 6408712"/>
                        <a:gd name="csY23" fmla="*/ 1815427 h 1815427"/>
                        <a:gd name="csX24" fmla="*/ 2976584 w 6408712"/>
                        <a:gd name="csY24" fmla="*/ 1815427 h 1815427"/>
                        <a:gd name="csX25" fmla="*/ 2469791 w 6408712"/>
                        <a:gd name="csY25" fmla="*/ 1815427 h 1815427"/>
                        <a:gd name="csX26" fmla="*/ 2025636 w 6408712"/>
                        <a:gd name="csY26" fmla="*/ 1815427 h 1815427"/>
                        <a:gd name="csX27" fmla="*/ 1581480 w 6408712"/>
                        <a:gd name="csY27" fmla="*/ 1815427 h 1815427"/>
                        <a:gd name="csX28" fmla="*/ 949412 w 6408712"/>
                        <a:gd name="csY28" fmla="*/ 1815427 h 1815427"/>
                        <a:gd name="csX29" fmla="*/ 567894 w 6408712"/>
                        <a:gd name="csY29" fmla="*/ 1815427 h 1815427"/>
                        <a:gd name="csX30" fmla="*/ 72490 w 6408712"/>
                        <a:gd name="csY30" fmla="*/ 1815427 h 1815427"/>
                        <a:gd name="csX31" fmla="*/ 0 w 6408712"/>
                        <a:gd name="csY31" fmla="*/ 1742937 h 1815427"/>
                        <a:gd name="csX32" fmla="*/ 0 w 6408712"/>
                        <a:gd name="csY32" fmla="*/ 1236235 h 1815427"/>
                        <a:gd name="csX33" fmla="*/ 0 w 6408712"/>
                        <a:gd name="csY33" fmla="*/ 679419 h 1815427"/>
                        <a:gd name="csX34" fmla="*/ 0 w 6408712"/>
                        <a:gd name="csY34" fmla="*/ 72490 h 181542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</a:cxnLst>
                      <a:rect l="l" t="t" r="r" b="b"/>
                      <a:pathLst>
                        <a:path w="6408712" h="1815427" fill="none" extrusionOk="0">
                          <a:moveTo>
                            <a:pt x="0" y="72490"/>
                          </a:moveTo>
                          <a:cubicBezTo>
                            <a:pt x="2440" y="33763"/>
                            <a:pt x="39263" y="-776"/>
                            <a:pt x="72490" y="0"/>
                          </a:cubicBezTo>
                          <a:cubicBezTo>
                            <a:pt x="192973" y="-38538"/>
                            <a:pt x="392771" y="41667"/>
                            <a:pt x="579283" y="0"/>
                          </a:cubicBezTo>
                          <a:cubicBezTo>
                            <a:pt x="765795" y="-41667"/>
                            <a:pt x="1029846" y="27267"/>
                            <a:pt x="1148713" y="0"/>
                          </a:cubicBezTo>
                          <a:cubicBezTo>
                            <a:pt x="1267580" y="-27267"/>
                            <a:pt x="1340498" y="27393"/>
                            <a:pt x="1530231" y="0"/>
                          </a:cubicBezTo>
                          <a:cubicBezTo>
                            <a:pt x="1719964" y="-27393"/>
                            <a:pt x="1780503" y="24954"/>
                            <a:pt x="1974387" y="0"/>
                          </a:cubicBezTo>
                          <a:cubicBezTo>
                            <a:pt x="2168271" y="-24954"/>
                            <a:pt x="2339024" y="58456"/>
                            <a:pt x="2669092" y="0"/>
                          </a:cubicBezTo>
                          <a:cubicBezTo>
                            <a:pt x="2999160" y="-58456"/>
                            <a:pt x="3100822" y="66002"/>
                            <a:pt x="3301159" y="0"/>
                          </a:cubicBezTo>
                          <a:cubicBezTo>
                            <a:pt x="3501496" y="-66002"/>
                            <a:pt x="3645981" y="48918"/>
                            <a:pt x="3745315" y="0"/>
                          </a:cubicBezTo>
                          <a:cubicBezTo>
                            <a:pt x="3844649" y="-48918"/>
                            <a:pt x="4200861" y="14620"/>
                            <a:pt x="4377382" y="0"/>
                          </a:cubicBezTo>
                          <a:cubicBezTo>
                            <a:pt x="4553903" y="-14620"/>
                            <a:pt x="4816710" y="20422"/>
                            <a:pt x="5009450" y="0"/>
                          </a:cubicBezTo>
                          <a:cubicBezTo>
                            <a:pt x="5202190" y="-20422"/>
                            <a:pt x="5456852" y="69325"/>
                            <a:pt x="5641517" y="0"/>
                          </a:cubicBezTo>
                          <a:cubicBezTo>
                            <a:pt x="5826182" y="-69325"/>
                            <a:pt x="6183599" y="25256"/>
                            <a:pt x="6336222" y="0"/>
                          </a:cubicBezTo>
                          <a:cubicBezTo>
                            <a:pt x="6372865" y="-6913"/>
                            <a:pt x="6406057" y="34069"/>
                            <a:pt x="6408712" y="72490"/>
                          </a:cubicBezTo>
                          <a:cubicBezTo>
                            <a:pt x="6452171" y="309336"/>
                            <a:pt x="6365853" y="392431"/>
                            <a:pt x="6408712" y="595897"/>
                          </a:cubicBezTo>
                          <a:cubicBezTo>
                            <a:pt x="6451571" y="799363"/>
                            <a:pt x="6390360" y="918757"/>
                            <a:pt x="6408712" y="1136008"/>
                          </a:cubicBezTo>
                          <a:cubicBezTo>
                            <a:pt x="6427064" y="1353259"/>
                            <a:pt x="6394108" y="1486738"/>
                            <a:pt x="6408712" y="1742937"/>
                          </a:cubicBezTo>
                          <a:cubicBezTo>
                            <a:pt x="6411040" y="1781804"/>
                            <a:pt x="6373308" y="1820753"/>
                            <a:pt x="6336222" y="1815427"/>
                          </a:cubicBezTo>
                          <a:cubicBezTo>
                            <a:pt x="6083013" y="1825527"/>
                            <a:pt x="5896758" y="1806243"/>
                            <a:pt x="5704154" y="1815427"/>
                          </a:cubicBezTo>
                          <a:cubicBezTo>
                            <a:pt x="5511550" y="1824611"/>
                            <a:pt x="5468066" y="1783445"/>
                            <a:pt x="5322636" y="1815427"/>
                          </a:cubicBezTo>
                          <a:cubicBezTo>
                            <a:pt x="5177206" y="1847409"/>
                            <a:pt x="4888885" y="1806291"/>
                            <a:pt x="4753206" y="1815427"/>
                          </a:cubicBezTo>
                          <a:cubicBezTo>
                            <a:pt x="4617527" y="1824563"/>
                            <a:pt x="4537870" y="1796754"/>
                            <a:pt x="4371688" y="1815427"/>
                          </a:cubicBezTo>
                          <a:cubicBezTo>
                            <a:pt x="4205506" y="1834100"/>
                            <a:pt x="4077074" y="1782646"/>
                            <a:pt x="3990170" y="1815427"/>
                          </a:cubicBezTo>
                          <a:cubicBezTo>
                            <a:pt x="3903266" y="1848208"/>
                            <a:pt x="3534420" y="1766457"/>
                            <a:pt x="3358102" y="1815427"/>
                          </a:cubicBezTo>
                          <a:cubicBezTo>
                            <a:pt x="3181784" y="1864397"/>
                            <a:pt x="3096475" y="1799714"/>
                            <a:pt x="2976584" y="1815427"/>
                          </a:cubicBezTo>
                          <a:cubicBezTo>
                            <a:pt x="2856693" y="1831140"/>
                            <a:pt x="2718879" y="1772848"/>
                            <a:pt x="2469791" y="1815427"/>
                          </a:cubicBezTo>
                          <a:cubicBezTo>
                            <a:pt x="2220703" y="1858006"/>
                            <a:pt x="2199212" y="1777458"/>
                            <a:pt x="2025636" y="1815427"/>
                          </a:cubicBezTo>
                          <a:cubicBezTo>
                            <a:pt x="1852060" y="1853396"/>
                            <a:pt x="1741209" y="1777565"/>
                            <a:pt x="1581480" y="1815427"/>
                          </a:cubicBezTo>
                          <a:cubicBezTo>
                            <a:pt x="1421751" y="1853289"/>
                            <a:pt x="1155314" y="1769843"/>
                            <a:pt x="949412" y="1815427"/>
                          </a:cubicBezTo>
                          <a:cubicBezTo>
                            <a:pt x="743510" y="1861011"/>
                            <a:pt x="723444" y="1786014"/>
                            <a:pt x="567894" y="1815427"/>
                          </a:cubicBezTo>
                          <a:cubicBezTo>
                            <a:pt x="412344" y="1844840"/>
                            <a:pt x="300775" y="1775690"/>
                            <a:pt x="72490" y="1815427"/>
                          </a:cubicBezTo>
                          <a:cubicBezTo>
                            <a:pt x="33790" y="1814101"/>
                            <a:pt x="7333" y="1780029"/>
                            <a:pt x="0" y="1742937"/>
                          </a:cubicBezTo>
                          <a:cubicBezTo>
                            <a:pt x="-15485" y="1599856"/>
                            <a:pt x="51713" y="1420076"/>
                            <a:pt x="0" y="1236235"/>
                          </a:cubicBezTo>
                          <a:cubicBezTo>
                            <a:pt x="-51713" y="1052394"/>
                            <a:pt x="9439" y="843652"/>
                            <a:pt x="0" y="679419"/>
                          </a:cubicBezTo>
                          <a:cubicBezTo>
                            <a:pt x="-9439" y="515186"/>
                            <a:pt x="49467" y="369944"/>
                            <a:pt x="0" y="72490"/>
                          </a:cubicBezTo>
                          <a:close/>
                        </a:path>
                        <a:path w="6408712" h="1815427" stroke="0" extrusionOk="0">
                          <a:moveTo>
                            <a:pt x="0" y="72490"/>
                          </a:moveTo>
                          <a:cubicBezTo>
                            <a:pt x="-6606" y="31375"/>
                            <a:pt x="36207" y="-3650"/>
                            <a:pt x="72490" y="0"/>
                          </a:cubicBezTo>
                          <a:cubicBezTo>
                            <a:pt x="253279" y="-47094"/>
                            <a:pt x="353936" y="44432"/>
                            <a:pt x="579283" y="0"/>
                          </a:cubicBezTo>
                          <a:cubicBezTo>
                            <a:pt x="804630" y="-44432"/>
                            <a:pt x="961261" y="35607"/>
                            <a:pt x="1148713" y="0"/>
                          </a:cubicBezTo>
                          <a:cubicBezTo>
                            <a:pt x="1336165" y="-35607"/>
                            <a:pt x="1430333" y="44534"/>
                            <a:pt x="1530231" y="0"/>
                          </a:cubicBezTo>
                          <a:cubicBezTo>
                            <a:pt x="1630129" y="-44534"/>
                            <a:pt x="1952011" y="73524"/>
                            <a:pt x="2224936" y="0"/>
                          </a:cubicBezTo>
                          <a:cubicBezTo>
                            <a:pt x="2497861" y="-73524"/>
                            <a:pt x="2478230" y="35478"/>
                            <a:pt x="2606454" y="0"/>
                          </a:cubicBezTo>
                          <a:cubicBezTo>
                            <a:pt x="2734678" y="-35478"/>
                            <a:pt x="3021198" y="40397"/>
                            <a:pt x="3175884" y="0"/>
                          </a:cubicBezTo>
                          <a:cubicBezTo>
                            <a:pt x="3330570" y="-40397"/>
                            <a:pt x="3459869" y="6223"/>
                            <a:pt x="3557403" y="0"/>
                          </a:cubicBezTo>
                          <a:cubicBezTo>
                            <a:pt x="3654937" y="-6223"/>
                            <a:pt x="3959704" y="32007"/>
                            <a:pt x="4064196" y="0"/>
                          </a:cubicBezTo>
                          <a:cubicBezTo>
                            <a:pt x="4168688" y="-32007"/>
                            <a:pt x="4545412" y="31652"/>
                            <a:pt x="4758900" y="0"/>
                          </a:cubicBezTo>
                          <a:cubicBezTo>
                            <a:pt x="4972388" y="-31652"/>
                            <a:pt x="5100269" y="30001"/>
                            <a:pt x="5328331" y="0"/>
                          </a:cubicBezTo>
                          <a:cubicBezTo>
                            <a:pt x="5556393" y="-30001"/>
                            <a:pt x="5616366" y="38205"/>
                            <a:pt x="5835123" y="0"/>
                          </a:cubicBezTo>
                          <a:cubicBezTo>
                            <a:pt x="6053880" y="-38205"/>
                            <a:pt x="6112680" y="4757"/>
                            <a:pt x="6336222" y="0"/>
                          </a:cubicBezTo>
                          <a:cubicBezTo>
                            <a:pt x="6374944" y="-5898"/>
                            <a:pt x="6405807" y="42681"/>
                            <a:pt x="6408712" y="72490"/>
                          </a:cubicBezTo>
                          <a:cubicBezTo>
                            <a:pt x="6418216" y="274360"/>
                            <a:pt x="6406339" y="413793"/>
                            <a:pt x="6408712" y="612601"/>
                          </a:cubicBezTo>
                          <a:cubicBezTo>
                            <a:pt x="6411085" y="811409"/>
                            <a:pt x="6356491" y="974916"/>
                            <a:pt x="6408712" y="1186121"/>
                          </a:cubicBezTo>
                          <a:cubicBezTo>
                            <a:pt x="6460933" y="1397326"/>
                            <a:pt x="6393035" y="1623485"/>
                            <a:pt x="6408712" y="1742937"/>
                          </a:cubicBezTo>
                          <a:cubicBezTo>
                            <a:pt x="6405996" y="1773416"/>
                            <a:pt x="6367706" y="1810194"/>
                            <a:pt x="6336222" y="1815427"/>
                          </a:cubicBezTo>
                          <a:cubicBezTo>
                            <a:pt x="6188031" y="1823381"/>
                            <a:pt x="5856039" y="1749959"/>
                            <a:pt x="5641517" y="1815427"/>
                          </a:cubicBezTo>
                          <a:cubicBezTo>
                            <a:pt x="5426996" y="1880895"/>
                            <a:pt x="5305365" y="1771643"/>
                            <a:pt x="5134724" y="1815427"/>
                          </a:cubicBezTo>
                          <a:cubicBezTo>
                            <a:pt x="4964083" y="1859211"/>
                            <a:pt x="4666056" y="1813129"/>
                            <a:pt x="4440019" y="1815427"/>
                          </a:cubicBezTo>
                          <a:cubicBezTo>
                            <a:pt x="4213983" y="1817725"/>
                            <a:pt x="4120071" y="1790248"/>
                            <a:pt x="3870589" y="1815427"/>
                          </a:cubicBezTo>
                          <a:cubicBezTo>
                            <a:pt x="3621107" y="1840606"/>
                            <a:pt x="3573916" y="1810928"/>
                            <a:pt x="3363796" y="1815427"/>
                          </a:cubicBezTo>
                          <a:cubicBezTo>
                            <a:pt x="3153676" y="1819926"/>
                            <a:pt x="3030474" y="1783614"/>
                            <a:pt x="2919641" y="1815427"/>
                          </a:cubicBezTo>
                          <a:cubicBezTo>
                            <a:pt x="2808809" y="1847240"/>
                            <a:pt x="2499765" y="1774828"/>
                            <a:pt x="2350211" y="1815427"/>
                          </a:cubicBezTo>
                          <a:cubicBezTo>
                            <a:pt x="2200657" y="1856026"/>
                            <a:pt x="2063318" y="1806602"/>
                            <a:pt x="1843418" y="1815427"/>
                          </a:cubicBezTo>
                          <a:cubicBezTo>
                            <a:pt x="1623518" y="1824252"/>
                            <a:pt x="1407356" y="1746071"/>
                            <a:pt x="1211350" y="1815427"/>
                          </a:cubicBezTo>
                          <a:cubicBezTo>
                            <a:pt x="1015344" y="1884783"/>
                            <a:pt x="825364" y="1790847"/>
                            <a:pt x="704558" y="1815427"/>
                          </a:cubicBezTo>
                          <a:cubicBezTo>
                            <a:pt x="583752" y="1840007"/>
                            <a:pt x="381839" y="1808125"/>
                            <a:pt x="72490" y="1815427"/>
                          </a:cubicBezTo>
                          <a:cubicBezTo>
                            <a:pt x="23239" y="1808812"/>
                            <a:pt x="-4542" y="1784490"/>
                            <a:pt x="0" y="1742937"/>
                          </a:cubicBezTo>
                          <a:cubicBezTo>
                            <a:pt x="-2903" y="1527595"/>
                            <a:pt x="54710" y="1463371"/>
                            <a:pt x="0" y="1236235"/>
                          </a:cubicBezTo>
                          <a:cubicBezTo>
                            <a:pt x="-54710" y="1009099"/>
                            <a:pt x="3096" y="848482"/>
                            <a:pt x="0" y="679419"/>
                          </a:cubicBezTo>
                          <a:cubicBezTo>
                            <a:pt x="-3096" y="510356"/>
                            <a:pt x="53729" y="242500"/>
                            <a:pt x="0" y="7249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8370BD1-AA52-1C19-2408-C4514B831CEF}"/>
              </a:ext>
            </a:extLst>
          </p:cNvPr>
          <p:cNvSpPr txBox="1"/>
          <p:nvPr/>
        </p:nvSpPr>
        <p:spPr>
          <a:xfrm>
            <a:off x="675127" y="1822395"/>
            <a:ext cx="9144506" cy="141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8597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E</a:t>
            </a:r>
            <a:r>
              <a:rPr lang="en-US" sz="8597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x</a:t>
            </a:r>
            <a:r>
              <a:rPr lang="en-US" sz="8597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aminer-Web / </a:t>
            </a:r>
            <a:r>
              <a:rPr lang="en-US" sz="8597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S</a:t>
            </a:r>
            <a:r>
              <a:rPr lang="en-US" sz="8597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tudent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75A42-F184-A7EC-28AC-465493B25BF0}"/>
              </a:ext>
            </a:extLst>
          </p:cNvPr>
          <p:cNvSpPr txBox="1"/>
          <p:nvPr/>
        </p:nvSpPr>
        <p:spPr>
          <a:xfrm>
            <a:off x="848544" y="5445224"/>
            <a:ext cx="8476452" cy="84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4923" i="1">
                <a:solidFill>
                  <a:schemeClr val="tx1"/>
                </a:solidFill>
                <a:latin typeface="Walbaum Display Light" panose="020F0502020204030204" pitchFamily="18" charset="0"/>
                <a:ea typeface="Dotum" panose="020B0600000101010101" pitchFamily="34" charset="-127"/>
                <a:cs typeface="Mj_Ebrahim" pitchFamily="2" charset="-78"/>
              </a:rPr>
              <a:t>e</a:t>
            </a:r>
            <a:r>
              <a:rPr lang="en-US" sz="4923" i="1">
                <a:solidFill>
                  <a:srgbClr val="C00000"/>
                </a:solidFill>
                <a:latin typeface="Walbaum Display Light" panose="020F0502020204030204" pitchFamily="18" charset="0"/>
                <a:ea typeface="Dotum" panose="020B0600000101010101" pitchFamily="34" charset="-127"/>
                <a:cs typeface="Mj_Ebrahim" pitchFamily="2" charset="-78"/>
              </a:rPr>
              <a:t>x</a:t>
            </a:r>
            <a:r>
              <a:rPr lang="en-US" sz="4923" i="1">
                <a:solidFill>
                  <a:schemeClr val="tx1"/>
                </a:solidFill>
                <a:latin typeface="Walbaum Display Light" panose="020F0502020204030204" pitchFamily="18" charset="0"/>
                <a:ea typeface="Dotum" panose="020B0600000101010101" pitchFamily="34" charset="-127"/>
                <a:cs typeface="Mj_Ebrahim" pitchFamily="2" charset="-78"/>
              </a:rPr>
              <a:t>aminer - </a:t>
            </a:r>
            <a:r>
              <a:rPr lang="en-US" sz="4923" i="1">
                <a:solidFill>
                  <a:srgbClr val="C00000"/>
                </a:solidFill>
                <a:latin typeface="Walbaum Display Light" panose="020F0502020204030204" pitchFamily="18" charset="0"/>
                <a:ea typeface="Dotum" panose="020B0600000101010101" pitchFamily="34" charset="-127"/>
                <a:cs typeface="Mj_Ebrahim" pitchFamily="2" charset="-78"/>
              </a:rPr>
              <a:t>s</a:t>
            </a:r>
            <a:r>
              <a:rPr lang="en-US" sz="4923" i="1">
                <a:solidFill>
                  <a:schemeClr val="tx1"/>
                </a:solidFill>
                <a:latin typeface="Walbaum Display Light" panose="020F0502020204030204" pitchFamily="18" charset="0"/>
                <a:ea typeface="Dotum" panose="020B0600000101010101" pitchFamily="34" charset="-127"/>
                <a:cs typeface="Mj_Ebrahim" pitchFamily="2" charset="-78"/>
              </a:rPr>
              <a:t>tudent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0A78B-D08A-A63A-0903-BD16CD9C23B0}"/>
              </a:ext>
            </a:extLst>
          </p:cNvPr>
          <p:cNvSpPr txBox="1"/>
          <p:nvPr/>
        </p:nvSpPr>
        <p:spPr>
          <a:xfrm>
            <a:off x="380747" y="3786839"/>
            <a:ext cx="9144506" cy="141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8597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E</a:t>
            </a:r>
            <a:r>
              <a:rPr lang="en-US" sz="8597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x</a:t>
            </a:r>
            <a:r>
              <a:rPr lang="en-US" sz="8597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aminer-Web / </a:t>
            </a:r>
            <a:r>
              <a:rPr lang="en-US" sz="8597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T</a:t>
            </a:r>
            <a:r>
              <a:rPr lang="en-US" sz="8597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eacher</a:t>
            </a:r>
          </a:p>
        </p:txBody>
      </p:sp>
    </p:spTree>
    <p:extLst>
      <p:ext uri="{BB962C8B-B14F-4D97-AF65-F5344CB8AC3E}">
        <p14:creationId xmlns:p14="http://schemas.microsoft.com/office/powerpoint/2010/main" val="394513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187045-EBEC-0497-18B4-E3A5D988E0CB}"/>
              </a:ext>
            </a:extLst>
          </p:cNvPr>
          <p:cNvSpPr/>
          <p:nvPr/>
        </p:nvSpPr>
        <p:spPr>
          <a:xfrm>
            <a:off x="-423698" y="-580383"/>
            <a:ext cx="2532242" cy="3305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fa-IR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CBDA1D-2933-6229-331D-D33E37BA33CC}"/>
              </a:ext>
            </a:extLst>
          </p:cNvPr>
          <p:cNvSpPr/>
          <p:nvPr/>
        </p:nvSpPr>
        <p:spPr>
          <a:xfrm>
            <a:off x="-204488" y="-431513"/>
            <a:ext cx="2102012" cy="34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ysClr val="windowText" lastClr="000000"/>
                </a:solidFill>
              </a:rPr>
              <a:t>Faculty</a:t>
            </a:r>
            <a:endParaRPr lang="fa-IR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A9A33-B164-B3E8-AF50-2BE7381752AD}"/>
              </a:ext>
            </a:extLst>
          </p:cNvPr>
          <p:cNvSpPr/>
          <p:nvPr/>
        </p:nvSpPr>
        <p:spPr>
          <a:xfrm>
            <a:off x="-204488" y="-8714"/>
            <a:ext cx="2102012" cy="34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ysClr val="windowText" lastClr="000000"/>
                </a:solidFill>
              </a:rPr>
              <a:t>Department</a:t>
            </a:r>
            <a:endParaRPr lang="fa-IR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BCEAC-065F-ADDB-D768-35AF51BA739E}"/>
              </a:ext>
            </a:extLst>
          </p:cNvPr>
          <p:cNvSpPr/>
          <p:nvPr/>
        </p:nvSpPr>
        <p:spPr>
          <a:xfrm>
            <a:off x="-204488" y="700349"/>
            <a:ext cx="2102012" cy="34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ysClr val="windowText" lastClr="000000"/>
                </a:solidFill>
              </a:rPr>
              <a:t>username</a:t>
            </a:r>
            <a:endParaRPr lang="fa-IR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3C301C-4F6D-3A1C-C291-A236802D992F}"/>
              </a:ext>
            </a:extLst>
          </p:cNvPr>
          <p:cNvSpPr/>
          <p:nvPr/>
        </p:nvSpPr>
        <p:spPr>
          <a:xfrm>
            <a:off x="-204488" y="1119762"/>
            <a:ext cx="2102012" cy="34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>
                <a:solidFill>
                  <a:sysClr val="windowText" lastClr="000000"/>
                </a:solidFill>
              </a:rPr>
              <a:t>password</a:t>
            </a:r>
            <a:endParaRPr lang="fa-IR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38F96-F421-DCC0-637C-AEAB752C9CCF}"/>
              </a:ext>
            </a:extLst>
          </p:cNvPr>
          <p:cNvSpPr/>
          <p:nvPr/>
        </p:nvSpPr>
        <p:spPr>
          <a:xfrm>
            <a:off x="279703" y="1881520"/>
            <a:ext cx="1125441" cy="2555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r>
              <a:rPr lang="en-US" sz="1367">
                <a:solidFill>
                  <a:sysClr val="windowText" lastClr="000000"/>
                </a:solidFill>
              </a:rPr>
              <a:t>Login</a:t>
            </a:r>
            <a:endParaRPr lang="fa-IR" sz="1367">
              <a:solidFill>
                <a:sysClr val="windowText" lastClr="000000"/>
              </a:solidFill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AEEFE833-A1D9-A264-0EB2-8ABEC7F7534C}"/>
              </a:ext>
            </a:extLst>
          </p:cNvPr>
          <p:cNvGrpSpPr/>
          <p:nvPr/>
        </p:nvGrpSpPr>
        <p:grpSpPr>
          <a:xfrm>
            <a:off x="2350418" y="-650724"/>
            <a:ext cx="4079724" cy="8018768"/>
            <a:chOff x="3311972" y="143917"/>
            <a:chExt cx="4176464" cy="8208912"/>
          </a:xfrm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D0D64165-BCCC-7FC7-98DB-D886F6038F1F}"/>
                </a:ext>
              </a:extLst>
            </p:cNvPr>
            <p:cNvSpPr/>
            <p:nvPr/>
          </p:nvSpPr>
          <p:spPr>
            <a:xfrm>
              <a:off x="3673518" y="1219273"/>
              <a:ext cx="3526886" cy="15169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0"/>
              <a:endParaRPr lang="fa-IR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6E28BE-3468-D8B7-4E0D-29D16095A979}"/>
                </a:ext>
              </a:extLst>
            </p:cNvPr>
            <p:cNvSpPr/>
            <p:nvPr/>
          </p:nvSpPr>
          <p:spPr>
            <a:xfrm>
              <a:off x="3311972" y="143917"/>
              <a:ext cx="4176464" cy="820891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0"/>
              <a:endParaRPr lang="fa-IR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AD1FDA-75C4-8CDA-3B9D-B43281BCE31B}"/>
                </a:ext>
              </a:extLst>
            </p:cNvPr>
            <p:cNvSpPr/>
            <p:nvPr/>
          </p:nvSpPr>
          <p:spPr>
            <a:xfrm>
              <a:off x="3673518" y="300756"/>
              <a:ext cx="3526886" cy="2458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/>
              <a:r>
                <a:rPr lang="en-US">
                  <a:solidFill>
                    <a:sysClr val="windowText" lastClr="000000"/>
                  </a:solidFill>
                </a:rPr>
                <a:t>Department</a:t>
              </a:r>
              <a:endParaRPr lang="fa-IR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1350C6-DAD4-A3F9-89CE-FB39BC251CAF}"/>
                </a:ext>
              </a:extLst>
            </p:cNvPr>
            <p:cNvSpPr/>
            <p:nvPr/>
          </p:nvSpPr>
          <p:spPr>
            <a:xfrm>
              <a:off x="3673519" y="575966"/>
              <a:ext cx="1150622" cy="2458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/>
              <a:r>
                <a:rPr lang="en-US">
                  <a:solidFill>
                    <a:sysClr val="windowText" lastClr="000000"/>
                  </a:solidFill>
                </a:rPr>
                <a:t>Term</a:t>
              </a:r>
              <a:endParaRPr lang="fa-IR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AE584F-A127-5887-C6E8-930B98326FB0}"/>
                </a:ext>
              </a:extLst>
            </p:cNvPr>
            <p:cNvSpPr/>
            <p:nvPr/>
          </p:nvSpPr>
          <p:spPr>
            <a:xfrm>
              <a:off x="4896147" y="575965"/>
              <a:ext cx="2304257" cy="2458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l" rtl="0"/>
              <a:r>
                <a:rPr lang="en-US">
                  <a:solidFill>
                    <a:sysClr val="windowText" lastClr="000000"/>
                  </a:solidFill>
                </a:rPr>
                <a:t>Entry</a:t>
              </a:r>
              <a:endParaRPr lang="fa-IR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78FF53-EB25-62D7-66D9-9F44CABC2178}"/>
                </a:ext>
              </a:extLst>
            </p:cNvPr>
            <p:cNvSpPr/>
            <p:nvPr/>
          </p:nvSpPr>
          <p:spPr>
            <a:xfrm>
              <a:off x="3673518" y="972019"/>
              <a:ext cx="3526886" cy="2458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0"/>
              <a:r>
                <a:rPr lang="en-US" sz="1367">
                  <a:solidFill>
                    <a:schemeClr val="accent1"/>
                  </a:solidFill>
                </a:rPr>
                <a:t>Entry outlook</a:t>
              </a:r>
              <a:endParaRPr lang="fa-IR" sz="1563">
                <a:solidFill>
                  <a:schemeClr val="accent1"/>
                </a:solidFill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79D4407-4BC8-8339-CD5D-6B7E51133746}"/>
                </a:ext>
              </a:extLst>
            </p:cNvPr>
            <p:cNvGrpSpPr/>
            <p:nvPr/>
          </p:nvGrpSpPr>
          <p:grpSpPr>
            <a:xfrm>
              <a:off x="4038076" y="1260051"/>
              <a:ext cx="2765528" cy="1404146"/>
              <a:chOff x="4038076" y="1546966"/>
              <a:chExt cx="2765528" cy="1404146"/>
            </a:xfrm>
            <a:solidFill>
              <a:schemeClr val="bg1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A94717-28FA-7CF5-2F8E-48D61EE5ADAC}"/>
                  </a:ext>
                </a:extLst>
              </p:cNvPr>
              <p:cNvSpPr/>
              <p:nvPr/>
            </p:nvSpPr>
            <p:spPr>
              <a:xfrm>
                <a:off x="4038076" y="1558673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6C64082-B34E-75AD-8CBB-8CA2B21B9A27}"/>
                  </a:ext>
                </a:extLst>
              </p:cNvPr>
              <p:cNvSpPr/>
              <p:nvPr/>
            </p:nvSpPr>
            <p:spPr>
              <a:xfrm>
                <a:off x="4326107" y="1556674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1C88B89-27B3-2418-3C87-D42D73BC91BF}"/>
                  </a:ext>
                </a:extLst>
              </p:cNvPr>
              <p:cNvSpPr/>
              <p:nvPr/>
            </p:nvSpPr>
            <p:spPr>
              <a:xfrm>
                <a:off x="4612634" y="1553095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402A996-056D-CC63-93A8-72AD7D4AF59B}"/>
                  </a:ext>
                </a:extLst>
              </p:cNvPr>
              <p:cNvSpPr/>
              <p:nvPr/>
            </p:nvSpPr>
            <p:spPr>
              <a:xfrm>
                <a:off x="4900665" y="1551096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3CFA309-4AEB-BFA3-1820-860DA2A9A21F}"/>
                  </a:ext>
                </a:extLst>
              </p:cNvPr>
              <p:cNvSpPr/>
              <p:nvPr/>
            </p:nvSpPr>
            <p:spPr>
              <a:xfrm>
                <a:off x="5187192" y="1554868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9C13B8-4D5B-C78B-428F-FB93BC9A4D94}"/>
                  </a:ext>
                </a:extLst>
              </p:cNvPr>
              <p:cNvSpPr/>
              <p:nvPr/>
            </p:nvSpPr>
            <p:spPr>
              <a:xfrm>
                <a:off x="5475223" y="1552869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C5DC7F6-1846-2CAA-0F43-1B25BE6BCB1E}"/>
                  </a:ext>
                </a:extLst>
              </p:cNvPr>
              <p:cNvSpPr/>
              <p:nvPr/>
            </p:nvSpPr>
            <p:spPr>
              <a:xfrm>
                <a:off x="5761750" y="1549290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7F66CAF-3C0F-A0D6-E397-2C3697AA35E2}"/>
                  </a:ext>
                </a:extLst>
              </p:cNvPr>
              <p:cNvSpPr/>
              <p:nvPr/>
            </p:nvSpPr>
            <p:spPr>
              <a:xfrm>
                <a:off x="6049781" y="1547291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81E1627-DD2B-290D-C697-1CD0D70C0C2E}"/>
                  </a:ext>
                </a:extLst>
              </p:cNvPr>
              <p:cNvSpPr/>
              <p:nvPr/>
            </p:nvSpPr>
            <p:spPr>
              <a:xfrm>
                <a:off x="6336308" y="1546966"/>
                <a:ext cx="467296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ش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AF269EA-98B2-F675-5115-24F928327EEB}"/>
                  </a:ext>
                </a:extLst>
              </p:cNvPr>
              <p:cNvSpPr/>
              <p:nvPr/>
            </p:nvSpPr>
            <p:spPr>
              <a:xfrm>
                <a:off x="4038076" y="1847920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AE2BEBA-7073-119A-892E-937E9C024741}"/>
                  </a:ext>
                </a:extLst>
              </p:cNvPr>
              <p:cNvSpPr/>
              <p:nvPr/>
            </p:nvSpPr>
            <p:spPr>
              <a:xfrm>
                <a:off x="4326107" y="1845921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8E43A5E-1E95-A8AB-0AC0-EA2F4F6B5C0D}"/>
                  </a:ext>
                </a:extLst>
              </p:cNvPr>
              <p:cNvSpPr/>
              <p:nvPr/>
            </p:nvSpPr>
            <p:spPr>
              <a:xfrm>
                <a:off x="4612634" y="1842342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B406742-AFDC-4391-D975-D7A9C610D6F1}"/>
                  </a:ext>
                </a:extLst>
              </p:cNvPr>
              <p:cNvSpPr/>
              <p:nvPr/>
            </p:nvSpPr>
            <p:spPr>
              <a:xfrm>
                <a:off x="4900665" y="1840343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8BC9ECA-FDC3-6459-EEBF-9B99BE7F008B}"/>
                  </a:ext>
                </a:extLst>
              </p:cNvPr>
              <p:cNvSpPr/>
              <p:nvPr/>
            </p:nvSpPr>
            <p:spPr>
              <a:xfrm>
                <a:off x="5187192" y="1844115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AD25F08-3562-3685-3595-0E67CDB50680}"/>
                  </a:ext>
                </a:extLst>
              </p:cNvPr>
              <p:cNvSpPr/>
              <p:nvPr/>
            </p:nvSpPr>
            <p:spPr>
              <a:xfrm>
                <a:off x="5475223" y="1842116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FFF9F41-D83D-8D3F-4D44-AB547045A6FB}"/>
                  </a:ext>
                </a:extLst>
              </p:cNvPr>
              <p:cNvSpPr/>
              <p:nvPr/>
            </p:nvSpPr>
            <p:spPr>
              <a:xfrm>
                <a:off x="5761750" y="1838537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A634AAA-0B73-9092-2D9A-B6ACDE282A0F}"/>
                  </a:ext>
                </a:extLst>
              </p:cNvPr>
              <p:cNvSpPr/>
              <p:nvPr/>
            </p:nvSpPr>
            <p:spPr>
              <a:xfrm>
                <a:off x="6049781" y="1836538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8F2DD3E-368C-B3A9-7AD9-242D73BA45FE}"/>
                  </a:ext>
                </a:extLst>
              </p:cNvPr>
              <p:cNvSpPr/>
              <p:nvPr/>
            </p:nvSpPr>
            <p:spPr>
              <a:xfrm>
                <a:off x="6336308" y="1836213"/>
                <a:ext cx="467296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ي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DB79867-A7B9-4629-815E-00D1BE70219D}"/>
                  </a:ext>
                </a:extLst>
              </p:cNvPr>
              <p:cNvSpPr/>
              <p:nvPr/>
            </p:nvSpPr>
            <p:spPr>
              <a:xfrm>
                <a:off x="4038076" y="2133218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864DE25-53BA-041C-1F67-B1198DA535FA}"/>
                  </a:ext>
                </a:extLst>
              </p:cNvPr>
              <p:cNvSpPr/>
              <p:nvPr/>
            </p:nvSpPr>
            <p:spPr>
              <a:xfrm>
                <a:off x="4326107" y="2131219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F17C908-C5DA-30C5-AEE3-24C7AAA9D4F7}"/>
                  </a:ext>
                </a:extLst>
              </p:cNvPr>
              <p:cNvSpPr/>
              <p:nvPr/>
            </p:nvSpPr>
            <p:spPr>
              <a:xfrm>
                <a:off x="4612634" y="2127640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959E59D-AAB0-4599-1CBA-86EB2659E35B}"/>
                  </a:ext>
                </a:extLst>
              </p:cNvPr>
              <p:cNvSpPr/>
              <p:nvPr/>
            </p:nvSpPr>
            <p:spPr>
              <a:xfrm>
                <a:off x="4900665" y="2125641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A83C9EA-8432-93A4-84EF-F4442C45DF57}"/>
                  </a:ext>
                </a:extLst>
              </p:cNvPr>
              <p:cNvSpPr/>
              <p:nvPr/>
            </p:nvSpPr>
            <p:spPr>
              <a:xfrm>
                <a:off x="5187192" y="2129413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5952E3C-178E-5247-1428-B68934CACF19}"/>
                  </a:ext>
                </a:extLst>
              </p:cNvPr>
              <p:cNvSpPr/>
              <p:nvPr/>
            </p:nvSpPr>
            <p:spPr>
              <a:xfrm>
                <a:off x="5475223" y="2127414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B620488-76C3-7511-EB4B-425933F7B263}"/>
                  </a:ext>
                </a:extLst>
              </p:cNvPr>
              <p:cNvSpPr/>
              <p:nvPr/>
            </p:nvSpPr>
            <p:spPr>
              <a:xfrm>
                <a:off x="5761750" y="2123835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0798922-31BF-A873-934C-80EE4C7D3650}"/>
                  </a:ext>
                </a:extLst>
              </p:cNvPr>
              <p:cNvSpPr/>
              <p:nvPr/>
            </p:nvSpPr>
            <p:spPr>
              <a:xfrm>
                <a:off x="6049781" y="2121836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C369F50-FEF8-3D6C-F86E-32F76D05DC12}"/>
                  </a:ext>
                </a:extLst>
              </p:cNvPr>
              <p:cNvSpPr/>
              <p:nvPr/>
            </p:nvSpPr>
            <p:spPr>
              <a:xfrm>
                <a:off x="6336308" y="2121511"/>
                <a:ext cx="467296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د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4441092-F324-A205-263A-E0C00FE5061E}"/>
                  </a:ext>
                </a:extLst>
              </p:cNvPr>
              <p:cNvSpPr/>
              <p:nvPr/>
            </p:nvSpPr>
            <p:spPr>
              <a:xfrm>
                <a:off x="4038076" y="2422259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D3F3F46-ECAC-DE82-11FC-16AA55980BFF}"/>
                  </a:ext>
                </a:extLst>
              </p:cNvPr>
              <p:cNvSpPr/>
              <p:nvPr/>
            </p:nvSpPr>
            <p:spPr>
              <a:xfrm>
                <a:off x="4326107" y="2420260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2559CE0-3D18-2D79-3D37-1B618F1CF4E0}"/>
                  </a:ext>
                </a:extLst>
              </p:cNvPr>
              <p:cNvSpPr/>
              <p:nvPr/>
            </p:nvSpPr>
            <p:spPr>
              <a:xfrm>
                <a:off x="4612634" y="2416681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94C070EF-9562-745A-281A-6473B518AFEB}"/>
                  </a:ext>
                </a:extLst>
              </p:cNvPr>
              <p:cNvSpPr/>
              <p:nvPr/>
            </p:nvSpPr>
            <p:spPr>
              <a:xfrm>
                <a:off x="4900665" y="2414682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861F3A4-5E97-2F38-1F43-96CDF7D37B6A}"/>
                  </a:ext>
                </a:extLst>
              </p:cNvPr>
              <p:cNvSpPr/>
              <p:nvPr/>
            </p:nvSpPr>
            <p:spPr>
              <a:xfrm>
                <a:off x="5187192" y="2418454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7A80F8C-EAAE-8D20-77BD-AC827B34DD4B}"/>
                  </a:ext>
                </a:extLst>
              </p:cNvPr>
              <p:cNvSpPr/>
              <p:nvPr/>
            </p:nvSpPr>
            <p:spPr>
              <a:xfrm>
                <a:off x="5475223" y="2416455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6849206-DA9F-EEC7-B39B-E61A2E6BCE04}"/>
                  </a:ext>
                </a:extLst>
              </p:cNvPr>
              <p:cNvSpPr/>
              <p:nvPr/>
            </p:nvSpPr>
            <p:spPr>
              <a:xfrm>
                <a:off x="5761750" y="2412876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CD8BE87-B28F-39D3-46F0-3DC9EF83BE6A}"/>
                  </a:ext>
                </a:extLst>
              </p:cNvPr>
              <p:cNvSpPr/>
              <p:nvPr/>
            </p:nvSpPr>
            <p:spPr>
              <a:xfrm>
                <a:off x="6049781" y="2410877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F8A30ED-8D16-0C37-5D66-C4E17E281024}"/>
                  </a:ext>
                </a:extLst>
              </p:cNvPr>
              <p:cNvSpPr/>
              <p:nvPr/>
            </p:nvSpPr>
            <p:spPr>
              <a:xfrm>
                <a:off x="6336308" y="2410552"/>
                <a:ext cx="467296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س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F388F20-73E3-108D-A782-53384678EFD5}"/>
                  </a:ext>
                </a:extLst>
              </p:cNvPr>
              <p:cNvSpPr/>
              <p:nvPr/>
            </p:nvSpPr>
            <p:spPr>
              <a:xfrm>
                <a:off x="4038076" y="2705275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BA554B9-B0C4-D2A2-4573-9024697D24BC}"/>
                  </a:ext>
                </a:extLst>
              </p:cNvPr>
              <p:cNvSpPr/>
              <p:nvPr/>
            </p:nvSpPr>
            <p:spPr>
              <a:xfrm>
                <a:off x="4326107" y="2703276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8C7E9A-B3CA-665B-1739-B6AB1AB10353}"/>
                  </a:ext>
                </a:extLst>
              </p:cNvPr>
              <p:cNvSpPr/>
              <p:nvPr/>
            </p:nvSpPr>
            <p:spPr>
              <a:xfrm>
                <a:off x="4612634" y="2699697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0F00213-947C-7AA7-C2A2-B5FF48958235}"/>
                  </a:ext>
                </a:extLst>
              </p:cNvPr>
              <p:cNvSpPr/>
              <p:nvPr/>
            </p:nvSpPr>
            <p:spPr>
              <a:xfrm>
                <a:off x="4900665" y="2697698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8A2CE63-7E79-7BE1-AE43-1F1ECF587894}"/>
                  </a:ext>
                </a:extLst>
              </p:cNvPr>
              <p:cNvSpPr/>
              <p:nvPr/>
            </p:nvSpPr>
            <p:spPr>
              <a:xfrm>
                <a:off x="5187192" y="2701470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DC40D6F-4CB3-2790-CE15-0D6A16739A90}"/>
                  </a:ext>
                </a:extLst>
              </p:cNvPr>
              <p:cNvSpPr/>
              <p:nvPr/>
            </p:nvSpPr>
            <p:spPr>
              <a:xfrm>
                <a:off x="5475223" y="2699471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7EB107F-B3A9-D669-D065-85C27969E98B}"/>
                  </a:ext>
                </a:extLst>
              </p:cNvPr>
              <p:cNvSpPr/>
              <p:nvPr/>
            </p:nvSpPr>
            <p:spPr>
              <a:xfrm>
                <a:off x="5761750" y="2695892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303A8BE-E681-C9CC-7FCA-45147E0C9ACA}"/>
                  </a:ext>
                </a:extLst>
              </p:cNvPr>
              <p:cNvSpPr/>
              <p:nvPr/>
            </p:nvSpPr>
            <p:spPr>
              <a:xfrm>
                <a:off x="6049781" y="2693893"/>
                <a:ext cx="252779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107A889-D51A-568F-091E-6C081BE4BC77}"/>
                  </a:ext>
                </a:extLst>
              </p:cNvPr>
              <p:cNvSpPr/>
              <p:nvPr/>
            </p:nvSpPr>
            <p:spPr>
              <a:xfrm>
                <a:off x="6336308" y="2693568"/>
                <a:ext cx="467296" cy="245837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چ</a:t>
                </a: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48D327EC-6A3A-C636-7A1C-44ADC3D3973C}"/>
                </a:ext>
              </a:extLst>
            </p:cNvPr>
            <p:cNvGrpSpPr/>
            <p:nvPr/>
          </p:nvGrpSpPr>
          <p:grpSpPr>
            <a:xfrm>
              <a:off x="3376751" y="6660651"/>
              <a:ext cx="4032448" cy="1404146"/>
              <a:chOff x="4038076" y="1546966"/>
              <a:chExt cx="2765528" cy="1404146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303FE9E-9027-C03C-E434-EEF8B6052C67}"/>
                  </a:ext>
                </a:extLst>
              </p:cNvPr>
              <p:cNvSpPr/>
              <p:nvPr/>
            </p:nvSpPr>
            <p:spPr>
              <a:xfrm>
                <a:off x="4038076" y="1558673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39165401-0E15-32CC-EF1D-E6D7059CC78E}"/>
                  </a:ext>
                </a:extLst>
              </p:cNvPr>
              <p:cNvSpPr/>
              <p:nvPr/>
            </p:nvSpPr>
            <p:spPr>
              <a:xfrm>
                <a:off x="4326107" y="1556674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0BB7021-0632-C589-477A-7F9E37EC24DA}"/>
                  </a:ext>
                </a:extLst>
              </p:cNvPr>
              <p:cNvSpPr/>
              <p:nvPr/>
            </p:nvSpPr>
            <p:spPr>
              <a:xfrm>
                <a:off x="4612634" y="1553095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50CAF0DA-ADFD-4110-7E09-FC3ED2B095F7}"/>
                  </a:ext>
                </a:extLst>
              </p:cNvPr>
              <p:cNvSpPr/>
              <p:nvPr/>
            </p:nvSpPr>
            <p:spPr>
              <a:xfrm>
                <a:off x="4900665" y="1551096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09CC553E-56EC-CFEA-7206-65CB04A0092A}"/>
                  </a:ext>
                </a:extLst>
              </p:cNvPr>
              <p:cNvSpPr/>
              <p:nvPr/>
            </p:nvSpPr>
            <p:spPr>
              <a:xfrm>
                <a:off x="5187192" y="1554868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C6C5E64-E34E-316B-B03D-5E8632E277B9}"/>
                  </a:ext>
                </a:extLst>
              </p:cNvPr>
              <p:cNvSpPr/>
              <p:nvPr/>
            </p:nvSpPr>
            <p:spPr>
              <a:xfrm>
                <a:off x="5475223" y="1552869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6624D313-173F-1A4C-B017-52143981B6EC}"/>
                  </a:ext>
                </a:extLst>
              </p:cNvPr>
              <p:cNvSpPr/>
              <p:nvPr/>
            </p:nvSpPr>
            <p:spPr>
              <a:xfrm>
                <a:off x="5761750" y="1549290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8F0E05F9-CD78-C072-F31D-53C3E72D2353}"/>
                  </a:ext>
                </a:extLst>
              </p:cNvPr>
              <p:cNvSpPr/>
              <p:nvPr/>
            </p:nvSpPr>
            <p:spPr>
              <a:xfrm>
                <a:off x="6049781" y="1547291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3396711-772B-9050-9CAD-E0C86EE2DF49}"/>
                  </a:ext>
                </a:extLst>
              </p:cNvPr>
              <p:cNvSpPr/>
              <p:nvPr/>
            </p:nvSpPr>
            <p:spPr>
              <a:xfrm>
                <a:off x="6336308" y="1546966"/>
                <a:ext cx="46729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ش</a:t>
                </a: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1593D34A-5FC6-A9DE-FA9D-F7F7DC6F4D65}"/>
                  </a:ext>
                </a:extLst>
              </p:cNvPr>
              <p:cNvSpPr/>
              <p:nvPr/>
            </p:nvSpPr>
            <p:spPr>
              <a:xfrm>
                <a:off x="4038076" y="1847920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5AEB5944-1F1B-0A2B-693C-742ADEA881BE}"/>
                  </a:ext>
                </a:extLst>
              </p:cNvPr>
              <p:cNvSpPr/>
              <p:nvPr/>
            </p:nvSpPr>
            <p:spPr>
              <a:xfrm>
                <a:off x="4326107" y="1845921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9C77871E-8FDC-200C-8D63-C42794DB20DD}"/>
                  </a:ext>
                </a:extLst>
              </p:cNvPr>
              <p:cNvSpPr/>
              <p:nvPr/>
            </p:nvSpPr>
            <p:spPr>
              <a:xfrm>
                <a:off x="4612634" y="1842342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309FFC07-84F8-F6EC-4022-CD849F2C69E5}"/>
                  </a:ext>
                </a:extLst>
              </p:cNvPr>
              <p:cNvSpPr/>
              <p:nvPr/>
            </p:nvSpPr>
            <p:spPr>
              <a:xfrm>
                <a:off x="4900665" y="1840343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A6153A4A-1970-64CA-A5D6-D96C0D097A40}"/>
                  </a:ext>
                </a:extLst>
              </p:cNvPr>
              <p:cNvSpPr/>
              <p:nvPr/>
            </p:nvSpPr>
            <p:spPr>
              <a:xfrm>
                <a:off x="5187192" y="1844115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3A99B46B-D66C-28E1-F789-1CAA47BC034A}"/>
                  </a:ext>
                </a:extLst>
              </p:cNvPr>
              <p:cNvSpPr/>
              <p:nvPr/>
            </p:nvSpPr>
            <p:spPr>
              <a:xfrm>
                <a:off x="5475223" y="1842116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3B14E22-41C0-1F90-854A-FBD5B9D55571}"/>
                  </a:ext>
                </a:extLst>
              </p:cNvPr>
              <p:cNvSpPr/>
              <p:nvPr/>
            </p:nvSpPr>
            <p:spPr>
              <a:xfrm>
                <a:off x="5761750" y="1838537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7F3D8DC7-4DB2-684C-882F-3D67BFDC14E3}"/>
                  </a:ext>
                </a:extLst>
              </p:cNvPr>
              <p:cNvSpPr/>
              <p:nvPr/>
            </p:nvSpPr>
            <p:spPr>
              <a:xfrm>
                <a:off x="6049781" y="1836538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A7278608-D57B-4787-6C01-8376BC50FBA7}"/>
                  </a:ext>
                </a:extLst>
              </p:cNvPr>
              <p:cNvSpPr/>
              <p:nvPr/>
            </p:nvSpPr>
            <p:spPr>
              <a:xfrm>
                <a:off x="6336308" y="1836213"/>
                <a:ext cx="46729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ي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016E31DF-82B9-F687-ACF3-C82A55F80D45}"/>
                  </a:ext>
                </a:extLst>
              </p:cNvPr>
              <p:cNvSpPr/>
              <p:nvPr/>
            </p:nvSpPr>
            <p:spPr>
              <a:xfrm>
                <a:off x="4038076" y="2133218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96A56445-CFB2-0423-2161-4CE4A62D9A3A}"/>
                  </a:ext>
                </a:extLst>
              </p:cNvPr>
              <p:cNvSpPr/>
              <p:nvPr/>
            </p:nvSpPr>
            <p:spPr>
              <a:xfrm>
                <a:off x="4326107" y="2131219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7838C3FA-6A7C-2D9B-191D-9C51D5AAC425}"/>
                  </a:ext>
                </a:extLst>
              </p:cNvPr>
              <p:cNvSpPr/>
              <p:nvPr/>
            </p:nvSpPr>
            <p:spPr>
              <a:xfrm>
                <a:off x="4612634" y="2127640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8EBB6E31-A850-D4D7-719A-AE295DFE64DB}"/>
                  </a:ext>
                </a:extLst>
              </p:cNvPr>
              <p:cNvSpPr/>
              <p:nvPr/>
            </p:nvSpPr>
            <p:spPr>
              <a:xfrm>
                <a:off x="4900665" y="2125641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CC09CA0-CD1B-D88C-A136-3C4B8836323A}"/>
                  </a:ext>
                </a:extLst>
              </p:cNvPr>
              <p:cNvSpPr/>
              <p:nvPr/>
            </p:nvSpPr>
            <p:spPr>
              <a:xfrm>
                <a:off x="5187192" y="2129413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4921E1AF-DA37-15B4-CA38-4BFCD493C9D6}"/>
                  </a:ext>
                </a:extLst>
              </p:cNvPr>
              <p:cNvSpPr/>
              <p:nvPr/>
            </p:nvSpPr>
            <p:spPr>
              <a:xfrm>
                <a:off x="5475223" y="2127414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64A4AD5-C7CF-EF85-AE8A-332A58E67B96}"/>
                  </a:ext>
                </a:extLst>
              </p:cNvPr>
              <p:cNvSpPr/>
              <p:nvPr/>
            </p:nvSpPr>
            <p:spPr>
              <a:xfrm>
                <a:off x="5761750" y="2123835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FB52FB7-0C9F-EBCE-99D5-EE29841BBE94}"/>
                  </a:ext>
                </a:extLst>
              </p:cNvPr>
              <p:cNvSpPr/>
              <p:nvPr/>
            </p:nvSpPr>
            <p:spPr>
              <a:xfrm>
                <a:off x="6049781" y="2121836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9BE8DF21-12D7-8761-807F-37384588E733}"/>
                  </a:ext>
                </a:extLst>
              </p:cNvPr>
              <p:cNvSpPr/>
              <p:nvPr/>
            </p:nvSpPr>
            <p:spPr>
              <a:xfrm>
                <a:off x="6336308" y="2121511"/>
                <a:ext cx="46729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د</a:t>
                </a: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845D4855-AE49-9B9E-2F8B-71130E99D0C1}"/>
                  </a:ext>
                </a:extLst>
              </p:cNvPr>
              <p:cNvSpPr/>
              <p:nvPr/>
            </p:nvSpPr>
            <p:spPr>
              <a:xfrm>
                <a:off x="4038076" y="2422259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2CAC38D-8761-ABE3-CA05-C78063E1B2D2}"/>
                  </a:ext>
                </a:extLst>
              </p:cNvPr>
              <p:cNvSpPr/>
              <p:nvPr/>
            </p:nvSpPr>
            <p:spPr>
              <a:xfrm>
                <a:off x="4326107" y="2420260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56813121-BC6A-206D-C9FC-2B9390393C09}"/>
                  </a:ext>
                </a:extLst>
              </p:cNvPr>
              <p:cNvSpPr/>
              <p:nvPr/>
            </p:nvSpPr>
            <p:spPr>
              <a:xfrm>
                <a:off x="4612634" y="2416681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2B70ADAC-021E-0618-C638-CE71581EF392}"/>
                  </a:ext>
                </a:extLst>
              </p:cNvPr>
              <p:cNvSpPr/>
              <p:nvPr/>
            </p:nvSpPr>
            <p:spPr>
              <a:xfrm>
                <a:off x="4900665" y="2414682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D1C63592-22BD-A1BA-6FFA-005DA4DABA86}"/>
                  </a:ext>
                </a:extLst>
              </p:cNvPr>
              <p:cNvSpPr/>
              <p:nvPr/>
            </p:nvSpPr>
            <p:spPr>
              <a:xfrm>
                <a:off x="5187192" y="2418454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1CD60E36-5B6E-62EA-9018-2AAF03EC04CC}"/>
                  </a:ext>
                </a:extLst>
              </p:cNvPr>
              <p:cNvSpPr/>
              <p:nvPr/>
            </p:nvSpPr>
            <p:spPr>
              <a:xfrm>
                <a:off x="5475223" y="2416455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DE0292BA-CF31-29E1-60E5-98980F959C50}"/>
                  </a:ext>
                </a:extLst>
              </p:cNvPr>
              <p:cNvSpPr/>
              <p:nvPr/>
            </p:nvSpPr>
            <p:spPr>
              <a:xfrm>
                <a:off x="5761750" y="2412876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DDA9EFC-8A66-7FD6-1F83-B8E41556D1F4}"/>
                  </a:ext>
                </a:extLst>
              </p:cNvPr>
              <p:cNvSpPr/>
              <p:nvPr/>
            </p:nvSpPr>
            <p:spPr>
              <a:xfrm>
                <a:off x="6049781" y="2410877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B6322397-16A9-2FB7-2EDD-A07BE137698B}"/>
                  </a:ext>
                </a:extLst>
              </p:cNvPr>
              <p:cNvSpPr/>
              <p:nvPr/>
            </p:nvSpPr>
            <p:spPr>
              <a:xfrm>
                <a:off x="6336308" y="2410552"/>
                <a:ext cx="46729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س</a:t>
                </a: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97421F94-5F2F-D057-5FFB-6EA571EC24D8}"/>
                  </a:ext>
                </a:extLst>
              </p:cNvPr>
              <p:cNvSpPr/>
              <p:nvPr/>
            </p:nvSpPr>
            <p:spPr>
              <a:xfrm>
                <a:off x="4038076" y="2705275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6E11784D-A4F2-CB40-E2BF-2D5409F02C1D}"/>
                  </a:ext>
                </a:extLst>
              </p:cNvPr>
              <p:cNvSpPr/>
              <p:nvPr/>
            </p:nvSpPr>
            <p:spPr>
              <a:xfrm>
                <a:off x="4326107" y="2703276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A671DB06-9932-D26A-76FF-7C95EB6AD42E}"/>
                  </a:ext>
                </a:extLst>
              </p:cNvPr>
              <p:cNvSpPr/>
              <p:nvPr/>
            </p:nvSpPr>
            <p:spPr>
              <a:xfrm>
                <a:off x="4612634" y="2699697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398D1A23-6205-5D7F-F939-728547D30A44}"/>
                  </a:ext>
                </a:extLst>
              </p:cNvPr>
              <p:cNvSpPr/>
              <p:nvPr/>
            </p:nvSpPr>
            <p:spPr>
              <a:xfrm>
                <a:off x="4900665" y="2697698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A4376710-789A-9250-3D94-04BB4F551170}"/>
                  </a:ext>
                </a:extLst>
              </p:cNvPr>
              <p:cNvSpPr/>
              <p:nvPr/>
            </p:nvSpPr>
            <p:spPr>
              <a:xfrm>
                <a:off x="5187192" y="2701470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76A0653C-5074-3638-74B3-045B61E660F0}"/>
                  </a:ext>
                </a:extLst>
              </p:cNvPr>
              <p:cNvSpPr/>
              <p:nvPr/>
            </p:nvSpPr>
            <p:spPr>
              <a:xfrm>
                <a:off x="5475223" y="2699471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345631C0-E99A-8E47-0317-E06D9E744103}"/>
                  </a:ext>
                </a:extLst>
              </p:cNvPr>
              <p:cNvSpPr/>
              <p:nvPr/>
            </p:nvSpPr>
            <p:spPr>
              <a:xfrm>
                <a:off x="5761750" y="2695892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DC6A255A-3571-8917-C621-737244018D87}"/>
                  </a:ext>
                </a:extLst>
              </p:cNvPr>
              <p:cNvSpPr/>
              <p:nvPr/>
            </p:nvSpPr>
            <p:spPr>
              <a:xfrm>
                <a:off x="6049781" y="2693893"/>
                <a:ext cx="252779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172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45E04CC-5421-9F0F-3D24-BCD8E273040F}"/>
                  </a:ext>
                </a:extLst>
              </p:cNvPr>
              <p:cNvSpPr/>
              <p:nvPr/>
            </p:nvSpPr>
            <p:spPr>
              <a:xfrm>
                <a:off x="6336308" y="2693568"/>
                <a:ext cx="46729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172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چ</a:t>
                </a: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04BE7016-A63C-3003-BC5E-F35B9020BC2C}"/>
                </a:ext>
              </a:extLst>
            </p:cNvPr>
            <p:cNvGrpSpPr/>
            <p:nvPr/>
          </p:nvGrpSpPr>
          <p:grpSpPr>
            <a:xfrm>
              <a:off x="3380311" y="2952229"/>
              <a:ext cx="4036117" cy="3384376"/>
              <a:chOff x="3380311" y="3096245"/>
              <a:chExt cx="4036117" cy="3384376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75FC6984-6D96-0252-4E2F-671E8F0FD839}"/>
                  </a:ext>
                </a:extLst>
              </p:cNvPr>
              <p:cNvSpPr/>
              <p:nvPr/>
            </p:nvSpPr>
            <p:spPr>
              <a:xfrm>
                <a:off x="5537660" y="3096570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074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استاد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9995FBA2-285E-CD76-1526-B579DF5E00E0}"/>
                  </a:ext>
                </a:extLst>
              </p:cNvPr>
              <p:cNvSpPr/>
              <p:nvPr/>
            </p:nvSpPr>
            <p:spPr>
              <a:xfrm>
                <a:off x="6560633" y="3096245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074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درس</a:t>
                </a: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98CF484-F348-2B43-43E8-2DB97F7E4470}"/>
                  </a:ext>
                </a:extLst>
              </p:cNvPr>
              <p:cNvSpPr/>
              <p:nvPr/>
            </p:nvSpPr>
            <p:spPr>
              <a:xfrm>
                <a:off x="5537660" y="3385817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F31FD909-558C-5143-4E25-BE46B70DE0C5}"/>
                  </a:ext>
                </a:extLst>
              </p:cNvPr>
              <p:cNvSpPr/>
              <p:nvPr/>
            </p:nvSpPr>
            <p:spPr>
              <a:xfrm>
                <a:off x="6560633" y="3385492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1ABD929-5DF4-842D-04B7-45B52E795270}"/>
                  </a:ext>
                </a:extLst>
              </p:cNvPr>
              <p:cNvSpPr/>
              <p:nvPr/>
            </p:nvSpPr>
            <p:spPr>
              <a:xfrm>
                <a:off x="5537660" y="3671115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5940F697-99A9-7A28-F733-4EB570CC5137}"/>
                  </a:ext>
                </a:extLst>
              </p:cNvPr>
              <p:cNvSpPr/>
              <p:nvPr/>
            </p:nvSpPr>
            <p:spPr>
              <a:xfrm>
                <a:off x="6560633" y="3670790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3B0DF94C-7E3D-C7AB-3F62-53074E8C8225}"/>
                  </a:ext>
                </a:extLst>
              </p:cNvPr>
              <p:cNvSpPr/>
              <p:nvPr/>
            </p:nvSpPr>
            <p:spPr>
              <a:xfrm>
                <a:off x="5537660" y="3960156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070F328A-8DE4-94FF-B524-4EBC1F3F325D}"/>
                  </a:ext>
                </a:extLst>
              </p:cNvPr>
              <p:cNvSpPr/>
              <p:nvPr/>
            </p:nvSpPr>
            <p:spPr>
              <a:xfrm>
                <a:off x="6560633" y="3959831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0B442A3D-4069-C92F-E42E-17543C846634}"/>
                  </a:ext>
                </a:extLst>
              </p:cNvPr>
              <p:cNvSpPr/>
              <p:nvPr/>
            </p:nvSpPr>
            <p:spPr>
              <a:xfrm>
                <a:off x="5537660" y="4243172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CDF7E2F-17F2-95EC-2671-6888F54F6DD1}"/>
                  </a:ext>
                </a:extLst>
              </p:cNvPr>
              <p:cNvSpPr/>
              <p:nvPr/>
            </p:nvSpPr>
            <p:spPr>
              <a:xfrm>
                <a:off x="6560633" y="4242847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4DCD6A37-5D08-920D-64B9-22A24965238B}"/>
                  </a:ext>
                </a:extLst>
              </p:cNvPr>
              <p:cNvSpPr/>
              <p:nvPr/>
            </p:nvSpPr>
            <p:spPr>
              <a:xfrm>
                <a:off x="4552708" y="3096245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074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کارشناس</a:t>
                </a: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D7D4330-0107-2C11-A6BC-AE21830E21EB}"/>
                  </a:ext>
                </a:extLst>
              </p:cNvPr>
              <p:cNvSpPr/>
              <p:nvPr/>
            </p:nvSpPr>
            <p:spPr>
              <a:xfrm>
                <a:off x="4552708" y="3385492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D8B001F1-3C8E-8AE5-6E3A-BFBA816CDB6B}"/>
                  </a:ext>
                </a:extLst>
              </p:cNvPr>
              <p:cNvSpPr/>
              <p:nvPr/>
            </p:nvSpPr>
            <p:spPr>
              <a:xfrm>
                <a:off x="4552708" y="3670790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84CF0919-7B05-5ECA-271D-8ECD39E0DEC8}"/>
                  </a:ext>
                </a:extLst>
              </p:cNvPr>
              <p:cNvSpPr/>
              <p:nvPr/>
            </p:nvSpPr>
            <p:spPr>
              <a:xfrm>
                <a:off x="4552708" y="3959831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7F4CB218-5B22-8564-A792-992321BC7FEE}"/>
                  </a:ext>
                </a:extLst>
              </p:cNvPr>
              <p:cNvSpPr/>
              <p:nvPr/>
            </p:nvSpPr>
            <p:spPr>
              <a:xfrm>
                <a:off x="4552708" y="4242847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63407ADC-3094-C574-FEBA-4E0EB80CCE6C}"/>
                  </a:ext>
                </a:extLst>
              </p:cNvPr>
              <p:cNvSpPr/>
              <p:nvPr/>
            </p:nvSpPr>
            <p:spPr>
              <a:xfrm>
                <a:off x="3968344" y="3096245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074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ک1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2AFB613A-1EE6-9BE2-8274-E9FC472E6349}"/>
                  </a:ext>
                </a:extLst>
              </p:cNvPr>
              <p:cNvSpPr/>
              <p:nvPr/>
            </p:nvSpPr>
            <p:spPr>
              <a:xfrm>
                <a:off x="3968344" y="3385492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04C2B216-4215-B9D7-A489-80A580F9C998}"/>
                  </a:ext>
                </a:extLst>
              </p:cNvPr>
              <p:cNvSpPr/>
              <p:nvPr/>
            </p:nvSpPr>
            <p:spPr>
              <a:xfrm>
                <a:off x="3968344" y="3670790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A174C03-9B0B-C3F4-E362-A5DD10945C7A}"/>
                  </a:ext>
                </a:extLst>
              </p:cNvPr>
              <p:cNvSpPr/>
              <p:nvPr/>
            </p:nvSpPr>
            <p:spPr>
              <a:xfrm>
                <a:off x="3968344" y="3959831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8299B81-B8BE-622D-0429-9D3112D584A9}"/>
                  </a:ext>
                </a:extLst>
              </p:cNvPr>
              <p:cNvSpPr/>
              <p:nvPr/>
            </p:nvSpPr>
            <p:spPr>
              <a:xfrm>
                <a:off x="3968344" y="4242847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070706D6-7385-085D-3563-9C87A8AAF084}"/>
                  </a:ext>
                </a:extLst>
              </p:cNvPr>
              <p:cNvSpPr/>
              <p:nvPr/>
            </p:nvSpPr>
            <p:spPr>
              <a:xfrm>
                <a:off x="3383980" y="3096245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fa-IR" sz="1074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ک2</a:t>
                </a: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150C203-EB17-E078-B250-E91C64D7AE5B}"/>
                  </a:ext>
                </a:extLst>
              </p:cNvPr>
              <p:cNvSpPr/>
              <p:nvPr/>
            </p:nvSpPr>
            <p:spPr>
              <a:xfrm>
                <a:off x="3383980" y="3385492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F8D662C-3498-9AFE-52BA-C92ED757BBD3}"/>
                  </a:ext>
                </a:extLst>
              </p:cNvPr>
              <p:cNvSpPr/>
              <p:nvPr/>
            </p:nvSpPr>
            <p:spPr>
              <a:xfrm>
                <a:off x="3383980" y="3670790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AB05A8E6-1E8D-0012-8B3A-4654BDFA7AAB}"/>
                  </a:ext>
                </a:extLst>
              </p:cNvPr>
              <p:cNvSpPr/>
              <p:nvPr/>
            </p:nvSpPr>
            <p:spPr>
              <a:xfrm>
                <a:off x="3383980" y="3959831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797C24B-86F6-7F0D-404E-A40E202A78DC}"/>
                  </a:ext>
                </a:extLst>
              </p:cNvPr>
              <p:cNvSpPr/>
              <p:nvPr/>
            </p:nvSpPr>
            <p:spPr>
              <a:xfrm>
                <a:off x="3383980" y="4242847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0BB10334-E7FC-A387-983B-E3090BCA344F}"/>
                  </a:ext>
                </a:extLst>
              </p:cNvPr>
              <p:cNvSpPr/>
              <p:nvPr/>
            </p:nvSpPr>
            <p:spPr>
              <a:xfrm>
                <a:off x="5537660" y="4514272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95E26A9-80A2-7E10-BB68-714EE13F5D4C}"/>
                  </a:ext>
                </a:extLst>
              </p:cNvPr>
              <p:cNvSpPr/>
              <p:nvPr/>
            </p:nvSpPr>
            <p:spPr>
              <a:xfrm>
                <a:off x="6560633" y="4513947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D856EEFD-AEA3-5EF4-9F12-CDC12BBD5F40}"/>
                  </a:ext>
                </a:extLst>
              </p:cNvPr>
              <p:cNvSpPr/>
              <p:nvPr/>
            </p:nvSpPr>
            <p:spPr>
              <a:xfrm>
                <a:off x="5537660" y="4797288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9BD1F6A-4082-7A52-8ED5-53D5510DD913}"/>
                  </a:ext>
                </a:extLst>
              </p:cNvPr>
              <p:cNvSpPr/>
              <p:nvPr/>
            </p:nvSpPr>
            <p:spPr>
              <a:xfrm>
                <a:off x="6560633" y="4796963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55708CFC-9C11-980F-C3FF-C4662B9EB319}"/>
                  </a:ext>
                </a:extLst>
              </p:cNvPr>
              <p:cNvSpPr/>
              <p:nvPr/>
            </p:nvSpPr>
            <p:spPr>
              <a:xfrm>
                <a:off x="4552708" y="4513947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FF9B25BB-4BBE-9FDF-4047-7D665605087A}"/>
                  </a:ext>
                </a:extLst>
              </p:cNvPr>
              <p:cNvSpPr/>
              <p:nvPr/>
            </p:nvSpPr>
            <p:spPr>
              <a:xfrm>
                <a:off x="4552708" y="4796963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510DF4A0-3C62-E19B-D9C4-1C86849969F5}"/>
                  </a:ext>
                </a:extLst>
              </p:cNvPr>
              <p:cNvSpPr/>
              <p:nvPr/>
            </p:nvSpPr>
            <p:spPr>
              <a:xfrm>
                <a:off x="3968344" y="4513947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0940EC3-FB6D-3D8B-BCF5-5DBB9E7E3920}"/>
                  </a:ext>
                </a:extLst>
              </p:cNvPr>
              <p:cNvSpPr/>
              <p:nvPr/>
            </p:nvSpPr>
            <p:spPr>
              <a:xfrm>
                <a:off x="3968344" y="4796963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E69A038-3179-2605-7F27-5C156A9BC51C}"/>
                  </a:ext>
                </a:extLst>
              </p:cNvPr>
              <p:cNvSpPr/>
              <p:nvPr/>
            </p:nvSpPr>
            <p:spPr>
              <a:xfrm>
                <a:off x="3383980" y="4513947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4E21455-186A-199F-2984-CB8675AC0C57}"/>
                  </a:ext>
                </a:extLst>
              </p:cNvPr>
              <p:cNvSpPr/>
              <p:nvPr/>
            </p:nvSpPr>
            <p:spPr>
              <a:xfrm>
                <a:off x="3383980" y="4796963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96CAD645-40B8-9D77-61A6-0EE9C8624504}"/>
                  </a:ext>
                </a:extLst>
              </p:cNvPr>
              <p:cNvSpPr/>
              <p:nvPr/>
            </p:nvSpPr>
            <p:spPr>
              <a:xfrm>
                <a:off x="5533991" y="5088113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9A525169-7E14-3BD5-8295-D7FB4C910D32}"/>
                  </a:ext>
                </a:extLst>
              </p:cNvPr>
              <p:cNvSpPr/>
              <p:nvPr/>
            </p:nvSpPr>
            <p:spPr>
              <a:xfrm>
                <a:off x="6556964" y="5087788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4766BFB4-0493-DFE0-0117-16E17E518FCF}"/>
                  </a:ext>
                </a:extLst>
              </p:cNvPr>
              <p:cNvSpPr/>
              <p:nvPr/>
            </p:nvSpPr>
            <p:spPr>
              <a:xfrm>
                <a:off x="5533991" y="5371129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FF1C5A4-E7F2-04D7-F053-4D17A3B03EF2}"/>
                  </a:ext>
                </a:extLst>
              </p:cNvPr>
              <p:cNvSpPr/>
              <p:nvPr/>
            </p:nvSpPr>
            <p:spPr>
              <a:xfrm>
                <a:off x="6556964" y="5370804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3DA92EB9-AF07-F590-E206-E358BF3EA036}"/>
                  </a:ext>
                </a:extLst>
              </p:cNvPr>
              <p:cNvSpPr/>
              <p:nvPr/>
            </p:nvSpPr>
            <p:spPr>
              <a:xfrm>
                <a:off x="4549039" y="5087788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CA0E97BF-E2D7-2EF1-00EA-8C0D91E2EA78}"/>
                  </a:ext>
                </a:extLst>
              </p:cNvPr>
              <p:cNvSpPr/>
              <p:nvPr/>
            </p:nvSpPr>
            <p:spPr>
              <a:xfrm>
                <a:off x="4549039" y="5370804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ABA75C4A-A3B6-1A75-2298-0B13D802B99F}"/>
                  </a:ext>
                </a:extLst>
              </p:cNvPr>
              <p:cNvSpPr/>
              <p:nvPr/>
            </p:nvSpPr>
            <p:spPr>
              <a:xfrm>
                <a:off x="3964675" y="5087788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04116680-5483-6245-9415-3B38C18C4A4B}"/>
                  </a:ext>
                </a:extLst>
              </p:cNvPr>
              <p:cNvSpPr/>
              <p:nvPr/>
            </p:nvSpPr>
            <p:spPr>
              <a:xfrm>
                <a:off x="3964675" y="5370804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893FECAD-88A7-D414-4E7A-0F5AE36F5B1B}"/>
                  </a:ext>
                </a:extLst>
              </p:cNvPr>
              <p:cNvSpPr/>
              <p:nvPr/>
            </p:nvSpPr>
            <p:spPr>
              <a:xfrm>
                <a:off x="3380311" y="5087788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74ABBA68-9B72-7B93-4FCB-11A284D68FEB}"/>
                  </a:ext>
                </a:extLst>
              </p:cNvPr>
              <p:cNvSpPr/>
              <p:nvPr/>
            </p:nvSpPr>
            <p:spPr>
              <a:xfrm>
                <a:off x="3380311" y="5370804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1E06DA23-B62E-2384-19A0-6A15A23017EC}"/>
                  </a:ext>
                </a:extLst>
              </p:cNvPr>
              <p:cNvSpPr/>
              <p:nvPr/>
            </p:nvSpPr>
            <p:spPr>
              <a:xfrm>
                <a:off x="5537660" y="5660943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45E90112-2679-5BCE-D7AC-123AB51D6964}"/>
                  </a:ext>
                </a:extLst>
              </p:cNvPr>
              <p:cNvSpPr/>
              <p:nvPr/>
            </p:nvSpPr>
            <p:spPr>
              <a:xfrm>
                <a:off x="6560633" y="5660618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50B03CF7-AF7D-16B3-D165-02491293F01C}"/>
                  </a:ext>
                </a:extLst>
              </p:cNvPr>
              <p:cNvSpPr/>
              <p:nvPr/>
            </p:nvSpPr>
            <p:spPr>
              <a:xfrm>
                <a:off x="4552708" y="5660618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E4A68354-B3D5-7C01-FA7C-5F900054DA62}"/>
                  </a:ext>
                </a:extLst>
              </p:cNvPr>
              <p:cNvSpPr/>
              <p:nvPr/>
            </p:nvSpPr>
            <p:spPr>
              <a:xfrm>
                <a:off x="3968344" y="5660618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2D544A4F-9711-2A7D-CF44-55F65DC55840}"/>
                  </a:ext>
                </a:extLst>
              </p:cNvPr>
              <p:cNvSpPr/>
              <p:nvPr/>
            </p:nvSpPr>
            <p:spPr>
              <a:xfrm>
                <a:off x="3383980" y="5660618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24620DAD-CC44-D3FA-BCB7-30CB0BBEF1C6}"/>
                  </a:ext>
                </a:extLst>
              </p:cNvPr>
              <p:cNvSpPr/>
              <p:nvPr/>
            </p:nvSpPr>
            <p:spPr>
              <a:xfrm>
                <a:off x="5533991" y="5951768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DE56E41E-FFA1-D8AE-1A93-0622AD282D03}"/>
                  </a:ext>
                </a:extLst>
              </p:cNvPr>
              <p:cNvSpPr/>
              <p:nvPr/>
            </p:nvSpPr>
            <p:spPr>
              <a:xfrm>
                <a:off x="6556964" y="5951443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4BDF3F94-6733-2747-2E7C-139C5E13C884}"/>
                  </a:ext>
                </a:extLst>
              </p:cNvPr>
              <p:cNvSpPr/>
              <p:nvPr/>
            </p:nvSpPr>
            <p:spPr>
              <a:xfrm>
                <a:off x="5533991" y="6234784"/>
                <a:ext cx="98242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F69C374-D6C5-26C6-440C-4E94EE4EFD22}"/>
                  </a:ext>
                </a:extLst>
              </p:cNvPr>
              <p:cNvSpPr/>
              <p:nvPr/>
            </p:nvSpPr>
            <p:spPr>
              <a:xfrm>
                <a:off x="6556964" y="6234459"/>
                <a:ext cx="855795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7719175A-3271-E807-3FAD-A6EF5EADA2C7}"/>
                  </a:ext>
                </a:extLst>
              </p:cNvPr>
              <p:cNvSpPr/>
              <p:nvPr/>
            </p:nvSpPr>
            <p:spPr>
              <a:xfrm>
                <a:off x="4549039" y="5951443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D15B29C4-9BFA-DE24-1EC6-B439676A2DA5}"/>
                  </a:ext>
                </a:extLst>
              </p:cNvPr>
              <p:cNvSpPr/>
              <p:nvPr/>
            </p:nvSpPr>
            <p:spPr>
              <a:xfrm>
                <a:off x="4549039" y="6234459"/>
                <a:ext cx="944404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6B7C94AD-232A-49F9-5EB4-16EA522ED1FA}"/>
                  </a:ext>
                </a:extLst>
              </p:cNvPr>
              <p:cNvSpPr/>
              <p:nvPr/>
            </p:nvSpPr>
            <p:spPr>
              <a:xfrm>
                <a:off x="3964675" y="5951443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70CEC693-8B48-EA8E-231E-7463AF9F70DD}"/>
                  </a:ext>
                </a:extLst>
              </p:cNvPr>
              <p:cNvSpPr/>
              <p:nvPr/>
            </p:nvSpPr>
            <p:spPr>
              <a:xfrm>
                <a:off x="3964675" y="6234459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AFD41FA6-72B0-7909-1B63-F07B54166486}"/>
                  </a:ext>
                </a:extLst>
              </p:cNvPr>
              <p:cNvSpPr/>
              <p:nvPr/>
            </p:nvSpPr>
            <p:spPr>
              <a:xfrm>
                <a:off x="3380311" y="5951443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3F56C790-7DA9-29BC-F96D-DF33FA0342EF}"/>
                  </a:ext>
                </a:extLst>
              </p:cNvPr>
              <p:cNvSpPr/>
              <p:nvPr/>
            </p:nvSpPr>
            <p:spPr>
              <a:xfrm>
                <a:off x="3380311" y="6234459"/>
                <a:ext cx="543816" cy="2458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fa-IR" sz="1074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47" name="Isosceles Triangle 246">
              <a:extLst>
                <a:ext uri="{FF2B5EF4-FFF2-40B4-BE49-F238E27FC236}">
                  <a16:creationId xmlns:a16="http://schemas.microsoft.com/office/drawing/2014/main" id="{C4A46EBE-4743-0A85-E243-793C70A689CA}"/>
                </a:ext>
              </a:extLst>
            </p:cNvPr>
            <p:cNvSpPr/>
            <p:nvPr/>
          </p:nvSpPr>
          <p:spPr>
            <a:xfrm rot="10800000">
              <a:off x="6912372" y="337801"/>
              <a:ext cx="204989" cy="17174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48" name="Isosceles Triangle 247">
              <a:extLst>
                <a:ext uri="{FF2B5EF4-FFF2-40B4-BE49-F238E27FC236}">
                  <a16:creationId xmlns:a16="http://schemas.microsoft.com/office/drawing/2014/main" id="{E35B1F6C-AACF-1847-90D2-BD856DED2A31}"/>
                </a:ext>
              </a:extLst>
            </p:cNvPr>
            <p:cNvSpPr/>
            <p:nvPr/>
          </p:nvSpPr>
          <p:spPr>
            <a:xfrm rot="10800000">
              <a:off x="6942279" y="617678"/>
              <a:ext cx="204989" cy="17174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49" name="Isosceles Triangle 248">
              <a:extLst>
                <a:ext uri="{FF2B5EF4-FFF2-40B4-BE49-F238E27FC236}">
                  <a16:creationId xmlns:a16="http://schemas.microsoft.com/office/drawing/2014/main" id="{AF6316A2-447E-CCC2-9E06-E3537AFA2174}"/>
                </a:ext>
              </a:extLst>
            </p:cNvPr>
            <p:cNvSpPr/>
            <p:nvPr/>
          </p:nvSpPr>
          <p:spPr>
            <a:xfrm rot="10800000">
              <a:off x="4552661" y="623665"/>
              <a:ext cx="204989" cy="171745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4FF6A9CC-E243-24A9-08F6-87E5889950F8}"/>
                </a:ext>
              </a:extLst>
            </p:cNvPr>
            <p:cNvSpPr/>
            <p:nvPr/>
          </p:nvSpPr>
          <p:spPr>
            <a:xfrm>
              <a:off x="3385486" y="6444627"/>
              <a:ext cx="4030942" cy="14401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0"/>
              <a:r>
                <a:rPr lang="en-US" sz="1172">
                  <a:solidFill>
                    <a:schemeClr val="accent6">
                      <a:lumMod val="75000"/>
                    </a:schemeClr>
                  </a:solidFill>
                </a:rPr>
                <a:t>Weekly</a:t>
              </a:r>
              <a:endParaRPr lang="fa-IR" sz="1367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252" name="Isosceles Triangle 251">
            <a:extLst>
              <a:ext uri="{FF2B5EF4-FFF2-40B4-BE49-F238E27FC236}">
                <a16:creationId xmlns:a16="http://schemas.microsoft.com/office/drawing/2014/main" id="{1F63CF5A-00A4-860E-7149-15443BFA5FC6}"/>
              </a:ext>
            </a:extLst>
          </p:cNvPr>
          <p:cNvSpPr/>
          <p:nvPr/>
        </p:nvSpPr>
        <p:spPr>
          <a:xfrm rot="10800000">
            <a:off x="1663475" y="-343642"/>
            <a:ext cx="200241" cy="167767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53" name="Isosceles Triangle 252">
            <a:extLst>
              <a:ext uri="{FF2B5EF4-FFF2-40B4-BE49-F238E27FC236}">
                <a16:creationId xmlns:a16="http://schemas.microsoft.com/office/drawing/2014/main" id="{80914446-B444-5BB1-5726-5D32F138036D}"/>
              </a:ext>
            </a:extLst>
          </p:cNvPr>
          <p:cNvSpPr/>
          <p:nvPr/>
        </p:nvSpPr>
        <p:spPr>
          <a:xfrm rot="10800000">
            <a:off x="1663474" y="105796"/>
            <a:ext cx="200241" cy="167767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63246894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/>
        </a:solidFill>
        <a:ln w="28575">
          <a:solidFill>
            <a:schemeClr val="tx1"/>
          </a:solidFill>
          <a:prstDash val="solid"/>
        </a:ln>
        <a:effectLst/>
      </a:spPr>
      <a:bodyPr rtlCol="1" anchor="ctr"/>
      <a:lstStyle>
        <a:defPPr algn="r" rtl="1">
          <a:defRPr sz="4400" b="1" smtClean="0">
            <a:solidFill>
              <a:schemeClr val="bg1"/>
            </a:solidFill>
            <a:highlight>
              <a:srgbClr val="800080"/>
            </a:highlight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a:style>
    </a:spDef>
    <a:txDef>
      <a:spPr>
        <a:noFill/>
      </a:spPr>
      <a:bodyPr wrap="square" rtlCol="1">
        <a:spAutoFit/>
      </a:bodyPr>
      <a:lstStyle>
        <a:defPPr algn="l" rtl="0">
          <a:defRPr sz="1100" smtClean="0">
            <a:solidFill>
              <a:srgbClr val="FF0000"/>
            </a:solidFill>
            <a:latin typeface="Consolas" panose="020B0609020204030204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User Theme: 2">
  <a:themeElements>
    <a:clrScheme name="User Theme: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er Theme: 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User Theme: 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7851</TotalTime>
  <Words>487</Words>
  <Application>Microsoft Office PowerPoint</Application>
  <PresentationFormat>A4 Paper (210x297 mm)</PresentationFormat>
  <Paragraphs>273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Consolas</vt:lpstr>
      <vt:lpstr>Rastanty Cortez</vt:lpstr>
      <vt:lpstr>Segoe UI</vt:lpstr>
      <vt:lpstr>Tahoma</vt:lpstr>
      <vt:lpstr>Walbaum Display Light</vt:lpstr>
      <vt:lpstr>Blank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Majid SharifiTehrani</cp:lastModifiedBy>
  <cp:revision>604</cp:revision>
  <cp:lastPrinted>2026-10-21T04:56:04Z</cp:lastPrinted>
  <dcterms:modified xsi:type="dcterms:W3CDTF">2026-10-27T16:26:08Z</dcterms:modified>
</cp:coreProperties>
</file>