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62" r:id="rId2"/>
    <p:sldId id="267" r:id="rId3"/>
    <p:sldId id="266" r:id="rId4"/>
    <p:sldId id="264" r:id="rId5"/>
  </p:sldIdLst>
  <p:sldSz cx="9906000" cy="6858000" type="A4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2613" userDrawn="1">
          <p15:clr>
            <a:srgbClr val="A4A3A4"/>
          </p15:clr>
        </p15:guide>
        <p15:guide id="2" pos="283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49" autoAdjust="0"/>
    <p:restoredTop sz="96238" autoAdjust="0"/>
  </p:normalViewPr>
  <p:slideViewPr>
    <p:cSldViewPr>
      <p:cViewPr varScale="1">
        <p:scale>
          <a:sx n="120" d="100"/>
          <a:sy n="120" d="100"/>
        </p:scale>
        <p:origin x="3138" y="108"/>
      </p:cViewPr>
      <p:guideLst>
        <p:guide orient="horz" pos="2613"/>
        <p:guide pos="283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238290" y="1122496"/>
            <a:ext cx="7429742" cy="2387886"/>
          </a:xfrm>
        </p:spPr>
        <p:txBody>
          <a:bodyPr anchor="b"/>
          <a:lstStyle>
            <a:lvl1pPr algn="ctr"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238290" y="3602469"/>
            <a:ext cx="7429742" cy="1655961"/>
          </a:xfrm>
        </p:spPr>
        <p:txBody>
          <a:bodyPr/>
          <a:lstStyle>
            <a:lvl1pPr marL="0" indent="0" algn="ctr">
              <a:buNone/>
              <a:defRPr sz="358"/>
            </a:lvl1pPr>
            <a:lvl2pPr marL="68141" indent="0" algn="ctr">
              <a:buNone/>
              <a:defRPr sz="298"/>
            </a:lvl2pPr>
            <a:lvl3pPr marL="136283" indent="0" algn="ctr">
              <a:buNone/>
              <a:defRPr sz="268"/>
            </a:lvl3pPr>
            <a:lvl4pPr marL="204424" indent="0" algn="ctr">
              <a:buNone/>
              <a:defRPr sz="238"/>
            </a:lvl4pPr>
            <a:lvl5pPr marL="272565" indent="0" algn="ctr">
              <a:buNone/>
              <a:defRPr sz="238"/>
            </a:lvl5pPr>
            <a:lvl6pPr marL="340706" indent="0" algn="ctr">
              <a:buNone/>
              <a:defRPr sz="238"/>
            </a:lvl6pPr>
            <a:lvl7pPr marL="408847" indent="0" algn="ctr">
              <a:buNone/>
              <a:defRPr sz="238"/>
            </a:lvl7pPr>
            <a:lvl8pPr marL="476988" indent="0" algn="ctr">
              <a:buNone/>
              <a:defRPr sz="238"/>
            </a:lvl8pPr>
            <a:lvl9pPr marL="545129" indent="0" algn="ctr">
              <a:buNone/>
              <a:defRPr sz="238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23/05/1447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23/05/1447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675901" y="1709945"/>
            <a:ext cx="8544203" cy="2853078"/>
          </a:xfrm>
        </p:spPr>
        <p:txBody>
          <a:bodyPr anchor="b"/>
          <a:lstStyle>
            <a:lvl1pPr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75901" y="4590015"/>
            <a:ext cx="8544203" cy="1500366"/>
          </a:xfrm>
        </p:spPr>
        <p:txBody>
          <a:bodyPr/>
          <a:lstStyle>
            <a:lvl1pPr marL="0" indent="0">
              <a:buNone/>
              <a:defRPr sz="358">
                <a:solidFill>
                  <a:schemeClr val="tx1">
                    <a:tint val="75000"/>
                  </a:schemeClr>
                </a:solidFill>
              </a:defRPr>
            </a:lvl1pPr>
            <a:lvl2pPr marL="68141" indent="0">
              <a:buNone/>
              <a:defRPr sz="298">
                <a:solidFill>
                  <a:schemeClr val="tx1">
                    <a:tint val="75000"/>
                  </a:schemeClr>
                </a:solidFill>
              </a:defRPr>
            </a:lvl2pPr>
            <a:lvl3pPr marL="136283" indent="0">
              <a:buNone/>
              <a:defRPr sz="268">
                <a:solidFill>
                  <a:schemeClr val="tx1">
                    <a:tint val="75000"/>
                  </a:schemeClr>
                </a:solidFill>
              </a:defRPr>
            </a:lvl3pPr>
            <a:lvl4pPr marL="204424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4pPr>
            <a:lvl5pPr marL="272565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5pPr>
            <a:lvl6pPr marL="340706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6pPr>
            <a:lvl7pPr marL="408847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7pPr>
            <a:lvl8pPr marL="476988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8pPr>
            <a:lvl9pPr marL="545129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23/05/1447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1062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015077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23/05/1447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682351" y="365169"/>
            <a:ext cx="8544203" cy="1325721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2353" y="1681363"/>
            <a:ext cx="4190837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2353" y="2505374"/>
            <a:ext cx="4190837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015076" y="1681363"/>
            <a:ext cx="4211476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015076" y="2505374"/>
            <a:ext cx="4211476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23/05/1447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23/05/1447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23/05/1447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211478" y="987543"/>
            <a:ext cx="5015074" cy="4874208"/>
          </a:xfrm>
        </p:spPr>
        <p:txBody>
          <a:bodyPr/>
          <a:lstStyle>
            <a:lvl1pPr>
              <a:defRPr sz="477"/>
            </a:lvl1pPr>
            <a:lvl2pPr>
              <a:defRPr sz="417"/>
            </a:lvl2pPr>
            <a:lvl3pPr>
              <a:defRPr sz="358"/>
            </a:lvl3pPr>
            <a:lvl4pPr>
              <a:defRPr sz="298"/>
            </a:lvl4pPr>
            <a:lvl5pPr>
              <a:defRPr sz="298"/>
            </a:lvl5pPr>
            <a:lvl6pPr>
              <a:defRPr sz="298"/>
            </a:lvl6pPr>
            <a:lvl7pPr>
              <a:defRPr sz="298"/>
            </a:lvl7pPr>
            <a:lvl8pPr>
              <a:defRPr sz="298"/>
            </a:lvl8pPr>
            <a:lvl9pPr>
              <a:defRPr sz="29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23/05/1447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211478" y="987543"/>
            <a:ext cx="5015074" cy="4874208"/>
          </a:xfrm>
        </p:spPr>
        <p:txBody>
          <a:bodyPr anchor="t"/>
          <a:lstStyle>
            <a:lvl1pPr marL="0" indent="0">
              <a:buNone/>
              <a:defRPr sz="477"/>
            </a:lvl1pPr>
            <a:lvl2pPr marL="68141" indent="0">
              <a:buNone/>
              <a:defRPr sz="417"/>
            </a:lvl2pPr>
            <a:lvl3pPr marL="136283" indent="0">
              <a:buNone/>
              <a:defRPr sz="358"/>
            </a:lvl3pPr>
            <a:lvl4pPr marL="204424" indent="0">
              <a:buNone/>
              <a:defRPr sz="298"/>
            </a:lvl4pPr>
            <a:lvl5pPr marL="272565" indent="0">
              <a:buNone/>
              <a:defRPr sz="298"/>
            </a:lvl5pPr>
            <a:lvl6pPr marL="340706" indent="0">
              <a:buNone/>
              <a:defRPr sz="298"/>
            </a:lvl6pPr>
            <a:lvl7pPr marL="408847" indent="0">
              <a:buNone/>
              <a:defRPr sz="298"/>
            </a:lvl7pPr>
            <a:lvl8pPr marL="476988" indent="0">
              <a:buNone/>
              <a:defRPr sz="298"/>
            </a:lvl8pPr>
            <a:lvl9pPr marL="545129" indent="0">
              <a:buNone/>
              <a:defRPr sz="29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23/05/1447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23/05/1447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7089213" y="365171"/>
            <a:ext cx="2136049" cy="581253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1063" y="365171"/>
            <a:ext cx="6284323" cy="581253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23/05/1447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681062" y="365169"/>
            <a:ext cx="8544203" cy="132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1062" y="1825846"/>
            <a:ext cx="8544203" cy="43518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81060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23/05/1447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281471" y="6357111"/>
            <a:ext cx="3343383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996339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36283" rtl="0">
        <a:lnSpc>
          <a:spcPct val="90000"/>
        </a:lnSpc>
        <a:spcBef>
          <a:spcPts val="0"/>
        </a:spcBef>
        <a:buNone/>
        <a:defRPr sz="656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071" indent="-34071" algn="l" defTabSz="136283" rtl="0">
        <a:lnSpc>
          <a:spcPct val="90000"/>
        </a:lnSpc>
        <a:spcBef>
          <a:spcPts val="149"/>
        </a:spcBef>
        <a:buFont typeface="Arial"/>
        <a:buChar char="•"/>
        <a:defRPr sz="417">
          <a:solidFill>
            <a:schemeClr val="tx1"/>
          </a:solidFill>
          <a:latin typeface="+mn-lt"/>
          <a:ea typeface="+mn-ea"/>
          <a:cs typeface="+mn-cs"/>
        </a:defRPr>
      </a:lvl1pPr>
      <a:lvl2pPr marL="102212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358">
          <a:solidFill>
            <a:schemeClr val="tx1"/>
          </a:solidFill>
          <a:latin typeface="+mn-lt"/>
          <a:ea typeface="+mn-ea"/>
          <a:cs typeface="+mn-cs"/>
        </a:defRPr>
      </a:lvl2pPr>
      <a:lvl3pPr marL="170353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98">
          <a:solidFill>
            <a:schemeClr val="tx1"/>
          </a:solidFill>
          <a:latin typeface="+mn-lt"/>
          <a:ea typeface="+mn-ea"/>
          <a:cs typeface="+mn-cs"/>
        </a:defRPr>
      </a:lvl3pPr>
      <a:lvl4pPr marL="238494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306636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74777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42918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511059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79200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1pPr>
      <a:lvl2pPr marL="68141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2pPr>
      <a:lvl3pPr marL="136283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3pPr>
      <a:lvl4pPr marL="204424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272565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40706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08847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476988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45129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2.png"/><Relationship Id="rId3" Type="http://schemas.openxmlformats.org/officeDocument/2006/relationships/image" Target="../media/image9.png"/><Relationship Id="rId7" Type="http://schemas.openxmlformats.org/officeDocument/2006/relationships/image" Target="../media/image1.png"/><Relationship Id="rId12" Type="http://schemas.openxmlformats.org/officeDocument/2006/relationships/image" Target="../media/image1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6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jpeg"/><Relationship Id="rId9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B84A0B17-4E07-3EF8-E5DA-AB08EE0B9124}"/>
              </a:ext>
            </a:extLst>
          </p:cNvPr>
          <p:cNvSpPr/>
          <p:nvPr/>
        </p:nvSpPr>
        <p:spPr>
          <a:xfrm>
            <a:off x="54703" y="436149"/>
            <a:ext cx="4175526" cy="6247312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3021822" y="2813739"/>
            <a:ext cx="1118564" cy="112410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3021822" y="670022"/>
            <a:ext cx="1139090" cy="1489017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11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1725678" y="4289246"/>
            <a:ext cx="1139090" cy="1373607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rtl="0"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11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177986" y="4289246"/>
            <a:ext cx="1462234" cy="911120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11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1615564" y="2852936"/>
            <a:ext cx="1321211" cy="799309"/>
          </a:xfrm>
          <a:prstGeom prst="roundRect">
            <a:avLst>
              <a:gd name="adj" fmla="val 11838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1289742" y="692697"/>
            <a:ext cx="1647034" cy="1167586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87151" y="692697"/>
            <a:ext cx="1139090" cy="1167586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8409384" y="1078700"/>
            <a:ext cx="959412" cy="71332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7566270" y="2285686"/>
            <a:ext cx="1250132" cy="113147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0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4653331" y="2093949"/>
            <a:ext cx="1883845" cy="2312884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rgbClr val="C00000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10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12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4653334" y="404664"/>
            <a:ext cx="1929574" cy="161804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12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10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B799493A-3E55-49FF-D6B4-2DCD86B0D9F0}"/>
              </a:ext>
            </a:extLst>
          </p:cNvPr>
          <p:cNvCxnSpPr>
            <a:cxnSpLocks/>
            <a:stCxn id="12" idx="0"/>
            <a:endCxn id="14" idx="0"/>
          </p:cNvCxnSpPr>
          <p:nvPr/>
        </p:nvCxnSpPr>
        <p:spPr>
          <a:xfrm rot="16200000" flipV="1">
            <a:off x="5964218" y="58567"/>
            <a:ext cx="1881022" cy="2573215"/>
          </a:xfrm>
          <a:prstGeom prst="bentConnector3">
            <a:avLst>
              <a:gd name="adj1" fmla="val 11215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6893DDEA-A4FD-8FDF-C344-E766E581AADF}"/>
              </a:ext>
            </a:extLst>
          </p:cNvPr>
          <p:cNvCxnSpPr>
            <a:cxnSpLocks/>
            <a:stCxn id="5" idx="0"/>
            <a:endCxn id="14" idx="0"/>
          </p:cNvCxnSpPr>
          <p:nvPr/>
        </p:nvCxnSpPr>
        <p:spPr>
          <a:xfrm rot="5400000" flipH="1" flipV="1">
            <a:off x="4472065" y="-476034"/>
            <a:ext cx="265358" cy="2026754"/>
          </a:xfrm>
          <a:prstGeom prst="bentConnector3">
            <a:avLst>
              <a:gd name="adj1" fmla="val 186148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9243CA9C-E002-4E66-7DB1-21CC659A50D6}"/>
              </a:ext>
            </a:extLst>
          </p:cNvPr>
          <p:cNvCxnSpPr>
            <a:cxnSpLocks/>
            <a:stCxn id="14" idx="1"/>
            <a:endCxn id="13" idx="1"/>
          </p:cNvCxnSpPr>
          <p:nvPr/>
        </p:nvCxnSpPr>
        <p:spPr>
          <a:xfrm rot="10800000" flipV="1">
            <a:off x="4653332" y="1213685"/>
            <a:ext cx="3" cy="2036705"/>
          </a:xfrm>
          <a:prstGeom prst="bentConnector3">
            <a:avLst>
              <a:gd name="adj1" fmla="val 76201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E349F6A-FA73-393C-576C-07A57F26C2D5}"/>
              </a:ext>
            </a:extLst>
          </p:cNvPr>
          <p:cNvCxnSpPr>
            <a:cxnSpLocks/>
            <a:stCxn id="6" idx="3"/>
            <a:endCxn id="13" idx="2"/>
          </p:cNvCxnSpPr>
          <p:nvPr/>
        </p:nvCxnSpPr>
        <p:spPr>
          <a:xfrm flipV="1">
            <a:off x="2864768" y="4406833"/>
            <a:ext cx="2730486" cy="569217"/>
          </a:xfrm>
          <a:prstGeom prst="bent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902BBD3-B6DF-74C6-341B-B5D73D8A5FF0}"/>
              </a:ext>
            </a:extLst>
          </p:cNvPr>
          <p:cNvCxnSpPr>
            <a:cxnSpLocks/>
            <a:stCxn id="4" idx="0"/>
            <a:endCxn id="5" idx="2"/>
          </p:cNvCxnSpPr>
          <p:nvPr/>
        </p:nvCxnSpPr>
        <p:spPr>
          <a:xfrm flipV="1">
            <a:off x="3581104" y="2159039"/>
            <a:ext cx="10263" cy="65470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llout: Bent Line 1">
            <a:extLst>
              <a:ext uri="{FF2B5EF4-FFF2-40B4-BE49-F238E27FC236}">
                <a16:creationId xmlns:a16="http://schemas.microsoft.com/office/drawing/2014/main" id="{E50017C7-25C6-1333-0D16-A39669495EFD}"/>
              </a:ext>
            </a:extLst>
          </p:cNvPr>
          <p:cNvSpPr/>
          <p:nvPr/>
        </p:nvSpPr>
        <p:spPr>
          <a:xfrm>
            <a:off x="874661" y="1971139"/>
            <a:ext cx="1432544" cy="738996"/>
          </a:xfrm>
          <a:prstGeom prst="borderCallout2">
            <a:avLst>
              <a:gd name="adj1" fmla="val 34456"/>
              <a:gd name="adj2" fmla="val 99807"/>
              <a:gd name="adj3" fmla="val 32790"/>
              <a:gd name="adj4" fmla="val 134324"/>
              <a:gd name="adj5" fmla="val 7897"/>
              <a:gd name="adj6" fmla="val 154205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active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sample tests mode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training mode</a:t>
            </a:r>
          </a:p>
          <a:p>
            <a:pPr>
              <a:buNone/>
            </a:pPr>
            <a:r>
              <a:rPr lang="en-US" sz="9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real exam mode</a:t>
            </a:r>
            <a:endParaRPr lang="fa-IR" sz="90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5" name="Callout: Bent Line 24">
            <a:extLst>
              <a:ext uri="{FF2B5EF4-FFF2-40B4-BE49-F238E27FC236}">
                <a16:creationId xmlns:a16="http://schemas.microsoft.com/office/drawing/2014/main" id="{D7E64E7D-3118-5742-B119-C2FB1880E470}"/>
              </a:ext>
            </a:extLst>
          </p:cNvPr>
          <p:cNvSpPr/>
          <p:nvPr/>
        </p:nvSpPr>
        <p:spPr bwMode="auto">
          <a:xfrm>
            <a:off x="6738142" y="413120"/>
            <a:ext cx="959434" cy="422443"/>
          </a:xfrm>
          <a:prstGeom prst="borderCallout2">
            <a:avLst>
              <a:gd name="adj1" fmla="val 98044"/>
              <a:gd name="adj2" fmla="val 15958"/>
              <a:gd name="adj3" fmla="val 137312"/>
              <a:gd name="adj4" fmla="val 3938"/>
              <a:gd name="adj5" fmla="val 276910"/>
              <a:gd name="adj6" fmla="val -76915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started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finished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6632200" y="3959078"/>
            <a:ext cx="1359523" cy="873690"/>
          </a:xfrm>
          <a:prstGeom prst="borderCallout2">
            <a:avLst>
              <a:gd name="adj1" fmla="val 79785"/>
              <a:gd name="adj2" fmla="val 105"/>
              <a:gd name="adj3" fmla="val 79499"/>
              <a:gd name="adj4" fmla="val -13697"/>
              <a:gd name="adj5" fmla="val 47120"/>
              <a:gd name="adj6" fmla="val -28262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report problem</a:t>
            </a:r>
          </a:p>
        </p:txBody>
      </p:sp>
      <p:sp>
        <p:nvSpPr>
          <p:cNvPr id="32" name="Callout: Bent Line 31">
            <a:extLst>
              <a:ext uri="{FF2B5EF4-FFF2-40B4-BE49-F238E27FC236}">
                <a16:creationId xmlns:a16="http://schemas.microsoft.com/office/drawing/2014/main" id="{69FFBDA1-76DB-9C13-D1A3-04DF7178F3E8}"/>
              </a:ext>
            </a:extLst>
          </p:cNvPr>
          <p:cNvSpPr/>
          <p:nvPr/>
        </p:nvSpPr>
        <p:spPr bwMode="auto">
          <a:xfrm>
            <a:off x="1705801" y="6013050"/>
            <a:ext cx="1121928" cy="523401"/>
          </a:xfrm>
          <a:prstGeom prst="borderCallout2">
            <a:avLst>
              <a:gd name="adj1" fmla="val -4318"/>
              <a:gd name="adj2" fmla="val 32142"/>
              <a:gd name="adj3" fmla="val -18512"/>
              <a:gd name="adj4" fmla="val 45337"/>
              <a:gd name="adj5" fmla="val -74869"/>
              <a:gd name="adj6" fmla="val 4658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test rtl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options rtl</a:t>
            </a:r>
          </a:p>
        </p:txBody>
      </p:sp>
      <p:sp>
        <p:nvSpPr>
          <p:cNvPr id="33" name="Callout: Bent Line 32">
            <a:extLst>
              <a:ext uri="{FF2B5EF4-FFF2-40B4-BE49-F238E27FC236}">
                <a16:creationId xmlns:a16="http://schemas.microsoft.com/office/drawing/2014/main" id="{08F38092-EF2E-5615-C0E1-67A12A1FDC18}"/>
              </a:ext>
            </a:extLst>
          </p:cNvPr>
          <p:cNvSpPr/>
          <p:nvPr/>
        </p:nvSpPr>
        <p:spPr bwMode="auto">
          <a:xfrm>
            <a:off x="281189" y="6013050"/>
            <a:ext cx="1210460" cy="523401"/>
          </a:xfrm>
          <a:prstGeom prst="borderCallout2">
            <a:avLst>
              <a:gd name="adj1" fmla="val 687"/>
              <a:gd name="adj2" fmla="val 83047"/>
              <a:gd name="adj3" fmla="val -29287"/>
              <a:gd name="adj4" fmla="val 65873"/>
              <a:gd name="adj5" fmla="val -163272"/>
              <a:gd name="adj6" fmla="val 65487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/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</a:t>
            </a: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force last</a:t>
            </a:r>
          </a:p>
          <a:p>
            <a:pPr rtl="0"/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is answer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69" y="14468"/>
            <a:ext cx="920915" cy="208302"/>
          </a:xfrm>
          <a:prstGeom prst="rect">
            <a:avLst/>
          </a:prstGeom>
        </p:spPr>
      </p:pic>
      <p:sp>
        <p:nvSpPr>
          <p:cNvPr id="3" name="Callout: Bent Line 2">
            <a:extLst>
              <a:ext uri="{FF2B5EF4-FFF2-40B4-BE49-F238E27FC236}">
                <a16:creationId xmlns:a16="http://schemas.microsoft.com/office/drawing/2014/main" id="{909732A0-AF41-FD8A-F9B0-673183051227}"/>
              </a:ext>
            </a:extLst>
          </p:cNvPr>
          <p:cNvSpPr/>
          <p:nvPr/>
        </p:nvSpPr>
        <p:spPr bwMode="auto">
          <a:xfrm>
            <a:off x="6666076" y="1160416"/>
            <a:ext cx="1493634" cy="933533"/>
          </a:xfrm>
          <a:prstGeom prst="borderCallout2">
            <a:avLst>
              <a:gd name="adj1" fmla="val 98983"/>
              <a:gd name="adj2" fmla="val 42080"/>
              <a:gd name="adj3" fmla="val 214696"/>
              <a:gd name="adj4" fmla="val 48232"/>
              <a:gd name="adj5" fmla="val 215517"/>
              <a:gd name="adj6" fmla="val 64443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Active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ChangePass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Review Exam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CourseTests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TryCorrect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ReviewCourseTests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6319036" y="5170417"/>
            <a:ext cx="1718015" cy="119576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8DD88D66-666E-2091-745D-DFF26FC22F3F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 bwMode="auto">
          <a:xfrm rot="5400000">
            <a:off x="2762465" y="3470607"/>
            <a:ext cx="351398" cy="128588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4520952" y="5157192"/>
            <a:ext cx="1565596" cy="122413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</p:txBody>
      </p: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9A93A52C-B789-868C-2423-D4604C31F63C}"/>
              </a:ext>
            </a:extLst>
          </p:cNvPr>
          <p:cNvCxnSpPr>
            <a:cxnSpLocks/>
            <a:stCxn id="12" idx="2"/>
            <a:endCxn id="71" idx="2"/>
          </p:cNvCxnSpPr>
          <p:nvPr/>
        </p:nvCxnSpPr>
        <p:spPr bwMode="auto">
          <a:xfrm rot="5400000">
            <a:off x="5265460" y="3455451"/>
            <a:ext cx="2964167" cy="2887586"/>
          </a:xfrm>
          <a:prstGeom prst="bentConnector3">
            <a:avLst>
              <a:gd name="adj1" fmla="val 10771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CCCB19F5-218A-A23F-FA17-6CD1C6512B4D}"/>
              </a:ext>
            </a:extLst>
          </p:cNvPr>
          <p:cNvCxnSpPr>
            <a:cxnSpLocks/>
            <a:stCxn id="4" idx="2"/>
            <a:endCxn id="71" idx="1"/>
          </p:cNvCxnSpPr>
          <p:nvPr/>
        </p:nvCxnSpPr>
        <p:spPr bwMode="auto">
          <a:xfrm rot="16200000" flipH="1">
            <a:off x="3135322" y="4383630"/>
            <a:ext cx="1831412" cy="939848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17221F67-B11B-3ADB-2B3A-42D1D53419F6}"/>
              </a:ext>
            </a:extLst>
          </p:cNvPr>
          <p:cNvSpPr txBox="1"/>
          <p:nvPr/>
        </p:nvSpPr>
        <p:spPr>
          <a:xfrm>
            <a:off x="37594" y="174539"/>
            <a:ext cx="892767" cy="2616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0"/>
            <a:r>
              <a:rPr lang="en-US" sz="1050"/>
              <a:t>x.msht.ir</a:t>
            </a:r>
            <a:endParaRPr lang="fa-IR" sz="1050"/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8403258" y="60147"/>
            <a:ext cx="959412" cy="68351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8874235" y="2285684"/>
            <a:ext cx="989122" cy="113147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UsrActive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1F427F5A-D31A-B8E4-4C19-748860B07473}"/>
              </a:ext>
            </a:extLst>
          </p:cNvPr>
          <p:cNvCxnSpPr>
            <a:cxnSpLocks/>
            <a:stCxn id="54" idx="0"/>
            <a:endCxn id="22" idx="3"/>
          </p:cNvCxnSpPr>
          <p:nvPr/>
        </p:nvCxnSpPr>
        <p:spPr bwMode="auto">
          <a:xfrm rot="16200000" flipV="1">
            <a:off x="8620477" y="1144100"/>
            <a:ext cx="1749551" cy="26516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2B6F1D23-E903-D4AF-4DF7-E4C999E50AB4}"/>
              </a:ext>
            </a:extLst>
          </p:cNvPr>
          <p:cNvCxnSpPr>
            <a:cxnSpLocks/>
            <a:stCxn id="23" idx="0"/>
            <a:endCxn id="11" idx="2"/>
          </p:cNvCxnSpPr>
          <p:nvPr/>
        </p:nvCxnSpPr>
        <p:spPr bwMode="auto">
          <a:xfrm rot="16200000" flipV="1">
            <a:off x="8882114" y="1799002"/>
            <a:ext cx="493659" cy="479706"/>
          </a:xfrm>
          <a:prstGeom prst="bentConnector3">
            <a:avLst>
              <a:gd name="adj1" fmla="val 6271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2F872925-F812-5F7F-7962-EA8A5893688B}"/>
              </a:ext>
            </a:extLst>
          </p:cNvPr>
          <p:cNvSpPr/>
          <p:nvPr/>
        </p:nvSpPr>
        <p:spPr>
          <a:xfrm>
            <a:off x="9483818" y="2151457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418E4A2B-81D9-DB87-C68F-365A406B346E}"/>
              </a:ext>
            </a:extLst>
          </p:cNvPr>
          <p:cNvSpPr/>
          <p:nvPr/>
        </p:nvSpPr>
        <p:spPr bwMode="auto">
          <a:xfrm>
            <a:off x="3824262" y="2686181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0BB2ADB5-F0B2-1FF9-BC93-0DDC57590F10}"/>
              </a:ext>
            </a:extLst>
          </p:cNvPr>
          <p:cNvSpPr/>
          <p:nvPr/>
        </p:nvSpPr>
        <p:spPr bwMode="auto">
          <a:xfrm>
            <a:off x="2576736" y="2686181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EC5DF399-2F96-0017-6446-683B0E704AE9}"/>
              </a:ext>
            </a:extLst>
          </p:cNvPr>
          <p:cNvSpPr/>
          <p:nvPr/>
        </p:nvSpPr>
        <p:spPr bwMode="auto">
          <a:xfrm>
            <a:off x="2555229" y="4221088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87756936-C772-4141-3759-CD6B24FD3287}"/>
              </a:ext>
            </a:extLst>
          </p:cNvPr>
          <p:cNvSpPr/>
          <p:nvPr/>
        </p:nvSpPr>
        <p:spPr bwMode="auto">
          <a:xfrm>
            <a:off x="1312522" y="4221088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6515FA25-B5DF-9DE9-B0C6-1FD69AFA9CE3}"/>
              </a:ext>
            </a:extLst>
          </p:cNvPr>
          <p:cNvSpPr/>
          <p:nvPr/>
        </p:nvSpPr>
        <p:spPr bwMode="auto">
          <a:xfrm>
            <a:off x="3808861" y="49139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60511258-28D4-B458-FCE3-5CCC6BCF5BC8}"/>
              </a:ext>
            </a:extLst>
          </p:cNvPr>
          <p:cNvSpPr/>
          <p:nvPr/>
        </p:nvSpPr>
        <p:spPr bwMode="auto">
          <a:xfrm>
            <a:off x="874661" y="49139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C7CE6D09-0D8B-FDDC-B56B-CF5D65E11E25}"/>
              </a:ext>
            </a:extLst>
          </p:cNvPr>
          <p:cNvSpPr/>
          <p:nvPr/>
        </p:nvSpPr>
        <p:spPr bwMode="auto">
          <a:xfrm>
            <a:off x="2521330" y="490471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7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41567156-0444-EB90-EAFA-97D7DC0C9D15}"/>
              </a:ext>
            </a:extLst>
          </p:cNvPr>
          <p:cNvSpPr/>
          <p:nvPr/>
        </p:nvSpPr>
        <p:spPr bwMode="auto">
          <a:xfrm>
            <a:off x="9011956" y="885608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9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F2AE3DBF-9B8D-4F2A-7AC7-6FEDEF90A41F}"/>
              </a:ext>
            </a:extLst>
          </p:cNvPr>
          <p:cNvSpPr/>
          <p:nvPr/>
        </p:nvSpPr>
        <p:spPr bwMode="auto">
          <a:xfrm>
            <a:off x="8357513" y="2160568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10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729ABB80-9187-9826-86D7-700ADFD1489F}"/>
              </a:ext>
            </a:extLst>
          </p:cNvPr>
          <p:cNvSpPr/>
          <p:nvPr/>
        </p:nvSpPr>
        <p:spPr bwMode="auto">
          <a:xfrm>
            <a:off x="6186610" y="490471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C3C8E1F9-5196-B96E-FC89-253C53708953}"/>
              </a:ext>
            </a:extLst>
          </p:cNvPr>
          <p:cNvSpPr/>
          <p:nvPr/>
        </p:nvSpPr>
        <p:spPr bwMode="auto">
          <a:xfrm>
            <a:off x="6191540" y="2169081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BEF47CA0-71D8-5C0F-49C4-112844EA3D2D}"/>
              </a:ext>
            </a:extLst>
          </p:cNvPr>
          <p:cNvSpPr/>
          <p:nvPr/>
        </p:nvSpPr>
        <p:spPr bwMode="auto">
          <a:xfrm>
            <a:off x="5838660" y="5133330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F9BCAC12-F31C-0497-BB0C-AC322D487CAA}"/>
              </a:ext>
            </a:extLst>
          </p:cNvPr>
          <p:cNvSpPr/>
          <p:nvPr/>
        </p:nvSpPr>
        <p:spPr bwMode="auto">
          <a:xfrm>
            <a:off x="7575158" y="4975359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A3019A00-EBEA-7785-B233-377748D48B18}"/>
              </a:ext>
            </a:extLst>
          </p:cNvPr>
          <p:cNvCxnSpPr>
            <a:cxnSpLocks/>
            <a:stCxn id="71" idx="3"/>
            <a:endCxn id="56" idx="1"/>
          </p:cNvCxnSpPr>
          <p:nvPr/>
        </p:nvCxnSpPr>
        <p:spPr bwMode="auto">
          <a:xfrm flipV="1">
            <a:off x="6086548" y="5768301"/>
            <a:ext cx="232488" cy="95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AE946DC9-7A59-6BE0-1CBA-FC8B91288750}"/>
              </a:ext>
            </a:extLst>
          </p:cNvPr>
          <p:cNvCxnSpPr>
            <a:cxnSpLocks/>
            <a:stCxn id="11" idx="2"/>
            <a:endCxn id="65" idx="0"/>
          </p:cNvCxnSpPr>
          <p:nvPr/>
        </p:nvCxnSpPr>
        <p:spPr bwMode="auto">
          <a:xfrm rot="5400000">
            <a:off x="8536873" y="1808350"/>
            <a:ext cx="368543" cy="335893"/>
          </a:xfrm>
          <a:prstGeom prst="bentConnector3">
            <a:avLst>
              <a:gd name="adj1" fmla="val 50000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8337376" y="4157059"/>
            <a:ext cx="1250132" cy="129670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MessageText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</a:t>
            </a:r>
            <a:r>
              <a:rPr lang="en-US" sz="10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15D163C5-26A7-39B7-59C4-699A178CB4E5}"/>
              </a:ext>
            </a:extLst>
          </p:cNvPr>
          <p:cNvSpPr/>
          <p:nvPr/>
        </p:nvSpPr>
        <p:spPr bwMode="auto">
          <a:xfrm>
            <a:off x="9175504" y="4005064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9319D0F3-A912-BF84-B602-F0E020620C11}"/>
              </a:ext>
            </a:extLst>
          </p:cNvPr>
          <p:cNvCxnSpPr>
            <a:cxnSpLocks/>
            <a:stCxn id="12" idx="2"/>
            <a:endCxn id="97" idx="0"/>
          </p:cNvCxnSpPr>
          <p:nvPr/>
        </p:nvCxnSpPr>
        <p:spPr bwMode="auto">
          <a:xfrm rot="16200000" flipH="1">
            <a:off x="8206940" y="3401557"/>
            <a:ext cx="739898" cy="771106"/>
          </a:xfrm>
          <a:prstGeom prst="bentConnector3">
            <a:avLst>
              <a:gd name="adj1" fmla="val 2213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9EE47BF5-345D-EF76-76F7-A8F4A6BBEBEE}"/>
              </a:ext>
            </a:extLst>
          </p:cNvPr>
          <p:cNvCxnSpPr>
            <a:cxnSpLocks/>
            <a:stCxn id="23" idx="2"/>
            <a:endCxn id="97" idx="0"/>
          </p:cNvCxnSpPr>
          <p:nvPr/>
        </p:nvCxnSpPr>
        <p:spPr bwMode="auto">
          <a:xfrm rot="5400000">
            <a:off x="8795669" y="3583932"/>
            <a:ext cx="739900" cy="406354"/>
          </a:xfrm>
          <a:prstGeom prst="bentConnector3">
            <a:avLst>
              <a:gd name="adj1" fmla="val 2334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44">
            <a:extLst>
              <a:ext uri="{FF2B5EF4-FFF2-40B4-BE49-F238E27FC236}">
                <a16:creationId xmlns:a16="http://schemas.microsoft.com/office/drawing/2014/main" id="{69906567-1748-EB94-8006-F3D0E914851F}"/>
              </a:ext>
            </a:extLst>
          </p:cNvPr>
          <p:cNvSpPr/>
          <p:nvPr/>
        </p:nvSpPr>
        <p:spPr bwMode="auto">
          <a:xfrm>
            <a:off x="3648806" y="1832695"/>
            <a:ext cx="1152128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Rectangle: Rounded Corners 44">
            <a:extLst>
              <a:ext uri="{FF2B5EF4-FFF2-40B4-BE49-F238E27FC236}">
                <a16:creationId xmlns:a16="http://schemas.microsoft.com/office/drawing/2014/main" id="{D3031B41-2B32-6AB7-2299-14E6EE009D30}"/>
              </a:ext>
            </a:extLst>
          </p:cNvPr>
          <p:cNvSpPr/>
          <p:nvPr/>
        </p:nvSpPr>
        <p:spPr bwMode="auto">
          <a:xfrm>
            <a:off x="3738654" y="2814337"/>
            <a:ext cx="846256" cy="251020"/>
          </a:xfrm>
          <a:prstGeom prst="roundRect">
            <a:avLst>
              <a:gd name="adj" fmla="val 9941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Rectangle: Rounded Corners 44">
            <a:extLst>
              <a:ext uri="{FF2B5EF4-FFF2-40B4-BE49-F238E27FC236}">
                <a16:creationId xmlns:a16="http://schemas.microsoft.com/office/drawing/2014/main" id="{2504F84C-D7B1-DDB8-2F2F-1EA4D0AE6DEB}"/>
              </a:ext>
            </a:extLst>
          </p:cNvPr>
          <p:cNvSpPr/>
          <p:nvPr/>
        </p:nvSpPr>
        <p:spPr bwMode="auto">
          <a:xfrm>
            <a:off x="3648806" y="3803943"/>
            <a:ext cx="1152128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Rectangle: Rounded Corners 44">
            <a:extLst>
              <a:ext uri="{FF2B5EF4-FFF2-40B4-BE49-F238E27FC236}">
                <a16:creationId xmlns:a16="http://schemas.microsoft.com/office/drawing/2014/main" id="{E0D4AAD0-4FCC-DCAC-2CFE-47086B3960EC}"/>
              </a:ext>
            </a:extLst>
          </p:cNvPr>
          <p:cNvSpPr/>
          <p:nvPr/>
        </p:nvSpPr>
        <p:spPr bwMode="auto">
          <a:xfrm>
            <a:off x="3094475" y="4187842"/>
            <a:ext cx="846257" cy="2510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Rectangle: Rounded Corners 44">
            <a:extLst>
              <a:ext uri="{FF2B5EF4-FFF2-40B4-BE49-F238E27FC236}">
                <a16:creationId xmlns:a16="http://schemas.microsoft.com/office/drawing/2014/main" id="{38CC5854-1C9F-9FFB-C272-BFA80B7E88CE}"/>
              </a:ext>
            </a:extLst>
          </p:cNvPr>
          <p:cNvSpPr/>
          <p:nvPr/>
        </p:nvSpPr>
        <p:spPr bwMode="auto">
          <a:xfrm>
            <a:off x="5088398" y="1922713"/>
            <a:ext cx="1152128" cy="24973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44">
            <a:extLst>
              <a:ext uri="{FF2B5EF4-FFF2-40B4-BE49-F238E27FC236}">
                <a16:creationId xmlns:a16="http://schemas.microsoft.com/office/drawing/2014/main" id="{D426AC9F-86C4-1D75-2424-EEE2B887EA5F}"/>
              </a:ext>
            </a:extLst>
          </p:cNvPr>
          <p:cNvSpPr/>
          <p:nvPr/>
        </p:nvSpPr>
        <p:spPr bwMode="auto">
          <a:xfrm>
            <a:off x="5737038" y="772296"/>
            <a:ext cx="1080120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Rectangle: Rounded Corners 44">
            <a:extLst>
              <a:ext uri="{FF2B5EF4-FFF2-40B4-BE49-F238E27FC236}">
                <a16:creationId xmlns:a16="http://schemas.microsoft.com/office/drawing/2014/main" id="{0FBE8528-8F9D-985F-1619-ED3C166E36F2}"/>
              </a:ext>
            </a:extLst>
          </p:cNvPr>
          <p:cNvSpPr/>
          <p:nvPr/>
        </p:nvSpPr>
        <p:spPr bwMode="auto">
          <a:xfrm>
            <a:off x="6085300" y="1239690"/>
            <a:ext cx="1080120" cy="23785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83EC89F0-FB6B-26C4-BAE9-6F1903A7C4EC}"/>
              </a:ext>
            </a:extLst>
          </p:cNvPr>
          <p:cNvSpPr/>
          <p:nvPr/>
        </p:nvSpPr>
        <p:spPr bwMode="auto">
          <a:xfrm>
            <a:off x="5737038" y="3039132"/>
            <a:ext cx="1080120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Rectangle: Rounded Corners 44">
            <a:extLst>
              <a:ext uri="{FF2B5EF4-FFF2-40B4-BE49-F238E27FC236}">
                <a16:creationId xmlns:a16="http://schemas.microsoft.com/office/drawing/2014/main" id="{E4DC8906-044A-3598-BB48-FEB146D5C8DF}"/>
              </a:ext>
            </a:extLst>
          </p:cNvPr>
          <p:cNvSpPr/>
          <p:nvPr/>
        </p:nvSpPr>
        <p:spPr bwMode="auto">
          <a:xfrm>
            <a:off x="6586705" y="3390208"/>
            <a:ext cx="1800201" cy="23785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Rectangle: Rounded Corners 44">
            <a:extLst>
              <a:ext uri="{FF2B5EF4-FFF2-40B4-BE49-F238E27FC236}">
                <a16:creationId xmlns:a16="http://schemas.microsoft.com/office/drawing/2014/main" id="{18CC620E-7B58-01B7-312E-4F4C46088563}"/>
              </a:ext>
            </a:extLst>
          </p:cNvPr>
          <p:cNvSpPr/>
          <p:nvPr/>
        </p:nvSpPr>
        <p:spPr bwMode="auto">
          <a:xfrm>
            <a:off x="7033183" y="1832695"/>
            <a:ext cx="1152128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Rectangle: Rounded Corners 44">
            <a:extLst>
              <a:ext uri="{FF2B5EF4-FFF2-40B4-BE49-F238E27FC236}">
                <a16:creationId xmlns:a16="http://schemas.microsoft.com/office/drawing/2014/main" id="{962DA797-003B-D107-57F2-ADEB04BDCB4F}"/>
              </a:ext>
            </a:extLst>
          </p:cNvPr>
          <p:cNvSpPr/>
          <p:nvPr/>
        </p:nvSpPr>
        <p:spPr bwMode="auto">
          <a:xfrm>
            <a:off x="8257318" y="1832695"/>
            <a:ext cx="1584176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Rectangle: Rounded Corners 44">
            <a:extLst>
              <a:ext uri="{FF2B5EF4-FFF2-40B4-BE49-F238E27FC236}">
                <a16:creationId xmlns:a16="http://schemas.microsoft.com/office/drawing/2014/main" id="{9E32A226-C218-8310-2A70-265895BD5674}"/>
              </a:ext>
            </a:extLst>
          </p:cNvPr>
          <p:cNvSpPr/>
          <p:nvPr/>
        </p:nvSpPr>
        <p:spPr bwMode="auto">
          <a:xfrm>
            <a:off x="4692922" y="5539446"/>
            <a:ext cx="1584176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Rectangle: Rounded Corners 44">
            <a:extLst>
              <a:ext uri="{FF2B5EF4-FFF2-40B4-BE49-F238E27FC236}">
                <a16:creationId xmlns:a16="http://schemas.microsoft.com/office/drawing/2014/main" id="{BCF2EE6E-51C3-3B13-89A3-E1DF170923A4}"/>
              </a:ext>
            </a:extLst>
          </p:cNvPr>
          <p:cNvSpPr/>
          <p:nvPr/>
        </p:nvSpPr>
        <p:spPr bwMode="auto">
          <a:xfrm>
            <a:off x="277887" y="2723823"/>
            <a:ext cx="1440160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Rectangle: Rounded Corners 44">
            <a:extLst>
              <a:ext uri="{FF2B5EF4-FFF2-40B4-BE49-F238E27FC236}">
                <a16:creationId xmlns:a16="http://schemas.microsoft.com/office/drawing/2014/main" id="{4F5CD034-3F22-CDE2-EB0D-7EE7BB2FADE9}"/>
              </a:ext>
            </a:extLst>
          </p:cNvPr>
          <p:cNvSpPr/>
          <p:nvPr/>
        </p:nvSpPr>
        <p:spPr bwMode="auto">
          <a:xfrm>
            <a:off x="358943" y="1844824"/>
            <a:ext cx="1713737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514EF010-6938-3C0E-341D-9EE998AD6FD7}"/>
              </a:ext>
            </a:extLst>
          </p:cNvPr>
          <p:cNvSpPr/>
          <p:nvPr/>
        </p:nvSpPr>
        <p:spPr>
          <a:xfrm rot="21025772">
            <a:off x="3425954" y="1078811"/>
            <a:ext cx="2393208" cy="664233"/>
          </a:xfrm>
          <a:custGeom>
            <a:avLst/>
            <a:gdLst>
              <a:gd name="connsiteX0" fmla="*/ 0 w 1470211"/>
              <a:gd name="connsiteY0" fmla="*/ 946406 h 946406"/>
              <a:gd name="connsiteX1" fmla="*/ 618564 w 1470211"/>
              <a:gd name="connsiteY1" fmla="*/ 85794 h 946406"/>
              <a:gd name="connsiteX2" fmla="*/ 1470211 w 1470211"/>
              <a:gd name="connsiteY2" fmla="*/ 76829 h 946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70211" h="946406">
                <a:moveTo>
                  <a:pt x="0" y="946406"/>
                </a:moveTo>
                <a:cubicBezTo>
                  <a:pt x="186764" y="588564"/>
                  <a:pt x="373529" y="230723"/>
                  <a:pt x="618564" y="85794"/>
                </a:cubicBezTo>
                <a:cubicBezTo>
                  <a:pt x="863599" y="-59136"/>
                  <a:pt x="1166905" y="8846"/>
                  <a:pt x="1470211" y="76829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253D40F2-248D-C49B-596D-4E0C4AE172E3}"/>
              </a:ext>
            </a:extLst>
          </p:cNvPr>
          <p:cNvSpPr/>
          <p:nvPr/>
        </p:nvSpPr>
        <p:spPr>
          <a:xfrm>
            <a:off x="4601949" y="2259691"/>
            <a:ext cx="1145341" cy="968188"/>
          </a:xfrm>
          <a:custGeom>
            <a:avLst/>
            <a:gdLst>
              <a:gd name="connsiteX0" fmla="*/ 0 w 1506070"/>
              <a:gd name="connsiteY0" fmla="*/ 0 h 968188"/>
              <a:gd name="connsiteX1" fmla="*/ 788894 w 1506070"/>
              <a:gd name="connsiteY1" fmla="*/ 681318 h 968188"/>
              <a:gd name="connsiteX2" fmla="*/ 1506070 w 1506070"/>
              <a:gd name="connsiteY2" fmla="*/ 968188 h 968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6070" h="968188">
                <a:moveTo>
                  <a:pt x="0" y="0"/>
                </a:moveTo>
                <a:cubicBezTo>
                  <a:pt x="268941" y="259976"/>
                  <a:pt x="537882" y="519953"/>
                  <a:pt x="788894" y="681318"/>
                </a:cubicBezTo>
                <a:cubicBezTo>
                  <a:pt x="1039906" y="842683"/>
                  <a:pt x="1272988" y="905435"/>
                  <a:pt x="1506070" y="96818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C7E3C7A9-90D4-DC90-8651-67223AFDE4C3}"/>
              </a:ext>
            </a:extLst>
          </p:cNvPr>
          <p:cNvSpPr/>
          <p:nvPr/>
        </p:nvSpPr>
        <p:spPr>
          <a:xfrm rot="11084869">
            <a:off x="2991932" y="4527572"/>
            <a:ext cx="1766590" cy="1098009"/>
          </a:xfrm>
          <a:custGeom>
            <a:avLst/>
            <a:gdLst>
              <a:gd name="connsiteX0" fmla="*/ 0 w 1264023"/>
              <a:gd name="connsiteY0" fmla="*/ 0 h 1075764"/>
              <a:gd name="connsiteX1" fmla="*/ 941294 w 1264023"/>
              <a:gd name="connsiteY1" fmla="*/ 502023 h 1075764"/>
              <a:gd name="connsiteX2" fmla="*/ 1264023 w 1264023"/>
              <a:gd name="connsiteY2" fmla="*/ 1075764 h 10757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64023" h="1075764">
                <a:moveTo>
                  <a:pt x="0" y="0"/>
                </a:moveTo>
                <a:cubicBezTo>
                  <a:pt x="365312" y="161364"/>
                  <a:pt x="730624" y="322729"/>
                  <a:pt x="941294" y="502023"/>
                </a:cubicBezTo>
                <a:cubicBezTo>
                  <a:pt x="1151964" y="681317"/>
                  <a:pt x="1207993" y="878540"/>
                  <a:pt x="1264023" y="1075764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79C87FAB-49CC-4EE8-8467-65D95E3714B5}"/>
              </a:ext>
            </a:extLst>
          </p:cNvPr>
          <p:cNvSpPr/>
          <p:nvPr/>
        </p:nvSpPr>
        <p:spPr>
          <a:xfrm>
            <a:off x="1557114" y="3155871"/>
            <a:ext cx="1416055" cy="1726979"/>
          </a:xfrm>
          <a:custGeom>
            <a:avLst/>
            <a:gdLst>
              <a:gd name="connsiteX0" fmla="*/ 2976282 w 2976282"/>
              <a:gd name="connsiteY0" fmla="*/ 1281953 h 1757252"/>
              <a:gd name="connsiteX1" fmla="*/ 2115670 w 2976282"/>
              <a:gd name="connsiteY1" fmla="*/ 1757083 h 1757252"/>
              <a:gd name="connsiteX2" fmla="*/ 770965 w 2976282"/>
              <a:gd name="connsiteY2" fmla="*/ 1317812 h 1757252"/>
              <a:gd name="connsiteX3" fmla="*/ 0 w 2976282"/>
              <a:gd name="connsiteY3" fmla="*/ 0 h 1757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76282" h="1757252">
                <a:moveTo>
                  <a:pt x="2976282" y="1281953"/>
                </a:moveTo>
                <a:cubicBezTo>
                  <a:pt x="2729752" y="1516530"/>
                  <a:pt x="2483223" y="1751107"/>
                  <a:pt x="2115670" y="1757083"/>
                </a:cubicBezTo>
                <a:cubicBezTo>
                  <a:pt x="1748117" y="1763059"/>
                  <a:pt x="1123577" y="1610659"/>
                  <a:pt x="770965" y="1317812"/>
                </a:cubicBezTo>
                <a:cubicBezTo>
                  <a:pt x="418353" y="1024965"/>
                  <a:pt x="209176" y="512482"/>
                  <a:pt x="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0D331A2-D0CF-213F-4491-652B37D1055D}"/>
              </a:ext>
            </a:extLst>
          </p:cNvPr>
          <p:cNvSpPr/>
          <p:nvPr/>
        </p:nvSpPr>
        <p:spPr>
          <a:xfrm rot="10542234">
            <a:off x="6427128" y="622362"/>
            <a:ext cx="1209163" cy="1245742"/>
          </a:xfrm>
          <a:custGeom>
            <a:avLst/>
            <a:gdLst>
              <a:gd name="connsiteX0" fmla="*/ 0 w 654423"/>
              <a:gd name="connsiteY0" fmla="*/ 0 h 862171"/>
              <a:gd name="connsiteX1" fmla="*/ 206188 w 654423"/>
              <a:gd name="connsiteY1" fmla="*/ 726141 h 862171"/>
              <a:gd name="connsiteX2" fmla="*/ 654423 w 654423"/>
              <a:gd name="connsiteY2" fmla="*/ 860611 h 862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4423" h="862171">
                <a:moveTo>
                  <a:pt x="0" y="0"/>
                </a:moveTo>
                <a:cubicBezTo>
                  <a:pt x="48559" y="291353"/>
                  <a:pt x="97118" y="582706"/>
                  <a:pt x="206188" y="726141"/>
                </a:cubicBezTo>
                <a:cubicBezTo>
                  <a:pt x="315259" y="869576"/>
                  <a:pt x="484841" y="865093"/>
                  <a:pt x="654423" y="860611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1" name="Freeform: Shape 80">
            <a:extLst>
              <a:ext uri="{FF2B5EF4-FFF2-40B4-BE49-F238E27FC236}">
                <a16:creationId xmlns:a16="http://schemas.microsoft.com/office/drawing/2014/main" id="{6DF96DEE-DFCA-3749-6990-805281444A84}"/>
              </a:ext>
            </a:extLst>
          </p:cNvPr>
          <p:cNvSpPr/>
          <p:nvPr/>
        </p:nvSpPr>
        <p:spPr>
          <a:xfrm>
            <a:off x="6383241" y="2060848"/>
            <a:ext cx="650618" cy="976261"/>
          </a:xfrm>
          <a:custGeom>
            <a:avLst/>
            <a:gdLst>
              <a:gd name="connsiteX0" fmla="*/ 0 w 788895"/>
              <a:gd name="connsiteY0" fmla="*/ 896471 h 896471"/>
              <a:gd name="connsiteX1" fmla="*/ 224118 w 788895"/>
              <a:gd name="connsiteY1" fmla="*/ 188259 h 896471"/>
              <a:gd name="connsiteX2" fmla="*/ 788895 w 788895"/>
              <a:gd name="connsiteY2" fmla="*/ 0 h 8964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8895" h="896471">
                <a:moveTo>
                  <a:pt x="0" y="896471"/>
                </a:moveTo>
                <a:cubicBezTo>
                  <a:pt x="46318" y="617071"/>
                  <a:pt x="92636" y="337671"/>
                  <a:pt x="224118" y="188259"/>
                </a:cubicBezTo>
                <a:cubicBezTo>
                  <a:pt x="355600" y="38847"/>
                  <a:pt x="572247" y="19423"/>
                  <a:pt x="788895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E6EC950A-D2FD-4B81-2960-0CD32E90850D}"/>
              </a:ext>
            </a:extLst>
          </p:cNvPr>
          <p:cNvSpPr/>
          <p:nvPr/>
        </p:nvSpPr>
        <p:spPr>
          <a:xfrm rot="305268">
            <a:off x="6637949" y="2183695"/>
            <a:ext cx="2608960" cy="3655377"/>
          </a:xfrm>
          <a:custGeom>
            <a:avLst/>
            <a:gdLst>
              <a:gd name="connsiteX0" fmla="*/ 0 w 2983607"/>
              <a:gd name="connsiteY0" fmla="*/ 3478305 h 3478305"/>
              <a:gd name="connsiteX1" fmla="*/ 2626659 w 2983607"/>
              <a:gd name="connsiteY1" fmla="*/ 2662517 h 3478305"/>
              <a:gd name="connsiteX2" fmla="*/ 2958353 w 2983607"/>
              <a:gd name="connsiteY2" fmla="*/ 968188 h 3478305"/>
              <a:gd name="connsiteX3" fmla="*/ 2626659 w 2983607"/>
              <a:gd name="connsiteY3" fmla="*/ 0 h 34783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83607" h="3478305">
                <a:moveTo>
                  <a:pt x="0" y="3478305"/>
                </a:moveTo>
                <a:cubicBezTo>
                  <a:pt x="1066800" y="3279587"/>
                  <a:pt x="2133600" y="3080870"/>
                  <a:pt x="2626659" y="2662517"/>
                </a:cubicBezTo>
                <a:cubicBezTo>
                  <a:pt x="3119718" y="2244164"/>
                  <a:pt x="2958353" y="1411941"/>
                  <a:pt x="2958353" y="968188"/>
                </a:cubicBezTo>
                <a:cubicBezTo>
                  <a:pt x="2958353" y="524435"/>
                  <a:pt x="2792506" y="262217"/>
                  <a:pt x="2626659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3" name="Freeform: Shape 82">
            <a:extLst>
              <a:ext uri="{FF2B5EF4-FFF2-40B4-BE49-F238E27FC236}">
                <a16:creationId xmlns:a16="http://schemas.microsoft.com/office/drawing/2014/main" id="{4882DD05-9430-2BA5-23ED-80FF95F13443}"/>
              </a:ext>
            </a:extLst>
          </p:cNvPr>
          <p:cNvSpPr/>
          <p:nvPr/>
        </p:nvSpPr>
        <p:spPr>
          <a:xfrm rot="772612">
            <a:off x="8189862" y="1558132"/>
            <a:ext cx="675699" cy="201809"/>
          </a:xfrm>
          <a:custGeom>
            <a:avLst/>
            <a:gdLst>
              <a:gd name="connsiteX0" fmla="*/ 0 w 1039906"/>
              <a:gd name="connsiteY0" fmla="*/ 340697 h 358627"/>
              <a:gd name="connsiteX1" fmla="*/ 519953 w 1039906"/>
              <a:gd name="connsiteY1" fmla="*/ 38 h 358627"/>
              <a:gd name="connsiteX2" fmla="*/ 1039906 w 1039906"/>
              <a:gd name="connsiteY2" fmla="*/ 358627 h 358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39906" h="358627">
                <a:moveTo>
                  <a:pt x="0" y="340697"/>
                </a:moveTo>
                <a:cubicBezTo>
                  <a:pt x="173317" y="168873"/>
                  <a:pt x="346635" y="-2950"/>
                  <a:pt x="519953" y="38"/>
                </a:cubicBezTo>
                <a:cubicBezTo>
                  <a:pt x="693271" y="3026"/>
                  <a:pt x="866588" y="180826"/>
                  <a:pt x="1039906" y="358627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C8FD1387-B4E9-3F30-94DF-2D6012FDF22D}"/>
              </a:ext>
            </a:extLst>
          </p:cNvPr>
          <p:cNvSpPr/>
          <p:nvPr/>
        </p:nvSpPr>
        <p:spPr>
          <a:xfrm rot="180035">
            <a:off x="1604364" y="133944"/>
            <a:ext cx="4571715" cy="1833860"/>
          </a:xfrm>
          <a:custGeom>
            <a:avLst/>
            <a:gdLst>
              <a:gd name="connsiteX0" fmla="*/ 5038165 w 5038165"/>
              <a:gd name="connsiteY0" fmla="*/ 548850 h 1821838"/>
              <a:gd name="connsiteX1" fmla="*/ 4159624 w 5038165"/>
              <a:gd name="connsiteY1" fmla="*/ 64756 h 1821838"/>
              <a:gd name="connsiteX2" fmla="*/ 1524000 w 5038165"/>
              <a:gd name="connsiteY2" fmla="*/ 199226 h 1821838"/>
              <a:gd name="connsiteX3" fmla="*/ 0 w 5038165"/>
              <a:gd name="connsiteY3" fmla="*/ 1821838 h 1821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38165" h="1821838">
                <a:moveTo>
                  <a:pt x="5038165" y="548850"/>
                </a:moveTo>
                <a:cubicBezTo>
                  <a:pt x="4891741" y="335938"/>
                  <a:pt x="4745318" y="123027"/>
                  <a:pt x="4159624" y="64756"/>
                </a:cubicBezTo>
                <a:cubicBezTo>
                  <a:pt x="3573930" y="6485"/>
                  <a:pt x="2217271" y="-93621"/>
                  <a:pt x="1524000" y="199226"/>
                </a:cubicBezTo>
                <a:cubicBezTo>
                  <a:pt x="830729" y="492073"/>
                  <a:pt x="415364" y="1156955"/>
                  <a:pt x="0" y="182183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202F33A5-5051-3C5A-BD19-F10D186B9A5E}"/>
              </a:ext>
            </a:extLst>
          </p:cNvPr>
          <p:cNvSpPr/>
          <p:nvPr/>
        </p:nvSpPr>
        <p:spPr>
          <a:xfrm rot="21068835">
            <a:off x="4991828" y="3403713"/>
            <a:ext cx="812111" cy="2080626"/>
          </a:xfrm>
          <a:custGeom>
            <a:avLst/>
            <a:gdLst>
              <a:gd name="connsiteX0" fmla="*/ 819057 w 819057"/>
              <a:gd name="connsiteY0" fmla="*/ 0 h 2070847"/>
              <a:gd name="connsiteX1" fmla="*/ 101880 w 819057"/>
              <a:gd name="connsiteY1" fmla="*/ 977153 h 2070847"/>
              <a:gd name="connsiteX2" fmla="*/ 21198 w 819057"/>
              <a:gd name="connsiteY2" fmla="*/ 2070847 h 2070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19057" h="2070847">
                <a:moveTo>
                  <a:pt x="819057" y="0"/>
                </a:moveTo>
                <a:cubicBezTo>
                  <a:pt x="526956" y="316006"/>
                  <a:pt x="234856" y="632012"/>
                  <a:pt x="101880" y="977153"/>
                </a:cubicBezTo>
                <a:cubicBezTo>
                  <a:pt x="-31096" y="1322294"/>
                  <a:pt x="-4949" y="1696570"/>
                  <a:pt x="21198" y="2070847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29DAE4-DB41-AE5D-2417-8AC4E763DAA2}"/>
              </a:ext>
            </a:extLst>
          </p:cNvPr>
          <p:cNvSpPr/>
          <p:nvPr/>
        </p:nvSpPr>
        <p:spPr bwMode="auto">
          <a:xfrm>
            <a:off x="3540702" y="280111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C6E5A19-E85E-77F7-057B-7B3341F86A4F}"/>
              </a:ext>
            </a:extLst>
          </p:cNvPr>
          <p:cNvSpPr/>
          <p:nvPr/>
        </p:nvSpPr>
        <p:spPr bwMode="auto">
          <a:xfrm>
            <a:off x="3448847" y="168446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E823AB6-0A51-32D0-C7BA-2E155E6C4A95}"/>
              </a:ext>
            </a:extLst>
          </p:cNvPr>
          <p:cNvSpPr/>
          <p:nvPr/>
        </p:nvSpPr>
        <p:spPr bwMode="auto">
          <a:xfrm>
            <a:off x="4839956" y="1921661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0506A92-C627-2D82-BCD4-0E2E9C9E2A93}"/>
              </a:ext>
            </a:extLst>
          </p:cNvPr>
          <p:cNvSpPr/>
          <p:nvPr/>
        </p:nvSpPr>
        <p:spPr bwMode="auto">
          <a:xfrm>
            <a:off x="6099606" y="620688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6141F14-86F4-09B7-F9BC-DD3DFB3C5568}"/>
              </a:ext>
            </a:extLst>
          </p:cNvPr>
          <p:cNvSpPr/>
          <p:nvPr/>
        </p:nvSpPr>
        <p:spPr bwMode="auto">
          <a:xfrm>
            <a:off x="5866748" y="123143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04AC010-6D83-33EC-62E6-3D3628888634}"/>
              </a:ext>
            </a:extLst>
          </p:cNvPr>
          <p:cNvSpPr/>
          <p:nvPr/>
        </p:nvSpPr>
        <p:spPr bwMode="auto">
          <a:xfrm>
            <a:off x="5570736" y="312440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6218F53-4E7E-7846-3A64-AEA25DC1DA78}"/>
              </a:ext>
            </a:extLst>
          </p:cNvPr>
          <p:cNvSpPr/>
          <p:nvPr/>
        </p:nvSpPr>
        <p:spPr bwMode="auto">
          <a:xfrm>
            <a:off x="7897279" y="1611316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71CBD1C-529C-95A9-CD00-77CFBEDE60FB}"/>
              </a:ext>
            </a:extLst>
          </p:cNvPr>
          <p:cNvSpPr/>
          <p:nvPr/>
        </p:nvSpPr>
        <p:spPr bwMode="auto">
          <a:xfrm>
            <a:off x="6362953" y="337819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7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B31348A-FBF9-A1ED-AC2F-6CA801913EB2}"/>
              </a:ext>
            </a:extLst>
          </p:cNvPr>
          <p:cNvSpPr/>
          <p:nvPr/>
        </p:nvSpPr>
        <p:spPr bwMode="auto">
          <a:xfrm>
            <a:off x="4446346" y="3628063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9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91D76E8-7214-17C6-F9ED-7155246EDE04}"/>
              </a:ext>
            </a:extLst>
          </p:cNvPr>
          <p:cNvSpPr/>
          <p:nvPr/>
        </p:nvSpPr>
        <p:spPr bwMode="auto">
          <a:xfrm>
            <a:off x="2748018" y="4190623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10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A4A9FD8-959B-38C0-1D77-3997B806CA72}"/>
              </a:ext>
            </a:extLst>
          </p:cNvPr>
          <p:cNvSpPr/>
          <p:nvPr/>
        </p:nvSpPr>
        <p:spPr bwMode="auto">
          <a:xfrm>
            <a:off x="6164621" y="5625826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635EA43-F3DB-E2F8-479F-52C5BE0D6683}"/>
              </a:ext>
            </a:extLst>
          </p:cNvPr>
          <p:cNvSpPr/>
          <p:nvPr/>
        </p:nvSpPr>
        <p:spPr bwMode="auto">
          <a:xfrm>
            <a:off x="9261495" y="1658460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4EF6A6F-25B6-33A8-027B-D62A4D82E484}"/>
              </a:ext>
            </a:extLst>
          </p:cNvPr>
          <p:cNvSpPr/>
          <p:nvPr/>
        </p:nvSpPr>
        <p:spPr bwMode="auto">
          <a:xfrm>
            <a:off x="195089" y="2566239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D7D786-C6AB-16AF-9442-77A87021CC54}"/>
              </a:ext>
            </a:extLst>
          </p:cNvPr>
          <p:cNvSpPr/>
          <p:nvPr/>
        </p:nvSpPr>
        <p:spPr bwMode="auto">
          <a:xfrm>
            <a:off x="283194" y="1676691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A4F46B05-C1D6-F158-8E80-E93D71D2B353}"/>
              </a:ext>
            </a:extLst>
          </p:cNvPr>
          <p:cNvSpPr/>
          <p:nvPr/>
        </p:nvSpPr>
        <p:spPr>
          <a:xfrm rot="11382122" flipH="1">
            <a:off x="120555" y="2216722"/>
            <a:ext cx="195818" cy="540288"/>
          </a:xfrm>
          <a:custGeom>
            <a:avLst/>
            <a:gdLst>
              <a:gd name="connsiteX0" fmla="*/ 260087 w 286981"/>
              <a:gd name="connsiteY0" fmla="*/ 0 h 806823"/>
              <a:gd name="connsiteX1" fmla="*/ 110 w 286981"/>
              <a:gd name="connsiteY1" fmla="*/ 358588 h 806823"/>
              <a:gd name="connsiteX2" fmla="*/ 286981 w 286981"/>
              <a:gd name="connsiteY2" fmla="*/ 806823 h 8068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6981" h="806823">
                <a:moveTo>
                  <a:pt x="260087" y="0"/>
                </a:moveTo>
                <a:cubicBezTo>
                  <a:pt x="127857" y="112059"/>
                  <a:pt x="-4372" y="224118"/>
                  <a:pt x="110" y="358588"/>
                </a:cubicBezTo>
                <a:cubicBezTo>
                  <a:pt x="4592" y="493058"/>
                  <a:pt x="145786" y="649940"/>
                  <a:pt x="286981" y="806823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3DD5523E-B334-F32F-3F68-3790949AB52A}"/>
              </a:ext>
            </a:extLst>
          </p:cNvPr>
          <p:cNvSpPr/>
          <p:nvPr/>
        </p:nvSpPr>
        <p:spPr>
          <a:xfrm rot="688199" flipH="1">
            <a:off x="1858466" y="1711958"/>
            <a:ext cx="1485280" cy="1320157"/>
          </a:xfrm>
          <a:custGeom>
            <a:avLst/>
            <a:gdLst>
              <a:gd name="connsiteX0" fmla="*/ 0 w 654423"/>
              <a:gd name="connsiteY0" fmla="*/ 0 h 862171"/>
              <a:gd name="connsiteX1" fmla="*/ 206188 w 654423"/>
              <a:gd name="connsiteY1" fmla="*/ 726141 h 862171"/>
              <a:gd name="connsiteX2" fmla="*/ 654423 w 654423"/>
              <a:gd name="connsiteY2" fmla="*/ 860611 h 862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4423" h="862171">
                <a:moveTo>
                  <a:pt x="0" y="0"/>
                </a:moveTo>
                <a:cubicBezTo>
                  <a:pt x="48559" y="291353"/>
                  <a:pt x="97118" y="582706"/>
                  <a:pt x="206188" y="726141"/>
                </a:cubicBezTo>
                <a:cubicBezTo>
                  <a:pt x="315259" y="869576"/>
                  <a:pt x="484841" y="865093"/>
                  <a:pt x="654423" y="860611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E988DA9B-B721-6C1E-CD14-B3ABEDC9F985}"/>
              </a:ext>
            </a:extLst>
          </p:cNvPr>
          <p:cNvSpPr/>
          <p:nvPr/>
        </p:nvSpPr>
        <p:spPr>
          <a:xfrm rot="4000625">
            <a:off x="3669778" y="2303908"/>
            <a:ext cx="410032" cy="507598"/>
          </a:xfrm>
          <a:custGeom>
            <a:avLst/>
            <a:gdLst>
              <a:gd name="connsiteX0" fmla="*/ 0 w 1506070"/>
              <a:gd name="connsiteY0" fmla="*/ 0 h 968188"/>
              <a:gd name="connsiteX1" fmla="*/ 788894 w 1506070"/>
              <a:gd name="connsiteY1" fmla="*/ 681318 h 968188"/>
              <a:gd name="connsiteX2" fmla="*/ 1506070 w 1506070"/>
              <a:gd name="connsiteY2" fmla="*/ 968188 h 968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6070" h="968188">
                <a:moveTo>
                  <a:pt x="0" y="0"/>
                </a:moveTo>
                <a:cubicBezTo>
                  <a:pt x="268941" y="259976"/>
                  <a:pt x="537882" y="519953"/>
                  <a:pt x="788894" y="681318"/>
                </a:cubicBezTo>
                <a:cubicBezTo>
                  <a:pt x="1039906" y="842683"/>
                  <a:pt x="1272988" y="905435"/>
                  <a:pt x="1506070" y="96818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89CABFBC-96D5-F197-4F1B-A3122FDC0E82}"/>
              </a:ext>
            </a:extLst>
          </p:cNvPr>
          <p:cNvSpPr/>
          <p:nvPr/>
        </p:nvSpPr>
        <p:spPr>
          <a:xfrm rot="365972">
            <a:off x="3649041" y="3090759"/>
            <a:ext cx="397662" cy="694021"/>
          </a:xfrm>
          <a:custGeom>
            <a:avLst/>
            <a:gdLst>
              <a:gd name="connsiteX0" fmla="*/ 0 w 1506070"/>
              <a:gd name="connsiteY0" fmla="*/ 0 h 968188"/>
              <a:gd name="connsiteX1" fmla="*/ 788894 w 1506070"/>
              <a:gd name="connsiteY1" fmla="*/ 681318 h 968188"/>
              <a:gd name="connsiteX2" fmla="*/ 1506070 w 1506070"/>
              <a:gd name="connsiteY2" fmla="*/ 968188 h 968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6070" h="968188">
                <a:moveTo>
                  <a:pt x="0" y="0"/>
                </a:moveTo>
                <a:cubicBezTo>
                  <a:pt x="268941" y="259976"/>
                  <a:pt x="537882" y="519953"/>
                  <a:pt x="788894" y="681318"/>
                </a:cubicBezTo>
                <a:cubicBezTo>
                  <a:pt x="1039906" y="842683"/>
                  <a:pt x="1272988" y="905435"/>
                  <a:pt x="1506070" y="96818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0045898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17AEF-BC8E-3625-6141-27374DF2F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3FE9CA17-1F39-209F-FB1A-A4AFC054FB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080" y="2381604"/>
            <a:ext cx="720000" cy="10473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2006006-380F-8208-6E79-6E80A79AEE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097" y="933661"/>
            <a:ext cx="720000" cy="11446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D8D6585-812E-252F-8843-63057F5CF5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2880" y="971465"/>
            <a:ext cx="720000" cy="10690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43C1CD3-BDF3-2872-F4A7-5710A409FB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2675" y="1041167"/>
            <a:ext cx="720000" cy="9296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1D7C107-8D49-61DE-4AFE-CCDBF1226E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8481392" y="44624"/>
            <a:ext cx="1368152" cy="309464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27A35423-E2C2-BE78-0394-92A81262EEFC}"/>
              </a:ext>
            </a:extLst>
          </p:cNvPr>
          <p:cNvSpPr txBox="1"/>
          <p:nvPr/>
        </p:nvSpPr>
        <p:spPr>
          <a:xfrm>
            <a:off x="2301666" y="1513931"/>
            <a:ext cx="142668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a-IR" sz="1050"/>
              <a:t>start an exam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continue an exam</a:t>
            </a:r>
            <a:endParaRPr lang="fa-IR" sz="105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2F32F1A-3EBC-2B8D-BDC2-AC77588A95F5}"/>
              </a:ext>
            </a:extLst>
          </p:cNvPr>
          <p:cNvCxnSpPr>
            <a:cxnSpLocks/>
            <a:stCxn id="15" idx="2"/>
            <a:endCxn id="13" idx="1"/>
          </p:cNvCxnSpPr>
          <p:nvPr/>
        </p:nvCxnSpPr>
        <p:spPr>
          <a:xfrm rot="16200000" flipH="1">
            <a:off x="3382576" y="614797"/>
            <a:ext cx="827025" cy="37539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7DF0EDF-650B-37EC-F431-8318D6F9887C}"/>
              </a:ext>
            </a:extLst>
          </p:cNvPr>
          <p:cNvSpPr txBox="1"/>
          <p:nvPr/>
        </p:nvSpPr>
        <p:spPr>
          <a:xfrm>
            <a:off x="1918582" y="2683963"/>
            <a:ext cx="121142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report</a:t>
            </a:r>
            <a:endParaRPr lang="fa-IR" sz="105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0D5BCB-90CA-B767-0AA8-72AB0E7961A0}"/>
              </a:ext>
            </a:extLst>
          </p:cNvPr>
          <p:cNvSpPr txBox="1"/>
          <p:nvPr/>
        </p:nvSpPr>
        <p:spPr>
          <a:xfrm>
            <a:off x="1928566" y="3966470"/>
            <a:ext cx="144035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student courses</a:t>
            </a:r>
            <a:endParaRPr lang="fa-IR" sz="105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F9A96C85-DBF0-2808-5C7C-0B3EFE91E87E}"/>
              </a:ext>
            </a:extLst>
          </p:cNvPr>
          <p:cNvCxnSpPr>
            <a:cxnSpLocks/>
            <a:stCxn id="15" idx="2"/>
            <a:endCxn id="39" idx="1"/>
          </p:cNvCxnSpPr>
          <p:nvPr/>
        </p:nvCxnSpPr>
        <p:spPr>
          <a:xfrm rot="16200000" flipH="1">
            <a:off x="2989391" y="1007982"/>
            <a:ext cx="4175497" cy="631608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E711E135-3571-986C-9C5A-E6404FC315F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4002" t="17342"/>
          <a:stretch>
            <a:fillRect/>
          </a:stretch>
        </p:blipFill>
        <p:spPr>
          <a:xfrm>
            <a:off x="8235182" y="5872303"/>
            <a:ext cx="720000" cy="7629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ACA17D94-4A16-DCFA-2A36-70F08633FC4F}"/>
              </a:ext>
            </a:extLst>
          </p:cNvPr>
          <p:cNvSpPr txBox="1"/>
          <p:nvPr/>
        </p:nvSpPr>
        <p:spPr>
          <a:xfrm>
            <a:off x="7585296" y="5995695"/>
            <a:ext cx="720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Pass</a:t>
            </a:r>
            <a:endParaRPr lang="fa-IR" sz="1050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6BFD7B9-DC3B-D3F4-C9CC-0CE365A54E7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4002" t="17342"/>
          <a:stretch>
            <a:fillRect/>
          </a:stretch>
        </p:blipFill>
        <p:spPr>
          <a:xfrm>
            <a:off x="318727" y="417445"/>
            <a:ext cx="720000" cy="7629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017FE2F7-1AD0-8692-A41B-A776C94B298E}"/>
              </a:ext>
            </a:extLst>
          </p:cNvPr>
          <p:cNvCxnSpPr>
            <a:cxnSpLocks/>
            <a:stCxn id="15" idx="2"/>
            <a:endCxn id="69" idx="1"/>
          </p:cNvCxnSpPr>
          <p:nvPr/>
        </p:nvCxnSpPr>
        <p:spPr>
          <a:xfrm rot="16200000" flipH="1">
            <a:off x="1826958" y="2170415"/>
            <a:ext cx="2089982" cy="19057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767ABB7-D60A-F383-FB51-5640A70041A0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2279097" y="1505969"/>
            <a:ext cx="159378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93C3BD6D-0228-FCF4-1836-2F45A3BBBF66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4592880" y="1505969"/>
            <a:ext cx="22097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9" name="Picture 68">
            <a:extLst>
              <a:ext uri="{FF2B5EF4-FFF2-40B4-BE49-F238E27FC236}">
                <a16:creationId xmlns:a16="http://schemas.microsoft.com/office/drawing/2014/main" id="{8F85BB0B-AC2E-0025-0E15-5295D9386B2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24802" y="3735158"/>
            <a:ext cx="720000" cy="8662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EEB37BE8-EE3B-2395-9E5D-89A6C8E463CE}"/>
              </a:ext>
            </a:extLst>
          </p:cNvPr>
          <p:cNvSpPr txBox="1"/>
          <p:nvPr/>
        </p:nvSpPr>
        <p:spPr>
          <a:xfrm>
            <a:off x="4809498" y="1526439"/>
            <a:ext cx="1273985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select a test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finish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2D2BA4D-E84B-75B5-F711-F24F4BECB18F}"/>
              </a:ext>
            </a:extLst>
          </p:cNvPr>
          <p:cNvSpPr txBox="1"/>
          <p:nvPr/>
        </p:nvSpPr>
        <p:spPr>
          <a:xfrm>
            <a:off x="2141955" y="4149018"/>
            <a:ext cx="12020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get a test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correct a test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 i="1" u="sng"/>
              <a:t>report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filter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wipe out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back</a:t>
            </a:r>
            <a:endParaRPr lang="fa-IR" sz="9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4FE0884-8125-E687-06F4-F6BEF1E50AC9}"/>
              </a:ext>
            </a:extLst>
          </p:cNvPr>
          <p:cNvSpPr txBox="1"/>
          <p:nvPr/>
        </p:nvSpPr>
        <p:spPr>
          <a:xfrm>
            <a:off x="6686923" y="808230"/>
            <a:ext cx="127398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StudentExamTest</a:t>
            </a:r>
            <a:endParaRPr lang="fa-IR" sz="105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80AD901-C12A-6C4C-073A-A70D2C699710}"/>
              </a:ext>
            </a:extLst>
          </p:cNvPr>
          <p:cNvSpPr txBox="1"/>
          <p:nvPr/>
        </p:nvSpPr>
        <p:spPr>
          <a:xfrm>
            <a:off x="3728864" y="3500476"/>
            <a:ext cx="152630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StudentCourseTest</a:t>
            </a:r>
            <a:endParaRPr lang="fa-IR" sz="105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98E00BB-7010-6158-4BA4-FC6E97124267}"/>
              </a:ext>
            </a:extLst>
          </p:cNvPr>
          <p:cNvSpPr txBox="1"/>
          <p:nvPr/>
        </p:nvSpPr>
        <p:spPr>
          <a:xfrm>
            <a:off x="3810912" y="754631"/>
            <a:ext cx="139911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StudentExamTests</a:t>
            </a:r>
            <a:endParaRPr lang="fa-IR" sz="105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670DFEB-491B-F44E-645E-820950AFB988}"/>
              </a:ext>
            </a:extLst>
          </p:cNvPr>
          <p:cNvSpPr txBox="1"/>
          <p:nvPr/>
        </p:nvSpPr>
        <p:spPr>
          <a:xfrm>
            <a:off x="5682348" y="2162228"/>
            <a:ext cx="146434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ReportStudentExam</a:t>
            </a:r>
            <a:endParaRPr lang="fa-IR" sz="105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3A92EE9-82D8-169F-384B-CDDC1E474CA7}"/>
              </a:ext>
            </a:extLst>
          </p:cNvPr>
          <p:cNvSpPr txBox="1"/>
          <p:nvPr/>
        </p:nvSpPr>
        <p:spPr>
          <a:xfrm>
            <a:off x="8145166" y="5589240"/>
            <a:ext cx="128295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ChangePassword</a:t>
            </a:r>
            <a:endParaRPr lang="fa-IR" sz="105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BF87914-220E-2627-74A2-5A1F5AB5287A}"/>
              </a:ext>
            </a:extLst>
          </p:cNvPr>
          <p:cNvSpPr txBox="1"/>
          <p:nvPr/>
        </p:nvSpPr>
        <p:spPr>
          <a:xfrm>
            <a:off x="272480" y="188640"/>
            <a:ext cx="720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Login</a:t>
            </a:r>
            <a:endParaRPr lang="fa-IR" sz="105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528DBBC-F96E-65A5-67A7-C24B34CD360F}"/>
              </a:ext>
            </a:extLst>
          </p:cNvPr>
          <p:cNvSpPr txBox="1"/>
          <p:nvPr/>
        </p:nvSpPr>
        <p:spPr>
          <a:xfrm>
            <a:off x="1496616" y="708694"/>
            <a:ext cx="115212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</a:t>
            </a:r>
            <a:endParaRPr lang="fa-IR" sz="1050"/>
          </a:p>
        </p:txBody>
      </p: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191D368-F9B7-D57B-60E0-39D6D69B0E9C}"/>
              </a:ext>
            </a:extLst>
          </p:cNvPr>
          <p:cNvCxnSpPr>
            <a:cxnSpLocks/>
            <a:stCxn id="43" idx="2"/>
            <a:endCxn id="15" idx="1"/>
          </p:cNvCxnSpPr>
          <p:nvPr/>
        </p:nvCxnSpPr>
        <p:spPr>
          <a:xfrm rot="16200000" flipH="1">
            <a:off x="956121" y="902992"/>
            <a:ext cx="325583" cy="880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880BDB0B-AD8C-4175-17E7-B145D887EEBD}"/>
              </a:ext>
            </a:extLst>
          </p:cNvPr>
          <p:cNvSpPr txBox="1"/>
          <p:nvPr/>
        </p:nvSpPr>
        <p:spPr>
          <a:xfrm>
            <a:off x="7567447" y="1218673"/>
            <a:ext cx="1273985" cy="90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answer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clear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bookmark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help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7866464-FAAB-66D6-4142-C82D448257B3}"/>
              </a:ext>
            </a:extLst>
          </p:cNvPr>
          <p:cNvSpPr txBox="1"/>
          <p:nvPr/>
        </p:nvSpPr>
        <p:spPr>
          <a:xfrm>
            <a:off x="6417715" y="3169523"/>
            <a:ext cx="127398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FE65EBC-59CD-C9D9-185C-ABB199FF8116}"/>
              </a:ext>
            </a:extLst>
          </p:cNvPr>
          <p:cNvSpPr txBox="1"/>
          <p:nvPr/>
        </p:nvSpPr>
        <p:spPr>
          <a:xfrm>
            <a:off x="8985527" y="6343436"/>
            <a:ext cx="72000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save</a:t>
            </a:r>
            <a:endParaRPr lang="fa-IR" sz="105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BAFE503-C83B-3F21-F3B2-42EA55617CE7}"/>
              </a:ext>
            </a:extLst>
          </p:cNvPr>
          <p:cNvSpPr txBox="1"/>
          <p:nvPr/>
        </p:nvSpPr>
        <p:spPr>
          <a:xfrm>
            <a:off x="4585554" y="4237638"/>
            <a:ext cx="127398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answer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82FBC9C-2E07-D4BC-2CF2-272751ACD8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6920" y="4581128"/>
            <a:ext cx="720000" cy="10473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8C1807-490A-3DC1-DDB1-6C3ADF5DB796}"/>
              </a:ext>
            </a:extLst>
          </p:cNvPr>
          <p:cNvSpPr txBox="1"/>
          <p:nvPr/>
        </p:nvSpPr>
        <p:spPr>
          <a:xfrm>
            <a:off x="5682348" y="4345885"/>
            <a:ext cx="163416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ReportStudentCourse</a:t>
            </a:r>
            <a:endParaRPr lang="fa-IR" sz="10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032CAB-FE1E-EFEA-3663-62E6A01AF1BB}"/>
              </a:ext>
            </a:extLst>
          </p:cNvPr>
          <p:cNvSpPr txBox="1"/>
          <p:nvPr/>
        </p:nvSpPr>
        <p:spPr>
          <a:xfrm>
            <a:off x="6479400" y="5345240"/>
            <a:ext cx="6894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4B39F15-CB1C-8191-CDEC-BD0B1B1FFD1A}"/>
              </a:ext>
            </a:extLst>
          </p:cNvPr>
          <p:cNvCxnSpPr>
            <a:cxnSpLocks/>
            <a:stCxn id="15" idx="2"/>
            <a:endCxn id="2" idx="1"/>
          </p:cNvCxnSpPr>
          <p:nvPr/>
        </p:nvCxnSpPr>
        <p:spPr>
          <a:xfrm rot="16200000" flipH="1">
            <a:off x="2294734" y="1702639"/>
            <a:ext cx="3026549" cy="37778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0250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9A5AD-53B3-4E78-CCC9-9FDCC57B7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ED64BB5-5E37-A712-F733-382E4CB3BB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7991"/>
          <a:stretch>
            <a:fillRect/>
          </a:stretch>
        </p:blipFill>
        <p:spPr>
          <a:xfrm>
            <a:off x="202773" y="125755"/>
            <a:ext cx="1822523" cy="28300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6374C94-C534-B3DD-3E89-0E1B3A8568BF}"/>
              </a:ext>
            </a:extLst>
          </p:cNvPr>
          <p:cNvGrpSpPr/>
          <p:nvPr/>
        </p:nvGrpSpPr>
        <p:grpSpPr>
          <a:xfrm>
            <a:off x="1929778" y="3344309"/>
            <a:ext cx="1602036" cy="2164899"/>
            <a:chOff x="2828864" y="4041155"/>
            <a:chExt cx="1692088" cy="2574194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AE06B5C-E89D-9FF4-A822-052BBEA4E7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-1" r="5995"/>
            <a:stretch>
              <a:fillRect/>
            </a:stretch>
          </p:blipFill>
          <p:spPr>
            <a:xfrm>
              <a:off x="2828864" y="4041155"/>
              <a:ext cx="1692088" cy="257419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D95B20A-8C2E-D8A4-7F61-6D9B126C504F}"/>
                </a:ext>
              </a:extLst>
            </p:cNvPr>
            <p:cNvSpPr/>
            <p:nvPr/>
          </p:nvSpPr>
          <p:spPr>
            <a:xfrm>
              <a:off x="2972880" y="4689227"/>
              <a:ext cx="576064" cy="72008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F13AB64-401B-ECB9-FC9B-A06ECCB44DF4}"/>
                </a:ext>
              </a:extLst>
            </p:cNvPr>
            <p:cNvSpPr/>
            <p:nvPr/>
          </p:nvSpPr>
          <p:spPr>
            <a:xfrm>
              <a:off x="2972880" y="5049267"/>
              <a:ext cx="576064" cy="72008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22400DA-E2D4-B4F0-354E-46344E68E5A6}"/>
                </a:ext>
              </a:extLst>
            </p:cNvPr>
            <p:cNvSpPr/>
            <p:nvPr/>
          </p:nvSpPr>
          <p:spPr>
            <a:xfrm>
              <a:off x="2972880" y="6273403"/>
              <a:ext cx="640915" cy="144016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9AC5DE55-1D47-709A-CDCE-C3464028E6F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1990"/>
          <a:stretch>
            <a:fillRect/>
          </a:stretch>
        </p:blipFill>
        <p:spPr>
          <a:xfrm>
            <a:off x="88088" y="3344309"/>
            <a:ext cx="1715159" cy="31374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29E432E-6781-BC28-592A-5430C6273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79414" y="352415"/>
            <a:ext cx="835683" cy="8303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87F3C99-8A1D-6816-2DE7-65E0A60064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8481392" y="44624"/>
            <a:ext cx="1368152" cy="30946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5AA40BE-34DE-69DD-92B0-276C2C1E60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326" y="161024"/>
            <a:ext cx="1655369" cy="22795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C4C359B-88CE-388F-6C66-BD8EE92E6DF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80930" y="2564904"/>
            <a:ext cx="1172270" cy="17281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DDF4CEB-7EA3-F2C9-BDB7-43A08C77427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1817" y="4676388"/>
            <a:ext cx="1285375" cy="21256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86495B-2E74-0CAC-B320-8B26B076A21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15868" y="2733377"/>
            <a:ext cx="1461667" cy="13821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AC8CDC7-5908-7A3E-0272-E0ECAC111E9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95570" y="4618179"/>
            <a:ext cx="1302264" cy="21740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3B25455-C76C-3D22-C3C1-64D76EDE0D0E}"/>
              </a:ext>
            </a:extLst>
          </p:cNvPr>
          <p:cNvSpPr txBox="1"/>
          <p:nvPr/>
        </p:nvSpPr>
        <p:spPr>
          <a:xfrm>
            <a:off x="3843672" y="56002"/>
            <a:ext cx="114257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T_SwitchBoard</a:t>
            </a:r>
            <a:endParaRPr lang="fa-IR" sz="1050"/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5A188ABB-3C68-6A2C-1FAB-58553348D6F1}"/>
              </a:ext>
            </a:extLst>
          </p:cNvPr>
          <p:cNvCxnSpPr>
            <a:cxnSpLocks/>
            <a:stCxn id="4" idx="1"/>
            <a:endCxn id="8" idx="3"/>
          </p:cNvCxnSpPr>
          <p:nvPr/>
        </p:nvCxnSpPr>
        <p:spPr>
          <a:xfrm rot="10800000" flipV="1">
            <a:off x="2025296" y="767573"/>
            <a:ext cx="1954118" cy="773224"/>
          </a:xfrm>
          <a:prstGeom prst="bentConnector3">
            <a:avLst>
              <a:gd name="adj1" fmla="val 91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56FCA8A-A7CA-BAEC-8300-02FA4CE3D917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815097" y="767573"/>
            <a:ext cx="1814229" cy="533242"/>
          </a:xfrm>
          <a:prstGeom prst="bentConnector3">
            <a:avLst>
              <a:gd name="adj1" fmla="val 1145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76DF6AB0-4316-493C-BFEB-7A641D49518F}"/>
              </a:ext>
            </a:extLst>
          </p:cNvPr>
          <p:cNvCxnSpPr>
            <a:cxnSpLocks/>
            <a:stCxn id="24" idx="2"/>
            <a:endCxn id="26" idx="3"/>
          </p:cNvCxnSpPr>
          <p:nvPr/>
        </p:nvCxnSpPr>
        <p:spPr>
          <a:xfrm rot="5400000">
            <a:off x="6610909" y="2582897"/>
            <a:ext cx="988395" cy="70381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21FF219D-B755-D9F4-571A-841667923691}"/>
              </a:ext>
            </a:extLst>
          </p:cNvPr>
          <p:cNvCxnSpPr>
            <a:cxnSpLocks/>
            <a:stCxn id="24" idx="2"/>
            <a:endCxn id="19" idx="1"/>
          </p:cNvCxnSpPr>
          <p:nvPr/>
        </p:nvCxnSpPr>
        <p:spPr>
          <a:xfrm rot="16200000" flipH="1">
            <a:off x="7394513" y="2503102"/>
            <a:ext cx="983853" cy="85885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12A8741-0281-45DD-6C1F-69C230F076F1}"/>
              </a:ext>
            </a:extLst>
          </p:cNvPr>
          <p:cNvCxnSpPr>
            <a:cxnSpLocks/>
            <a:stCxn id="26" idx="2"/>
            <a:endCxn id="17" idx="0"/>
          </p:cNvCxnSpPr>
          <p:nvPr/>
        </p:nvCxnSpPr>
        <p:spPr>
          <a:xfrm flipH="1">
            <a:off x="6164505" y="4293096"/>
            <a:ext cx="2560" cy="3832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F8D17AE-1EAC-7655-438F-18C0B1DDD6CB}"/>
              </a:ext>
            </a:extLst>
          </p:cNvPr>
          <p:cNvCxnSpPr>
            <a:cxnSpLocks/>
            <a:stCxn id="19" idx="2"/>
            <a:endCxn id="23" idx="0"/>
          </p:cNvCxnSpPr>
          <p:nvPr/>
        </p:nvCxnSpPr>
        <p:spPr>
          <a:xfrm>
            <a:off x="9046702" y="4115538"/>
            <a:ext cx="0" cy="5026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089F8B9-B00B-6B6E-012B-6B5D8011787C}"/>
              </a:ext>
            </a:extLst>
          </p:cNvPr>
          <p:cNvSpPr txBox="1"/>
          <p:nvPr/>
        </p:nvSpPr>
        <p:spPr>
          <a:xfrm>
            <a:off x="2018699" y="114184"/>
            <a:ext cx="10000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T_Students</a:t>
            </a:r>
            <a:endParaRPr lang="fa-IR" sz="105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B718D59-E9B3-FE61-A5DD-EAF58602FBEE}"/>
              </a:ext>
            </a:extLst>
          </p:cNvPr>
          <p:cNvSpPr txBox="1"/>
          <p:nvPr/>
        </p:nvSpPr>
        <p:spPr>
          <a:xfrm>
            <a:off x="5795269" y="38912"/>
            <a:ext cx="10000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T_Courses</a:t>
            </a:r>
            <a:endParaRPr lang="fa-IR" sz="105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27ACB3D-B591-A407-E231-77FFB80F3EDB}"/>
              </a:ext>
            </a:extLst>
          </p:cNvPr>
          <p:cNvSpPr txBox="1"/>
          <p:nvPr/>
        </p:nvSpPr>
        <p:spPr>
          <a:xfrm>
            <a:off x="5381883" y="2353541"/>
            <a:ext cx="1155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T_CourseTests</a:t>
            </a:r>
            <a:endParaRPr lang="fa-IR" sz="105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D3A5C52-C2DC-B924-BBD3-079F96E843D7}"/>
              </a:ext>
            </a:extLst>
          </p:cNvPr>
          <p:cNvSpPr txBox="1"/>
          <p:nvPr/>
        </p:nvSpPr>
        <p:spPr>
          <a:xfrm>
            <a:off x="8346517" y="2477985"/>
            <a:ext cx="12305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T_CourseExams</a:t>
            </a:r>
            <a:endParaRPr lang="fa-IR" sz="105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4F65E8-717B-30E5-A306-F3528B64FB82}"/>
              </a:ext>
            </a:extLst>
          </p:cNvPr>
          <p:cNvSpPr txBox="1"/>
          <p:nvPr/>
        </p:nvSpPr>
        <p:spPr>
          <a:xfrm>
            <a:off x="6199840" y="4467210"/>
            <a:ext cx="119092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T_CourseTest</a:t>
            </a:r>
            <a:endParaRPr lang="fa-IR" sz="105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E4D1A2F-3E7C-23D6-E8B9-30252E7F2600}"/>
              </a:ext>
            </a:extLst>
          </p:cNvPr>
          <p:cNvSpPr txBox="1"/>
          <p:nvPr/>
        </p:nvSpPr>
        <p:spPr>
          <a:xfrm>
            <a:off x="7974971" y="4384512"/>
            <a:ext cx="1155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T_CourseExam</a:t>
            </a:r>
            <a:endParaRPr lang="fa-IR" sz="105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7BB9B8-10E1-7429-82C3-44F080600CB0}"/>
              </a:ext>
            </a:extLst>
          </p:cNvPr>
          <p:cNvSpPr txBox="1"/>
          <p:nvPr/>
        </p:nvSpPr>
        <p:spPr>
          <a:xfrm>
            <a:off x="97637" y="6538290"/>
            <a:ext cx="128464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T_ReportExams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00FE4D9-882B-C245-323C-5BF27E0CC49C}"/>
              </a:ext>
            </a:extLst>
          </p:cNvPr>
          <p:cNvSpPr txBox="1"/>
          <p:nvPr/>
        </p:nvSpPr>
        <p:spPr>
          <a:xfrm>
            <a:off x="2148827" y="5573303"/>
            <a:ext cx="13829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T_ReportExams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63C2CAD8-31B3-B3D6-E956-8BA697180F5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12052" y="3369959"/>
            <a:ext cx="1461185" cy="21256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6ED5C06E-C064-4250-A36F-616D31A8D639}"/>
              </a:ext>
            </a:extLst>
          </p:cNvPr>
          <p:cNvSpPr txBox="1"/>
          <p:nvPr/>
        </p:nvSpPr>
        <p:spPr>
          <a:xfrm>
            <a:off x="3950527" y="5607941"/>
            <a:ext cx="13829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T_ReportTests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4459128-AD5E-15BD-8533-C522282E3794}"/>
              </a:ext>
            </a:extLst>
          </p:cNvPr>
          <p:cNvSpPr/>
          <p:nvPr/>
        </p:nvSpPr>
        <p:spPr bwMode="auto">
          <a:xfrm>
            <a:off x="21915" y="3140968"/>
            <a:ext cx="5311599" cy="3661030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9697870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1620</TotalTime>
  <Words>284</Words>
  <Application>Microsoft Office PowerPoint</Application>
  <PresentationFormat>A4 Paper (210x297 mm)</PresentationFormat>
  <Paragraphs>213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Consolas</vt:lpstr>
      <vt:lpstr>Segoe UI</vt:lpstr>
      <vt:lpstr>Blank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340</cp:revision>
  <cp:lastPrinted>2025-11-13T08:39:11Z</cp:lastPrinted>
  <dcterms:modified xsi:type="dcterms:W3CDTF">2025-11-13T08:57:22Z</dcterms:modified>
</cp:coreProperties>
</file>