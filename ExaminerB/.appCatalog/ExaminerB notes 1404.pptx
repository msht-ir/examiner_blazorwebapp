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sldIdLst>
    <p:sldId id="262" r:id="rId2"/>
    <p:sldId id="263" r:id="rId3"/>
    <p:sldId id="264" r:id="rId4"/>
  </p:sldIdLst>
  <p:sldSz cx="11520488" cy="8640763"/>
  <p:notesSz cx="6858000" cy="9144000"/>
  <p:defaultTextStyle>
    <a:defPPr/>
  </p:defaultTextStyle>
  <p:extLst>
    <p:ext uri="{EFAFB233-063F-42B5-8137-9DF3F51BA10A}">
      <p15:sldGuideLst xmlns:p15="http://schemas.microsoft.com/office/powerpoint/2012/main">
        <p15:guide id="1" orient="horz" pos="3292" userDrawn="1">
          <p15:clr>
            <a:srgbClr val="A4A3A4"/>
          </p15:clr>
        </p15:guide>
        <p15:guide id="2" pos="329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5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838" autoAdjust="0"/>
    <p:restoredTop sz="96247" autoAdjust="0"/>
  </p:normalViewPr>
  <p:slideViewPr>
    <p:cSldViewPr>
      <p:cViewPr varScale="1">
        <p:scale>
          <a:sx n="85" d="100"/>
          <a:sy n="85" d="100"/>
        </p:scale>
        <p:origin x="3942" y="102"/>
      </p:cViewPr>
      <p:guideLst>
        <p:guide orient="horz" pos="3292"/>
        <p:guide pos="329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5" accent4="accent4" accent5="accent5" accent6="accent6" hlink="hlink" folHlink="folHlink"/>
  <p:notesStyle/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8CC3A-F8D4-45E6-0A50-F30082E883B0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1169306" name="Notes Placeholder 1591169305">
            <a:extLst>
              <a:ext uri="{FF2B5EF4-FFF2-40B4-BE49-F238E27FC236}">
                <a16:creationId xmlns:a16="http://schemas.microsoft.com/office/drawing/2014/main" id="{3EEB2927-5AE7-D14F-3065-D04B1B4AABB1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 bwMode="auto">
          <a:xfrm>
            <a:off x="719954" y="4679705"/>
            <a:ext cx="6119614" cy="5039682"/>
          </a:xfrm>
          <a:prstGeom prst="rect">
            <a:avLst/>
          </a:prstGeom>
          <a:noFill/>
          <a:ln>
            <a:noFill/>
          </a:ln>
          <a:effectLst/>
        </p:spPr>
        <p:txBody>
          <a:bodyPr anchor="t">
            <a:sp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027008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668144" name="Title 1"/>
          <p:cNvSpPr>
            <a:spLocks noGrp="1"/>
          </p:cNvSpPr>
          <p:nvPr>
            <p:ph type="ctrTitle"/>
          </p:nvPr>
        </p:nvSpPr>
        <p:spPr bwMode="auto">
          <a:xfrm>
            <a:off x="1440109" y="1414293"/>
            <a:ext cx="8640647" cy="3008626"/>
          </a:xfrm>
        </p:spPr>
        <p:txBody>
          <a:bodyPr anchor="b"/>
          <a:lstStyle>
            <a:lvl1pPr algn="ctr">
              <a:defRPr sz="95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64643747" name="Subtitle 2"/>
          <p:cNvSpPr>
            <a:spLocks noGrp="1"/>
          </p:cNvSpPr>
          <p:nvPr>
            <p:ph type="subTitle" idx="1"/>
          </p:nvPr>
        </p:nvSpPr>
        <p:spPr bwMode="auto">
          <a:xfrm>
            <a:off x="1440109" y="4538946"/>
            <a:ext cx="8640647" cy="2086434"/>
          </a:xfrm>
        </p:spPr>
        <p:txBody>
          <a:bodyPr/>
          <a:lstStyle>
            <a:lvl1pPr marL="0" indent="0" algn="ctr">
              <a:buNone/>
              <a:defRPr sz="382"/>
            </a:lvl1pPr>
            <a:lvl2pPr marL="72683" indent="0" algn="ctr">
              <a:buNone/>
              <a:defRPr sz="318"/>
            </a:lvl2pPr>
            <a:lvl3pPr marL="145367" indent="0" algn="ctr">
              <a:buNone/>
              <a:defRPr sz="286"/>
            </a:lvl3pPr>
            <a:lvl4pPr marL="218049" indent="0" algn="ctr">
              <a:buNone/>
              <a:defRPr sz="254"/>
            </a:lvl4pPr>
            <a:lvl5pPr marL="290732" indent="0" algn="ctr">
              <a:buNone/>
              <a:defRPr sz="254"/>
            </a:lvl5pPr>
            <a:lvl6pPr marL="363416" indent="0" algn="ctr">
              <a:buNone/>
              <a:defRPr sz="254"/>
            </a:lvl6pPr>
            <a:lvl7pPr marL="436099" indent="0" algn="ctr">
              <a:buNone/>
              <a:defRPr sz="254"/>
            </a:lvl7pPr>
            <a:lvl8pPr marL="508782" indent="0" algn="ctr">
              <a:buNone/>
              <a:defRPr sz="254"/>
            </a:lvl8pPr>
            <a:lvl9pPr marL="581464" indent="0" algn="ctr">
              <a:buNone/>
              <a:defRPr sz="254"/>
            </a:lvl9pPr>
          </a:lstStyle>
          <a:p>
            <a:pPr>
              <a:defRPr/>
            </a:pPr>
            <a:r>
              <a:t>Click to edit Master subtitle style</a:t>
            </a:r>
          </a:p>
        </p:txBody>
      </p:sp>
      <p:sp>
        <p:nvSpPr>
          <p:cNvPr id="104628511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11/01/1448</a:t>
            </a:fld>
            <a:endParaRPr/>
          </a:p>
        </p:txBody>
      </p:sp>
      <p:sp>
        <p:nvSpPr>
          <p:cNvPr id="194659226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396718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049549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83560004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2397842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11/01/1448</a:t>
            </a:fld>
            <a:endParaRPr/>
          </a:p>
        </p:txBody>
      </p:sp>
      <p:sp>
        <p:nvSpPr>
          <p:cNvPr id="57172692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83086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632808" name="Title 1"/>
          <p:cNvSpPr>
            <a:spLocks noGrp="1"/>
          </p:cNvSpPr>
          <p:nvPr>
            <p:ph type="title"/>
          </p:nvPr>
        </p:nvSpPr>
        <p:spPr bwMode="auto">
          <a:xfrm>
            <a:off x="786063" y="2154452"/>
            <a:ext cx="9936745" cy="3594746"/>
          </a:xfrm>
        </p:spPr>
        <p:txBody>
          <a:bodyPr anchor="b"/>
          <a:lstStyle>
            <a:lvl1pPr>
              <a:defRPr sz="95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3034919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86063" y="5783207"/>
            <a:ext cx="9936745" cy="1890392"/>
          </a:xfrm>
        </p:spPr>
        <p:txBody>
          <a:bodyPr/>
          <a:lstStyle>
            <a:lvl1pPr marL="0" indent="0">
              <a:buNone/>
              <a:defRPr sz="382">
                <a:solidFill>
                  <a:schemeClr val="tx1">
                    <a:tint val="75000"/>
                  </a:schemeClr>
                </a:solidFill>
              </a:defRPr>
            </a:lvl1pPr>
            <a:lvl2pPr marL="72683" indent="0">
              <a:buNone/>
              <a:defRPr sz="318">
                <a:solidFill>
                  <a:schemeClr val="tx1">
                    <a:tint val="75000"/>
                  </a:schemeClr>
                </a:solidFill>
              </a:defRPr>
            </a:lvl2pPr>
            <a:lvl3pPr marL="145367" indent="0">
              <a:buNone/>
              <a:defRPr sz="286">
                <a:solidFill>
                  <a:schemeClr val="tx1">
                    <a:tint val="75000"/>
                  </a:schemeClr>
                </a:solidFill>
              </a:defRPr>
            </a:lvl3pPr>
            <a:lvl4pPr marL="218049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4pPr>
            <a:lvl5pPr marL="290732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5pPr>
            <a:lvl6pPr marL="363416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6pPr>
            <a:lvl7pPr marL="436099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7pPr>
            <a:lvl8pPr marL="508782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8pPr>
            <a:lvl9pPr marL="581464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81040174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11/01/1448</a:t>
            </a:fld>
            <a:endParaRPr/>
          </a:p>
        </p:txBody>
      </p:sp>
      <p:sp>
        <p:nvSpPr>
          <p:cNvPr id="139676057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41011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592106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941316770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792064" y="2300487"/>
            <a:ext cx="4896365" cy="5483141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8519682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5832440" y="2300487"/>
            <a:ext cx="4896365" cy="5483141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28068800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11/01/1448</a:t>
            </a:fld>
            <a:endParaRPr/>
          </a:p>
        </p:txBody>
      </p:sp>
      <p:sp>
        <p:nvSpPr>
          <p:cNvPr id="57766729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319347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2889374" name="Title 1"/>
          <p:cNvSpPr>
            <a:spLocks noGrp="1"/>
          </p:cNvSpPr>
          <p:nvPr>
            <p:ph type="title"/>
          </p:nvPr>
        </p:nvSpPr>
        <p:spPr bwMode="auto">
          <a:xfrm>
            <a:off x="793563" y="460099"/>
            <a:ext cx="9936745" cy="1670347"/>
          </a:xfrm>
        </p:spPr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51476130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93567" y="2118442"/>
            <a:ext cx="4873863" cy="1038215"/>
          </a:xfrm>
        </p:spPr>
        <p:txBody>
          <a:bodyPr anchor="b"/>
          <a:lstStyle>
            <a:lvl1pPr marL="0" indent="0">
              <a:buNone/>
              <a:defRPr sz="382" b="1"/>
            </a:lvl1pPr>
            <a:lvl2pPr marL="72683" indent="0">
              <a:buNone/>
              <a:defRPr sz="318" b="1"/>
            </a:lvl2pPr>
            <a:lvl3pPr marL="145367" indent="0">
              <a:buNone/>
              <a:defRPr sz="286" b="1"/>
            </a:lvl3pPr>
            <a:lvl4pPr marL="218049" indent="0">
              <a:buNone/>
              <a:defRPr sz="254" b="1"/>
            </a:lvl4pPr>
            <a:lvl5pPr marL="290732" indent="0">
              <a:buNone/>
              <a:defRPr sz="254" b="1"/>
            </a:lvl5pPr>
            <a:lvl6pPr marL="363416" indent="0">
              <a:buNone/>
              <a:defRPr sz="254" b="1"/>
            </a:lvl6pPr>
            <a:lvl7pPr marL="436099" indent="0">
              <a:buNone/>
              <a:defRPr sz="254" b="1"/>
            </a:lvl7pPr>
            <a:lvl8pPr marL="508782" indent="0">
              <a:buNone/>
              <a:defRPr sz="254" b="1"/>
            </a:lvl8pPr>
            <a:lvl9pPr marL="581464" indent="0">
              <a:buNone/>
              <a:defRPr sz="254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52647806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793567" y="3156658"/>
            <a:ext cx="4873863" cy="4642966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85332007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5832438" y="2118442"/>
            <a:ext cx="4897866" cy="1038215"/>
          </a:xfrm>
        </p:spPr>
        <p:txBody>
          <a:bodyPr anchor="b"/>
          <a:lstStyle>
            <a:lvl1pPr marL="0" indent="0">
              <a:buNone/>
              <a:defRPr sz="382" b="1"/>
            </a:lvl1pPr>
            <a:lvl2pPr marL="72683" indent="0">
              <a:buNone/>
              <a:defRPr sz="318" b="1"/>
            </a:lvl2pPr>
            <a:lvl3pPr marL="145367" indent="0">
              <a:buNone/>
              <a:defRPr sz="286" b="1"/>
            </a:lvl3pPr>
            <a:lvl4pPr marL="218049" indent="0">
              <a:buNone/>
              <a:defRPr sz="254" b="1"/>
            </a:lvl4pPr>
            <a:lvl5pPr marL="290732" indent="0">
              <a:buNone/>
              <a:defRPr sz="254" b="1"/>
            </a:lvl5pPr>
            <a:lvl6pPr marL="363416" indent="0">
              <a:buNone/>
              <a:defRPr sz="254" b="1"/>
            </a:lvl6pPr>
            <a:lvl7pPr marL="436099" indent="0">
              <a:buNone/>
              <a:defRPr sz="254" b="1"/>
            </a:lvl7pPr>
            <a:lvl8pPr marL="508782" indent="0">
              <a:buNone/>
              <a:defRPr sz="254" b="1"/>
            </a:lvl8pPr>
            <a:lvl9pPr marL="581464" indent="0">
              <a:buNone/>
              <a:defRPr sz="254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12251099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5832438" y="3156658"/>
            <a:ext cx="4897866" cy="4642966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36887696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11/01/1448</a:t>
            </a:fld>
            <a:endParaRPr/>
          </a:p>
        </p:txBody>
      </p:sp>
      <p:sp>
        <p:nvSpPr>
          <p:cNvPr id="1596838452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6181096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918911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69482568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11/01/1448</a:t>
            </a:fld>
            <a:endParaRPr/>
          </a:p>
        </p:txBody>
      </p:sp>
      <p:sp>
        <p:nvSpPr>
          <p:cNvPr id="1489428852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9686558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134824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11/01/1448</a:t>
            </a:fld>
            <a:endParaRPr/>
          </a:p>
        </p:txBody>
      </p:sp>
      <p:sp>
        <p:nvSpPr>
          <p:cNvPr id="1077906664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107656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182696" name="Title 1"/>
          <p:cNvSpPr>
            <a:spLocks noGrp="1"/>
          </p:cNvSpPr>
          <p:nvPr>
            <p:ph type="title"/>
          </p:nvPr>
        </p:nvSpPr>
        <p:spPr bwMode="auto">
          <a:xfrm>
            <a:off x="793561" y="576123"/>
            <a:ext cx="3715778" cy="2016419"/>
          </a:xfrm>
        </p:spPr>
        <p:txBody>
          <a:bodyPr anchor="b"/>
          <a:lstStyle>
            <a:lvl1pPr>
              <a:defRPr sz="509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045940648" name="Content Placeholder 2"/>
          <p:cNvSpPr>
            <a:spLocks noGrp="1"/>
          </p:cNvSpPr>
          <p:nvPr>
            <p:ph idx="1"/>
          </p:nvPr>
        </p:nvSpPr>
        <p:spPr bwMode="auto">
          <a:xfrm>
            <a:off x="4897870" y="1244259"/>
            <a:ext cx="5832435" cy="6141277"/>
          </a:xfrm>
        </p:spPr>
        <p:txBody>
          <a:bodyPr/>
          <a:lstStyle>
            <a:lvl1pPr>
              <a:defRPr sz="509"/>
            </a:lvl1pPr>
            <a:lvl2pPr>
              <a:defRPr sz="445"/>
            </a:lvl2pPr>
            <a:lvl3pPr>
              <a:defRPr sz="382"/>
            </a:lvl3pPr>
            <a:lvl4pPr>
              <a:defRPr sz="318"/>
            </a:lvl4pPr>
            <a:lvl5pPr>
              <a:defRPr sz="318"/>
            </a:lvl5pPr>
            <a:lvl6pPr>
              <a:defRPr sz="318"/>
            </a:lvl6pPr>
            <a:lvl7pPr>
              <a:defRPr sz="318"/>
            </a:lvl7pPr>
            <a:lvl8pPr>
              <a:defRPr sz="318"/>
            </a:lvl8pPr>
            <a:lvl9pPr>
              <a:defRPr sz="318"/>
            </a:lvl9pPr>
          </a:lstStyle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12176082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793561" y="2592544"/>
            <a:ext cx="3715778" cy="4802998"/>
          </a:xfrm>
        </p:spPr>
        <p:txBody>
          <a:bodyPr/>
          <a:lstStyle>
            <a:lvl1pPr marL="0" indent="0">
              <a:buNone/>
              <a:defRPr sz="254"/>
            </a:lvl1pPr>
            <a:lvl2pPr marL="72683" indent="0">
              <a:buNone/>
              <a:defRPr sz="223"/>
            </a:lvl2pPr>
            <a:lvl3pPr marL="145367" indent="0">
              <a:buNone/>
              <a:defRPr sz="191"/>
            </a:lvl3pPr>
            <a:lvl4pPr marL="218049" indent="0">
              <a:buNone/>
              <a:defRPr sz="159"/>
            </a:lvl4pPr>
            <a:lvl5pPr marL="290732" indent="0">
              <a:buNone/>
              <a:defRPr sz="159"/>
            </a:lvl5pPr>
            <a:lvl6pPr marL="363416" indent="0">
              <a:buNone/>
              <a:defRPr sz="159"/>
            </a:lvl6pPr>
            <a:lvl7pPr marL="436099" indent="0">
              <a:buNone/>
              <a:defRPr sz="159"/>
            </a:lvl7pPr>
            <a:lvl8pPr marL="508782" indent="0">
              <a:buNone/>
              <a:defRPr sz="159"/>
            </a:lvl8pPr>
            <a:lvl9pPr marL="581464" indent="0">
              <a:buNone/>
              <a:defRPr sz="15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20736567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11/01/1448</a:t>
            </a:fld>
            <a:endParaRPr/>
          </a:p>
        </p:txBody>
      </p:sp>
      <p:sp>
        <p:nvSpPr>
          <p:cNvPr id="86248463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20761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25992" name="Title 1"/>
          <p:cNvSpPr>
            <a:spLocks noGrp="1"/>
          </p:cNvSpPr>
          <p:nvPr>
            <p:ph type="title"/>
          </p:nvPr>
        </p:nvSpPr>
        <p:spPr bwMode="auto">
          <a:xfrm>
            <a:off x="793561" y="576123"/>
            <a:ext cx="3715778" cy="2016419"/>
          </a:xfrm>
        </p:spPr>
        <p:txBody>
          <a:bodyPr anchor="b"/>
          <a:lstStyle>
            <a:lvl1pPr>
              <a:defRPr sz="509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03436220" name="Picture Placeholder 2"/>
          <p:cNvSpPr>
            <a:spLocks noGrp="1" noChangeAspect="1"/>
          </p:cNvSpPr>
          <p:nvPr>
            <p:ph type="pic" idx="1"/>
          </p:nvPr>
        </p:nvSpPr>
        <p:spPr bwMode="auto">
          <a:xfrm>
            <a:off x="4897870" y="1244259"/>
            <a:ext cx="5832435" cy="6141277"/>
          </a:xfrm>
        </p:spPr>
        <p:txBody>
          <a:bodyPr anchor="t"/>
          <a:lstStyle>
            <a:lvl1pPr marL="0" indent="0">
              <a:buNone/>
              <a:defRPr sz="509"/>
            </a:lvl1pPr>
            <a:lvl2pPr marL="72683" indent="0">
              <a:buNone/>
              <a:defRPr sz="445"/>
            </a:lvl2pPr>
            <a:lvl3pPr marL="145367" indent="0">
              <a:buNone/>
              <a:defRPr sz="382"/>
            </a:lvl3pPr>
            <a:lvl4pPr marL="218049" indent="0">
              <a:buNone/>
              <a:defRPr sz="318"/>
            </a:lvl4pPr>
            <a:lvl5pPr marL="290732" indent="0">
              <a:buNone/>
              <a:defRPr sz="318"/>
            </a:lvl5pPr>
            <a:lvl6pPr marL="363416" indent="0">
              <a:buNone/>
              <a:defRPr sz="318"/>
            </a:lvl6pPr>
            <a:lvl7pPr marL="436099" indent="0">
              <a:buNone/>
              <a:defRPr sz="318"/>
            </a:lvl7pPr>
            <a:lvl8pPr marL="508782" indent="0">
              <a:buNone/>
              <a:defRPr sz="318"/>
            </a:lvl8pPr>
            <a:lvl9pPr marL="581464" indent="0">
              <a:buNone/>
              <a:defRPr sz="318"/>
            </a:lvl9pPr>
          </a:lstStyle>
          <a:p>
            <a:pPr>
              <a:defRPr/>
            </a:pPr>
            <a:r>
              <a:t>Click icon to add picture</a:t>
            </a:r>
          </a:p>
        </p:txBody>
      </p:sp>
      <p:sp>
        <p:nvSpPr>
          <p:cNvPr id="117995378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793561" y="2592544"/>
            <a:ext cx="3715778" cy="4802998"/>
          </a:xfrm>
        </p:spPr>
        <p:txBody>
          <a:bodyPr/>
          <a:lstStyle>
            <a:lvl1pPr marL="0" indent="0">
              <a:buNone/>
              <a:defRPr sz="254"/>
            </a:lvl1pPr>
            <a:lvl2pPr marL="72683" indent="0">
              <a:buNone/>
              <a:defRPr sz="223"/>
            </a:lvl2pPr>
            <a:lvl3pPr marL="145367" indent="0">
              <a:buNone/>
              <a:defRPr sz="191"/>
            </a:lvl3pPr>
            <a:lvl4pPr marL="218049" indent="0">
              <a:buNone/>
              <a:defRPr sz="159"/>
            </a:lvl4pPr>
            <a:lvl5pPr marL="290732" indent="0">
              <a:buNone/>
              <a:defRPr sz="159"/>
            </a:lvl5pPr>
            <a:lvl6pPr marL="363416" indent="0">
              <a:buNone/>
              <a:defRPr sz="159"/>
            </a:lvl6pPr>
            <a:lvl7pPr marL="436099" indent="0">
              <a:buNone/>
              <a:defRPr sz="159"/>
            </a:lvl7pPr>
            <a:lvl8pPr marL="508782" indent="0">
              <a:buNone/>
              <a:defRPr sz="159"/>
            </a:lvl8pPr>
            <a:lvl9pPr marL="581464" indent="0">
              <a:buNone/>
              <a:defRPr sz="15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50830426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11/01/1448</a:t>
            </a:fld>
            <a:endParaRPr/>
          </a:p>
        </p:txBody>
      </p:sp>
      <p:sp>
        <p:nvSpPr>
          <p:cNvPr id="15546860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68437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430916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349168479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68034723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11/01/1448</a:t>
            </a:fld>
            <a:endParaRPr/>
          </a:p>
        </p:txBody>
      </p:sp>
      <p:sp>
        <p:nvSpPr>
          <p:cNvPr id="26275328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42098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559664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244622" y="460101"/>
            <a:ext cx="2484183" cy="7323524"/>
          </a:xfrm>
        </p:spPr>
        <p:txBody>
          <a:bodyPr vert="eaVert"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67034152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792066" y="460101"/>
            <a:ext cx="7308547" cy="7323524"/>
          </a:xfrm>
        </p:spPr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75600803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11/01/1448</a:t>
            </a:fld>
            <a:endParaRPr/>
          </a:p>
        </p:txBody>
      </p:sp>
      <p:sp>
        <p:nvSpPr>
          <p:cNvPr id="183927752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166375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6671219" name="Title Placeholder 1"/>
          <p:cNvSpPr>
            <a:spLocks noGrp="1"/>
          </p:cNvSpPr>
          <p:nvPr>
            <p:ph type="title"/>
          </p:nvPr>
        </p:nvSpPr>
        <p:spPr bwMode="auto">
          <a:xfrm>
            <a:off x="792064" y="460099"/>
            <a:ext cx="9936745" cy="16703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0239639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92064" y="2300487"/>
            <a:ext cx="9936745" cy="54831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5188642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792061" y="8009667"/>
            <a:ext cx="2592194" cy="460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9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fa-IR"/>
              <a:t>11/01/1448</a:t>
            </a:fld>
            <a:endParaRPr/>
          </a:p>
        </p:txBody>
      </p:sp>
      <p:sp>
        <p:nvSpPr>
          <p:cNvPr id="1548745006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816289" y="8009667"/>
            <a:ext cx="3888292" cy="460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9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737140085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136609" y="8009667"/>
            <a:ext cx="2592194" cy="460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9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145367" rtl="0">
        <a:lnSpc>
          <a:spcPct val="90000"/>
        </a:lnSpc>
        <a:spcBef>
          <a:spcPts val="0"/>
        </a:spcBef>
        <a:buNone/>
        <a:defRPr sz="7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341" indent="-36341" algn="l" defTabSz="145367" rtl="0">
        <a:lnSpc>
          <a:spcPct val="90000"/>
        </a:lnSpc>
        <a:spcBef>
          <a:spcPts val="159"/>
        </a:spcBef>
        <a:buFont typeface="Arial"/>
        <a:buChar char="•"/>
        <a:defRPr sz="445">
          <a:solidFill>
            <a:schemeClr val="tx1"/>
          </a:solidFill>
          <a:latin typeface="+mn-lt"/>
          <a:ea typeface="+mn-ea"/>
          <a:cs typeface="+mn-cs"/>
        </a:defRPr>
      </a:lvl1pPr>
      <a:lvl2pPr marL="109024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382">
          <a:solidFill>
            <a:schemeClr val="tx1"/>
          </a:solidFill>
          <a:latin typeface="+mn-lt"/>
          <a:ea typeface="+mn-ea"/>
          <a:cs typeface="+mn-cs"/>
        </a:defRPr>
      </a:lvl2pPr>
      <a:lvl3pPr marL="181707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318">
          <a:solidFill>
            <a:schemeClr val="tx1"/>
          </a:solidFill>
          <a:latin typeface="+mn-lt"/>
          <a:ea typeface="+mn-ea"/>
          <a:cs typeface="+mn-cs"/>
        </a:defRPr>
      </a:lvl3pPr>
      <a:lvl4pPr marL="254390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4pPr>
      <a:lvl5pPr marL="327075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5pPr>
      <a:lvl6pPr marL="399758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6pPr>
      <a:lvl7pPr marL="472440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7pPr>
      <a:lvl8pPr marL="545123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8pPr>
      <a:lvl9pPr marL="617806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1pPr>
      <a:lvl2pPr marL="72683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2pPr>
      <a:lvl3pPr marL="145367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3pPr>
      <a:lvl4pPr marL="218049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4pPr>
      <a:lvl5pPr marL="290732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5pPr>
      <a:lvl6pPr marL="363416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6pPr>
      <a:lvl7pPr marL="436099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7pPr>
      <a:lvl8pPr marL="508782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8pPr>
      <a:lvl9pPr marL="581464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D6D4DA9C-E17A-696E-5219-AB26116386D3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" name="Rectangle: Rounded Corners 45">
            <a:extLst>
              <a:ext uri="{FF2B5EF4-FFF2-40B4-BE49-F238E27FC236}">
                <a16:creationId xmlns:a16="http://schemas.microsoft.com/office/drawing/2014/main" id="{7266CE16-7587-170A-225B-764671352673}"/>
              </a:ext>
            </a:extLst>
          </p:cNvPr>
          <p:cNvSpPr/>
          <p:nvPr/>
        </p:nvSpPr>
        <p:spPr bwMode="auto">
          <a:xfrm>
            <a:off x="1359989" y="3712531"/>
            <a:ext cx="1757728" cy="2257737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/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SM</a:t>
            </a:r>
          </a:p>
          <a:p>
            <a:pPr rtl="0"/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DateTimeSent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DateTimeRead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read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deleted</a:t>
            </a:r>
          </a:p>
          <a:p>
            <a:pPr rtl="0"/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Feedback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ans:Yes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ans:No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0AC991BF-6836-D27B-9C74-D061704479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2126" y="8018081"/>
            <a:ext cx="1037872" cy="23673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/>
        </p:spPr>
      </p:pic>
      <p:sp>
        <p:nvSpPr>
          <p:cNvPr id="23" name="Rectangle: Rounded Corners 44">
            <a:extLst>
              <a:ext uri="{FF2B5EF4-FFF2-40B4-BE49-F238E27FC236}">
                <a16:creationId xmlns:a16="http://schemas.microsoft.com/office/drawing/2014/main" id="{60EEA583-4825-92D1-3BD6-2EFF827734DE}"/>
              </a:ext>
            </a:extLst>
          </p:cNvPr>
          <p:cNvSpPr/>
          <p:nvPr/>
        </p:nvSpPr>
        <p:spPr bwMode="auto">
          <a:xfrm>
            <a:off x="9107253" y="359941"/>
            <a:ext cx="1261503" cy="1196534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UsrPass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UsrNickname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 1: active</a:t>
            </a:r>
          </a:p>
        </p:txBody>
      </p:sp>
      <p:sp>
        <p:nvSpPr>
          <p:cNvPr id="8" name="Rectangle: Rounded Corners 18">
            <a:extLst>
              <a:ext uri="{FF2B5EF4-FFF2-40B4-BE49-F238E27FC236}">
                <a16:creationId xmlns:a16="http://schemas.microsoft.com/office/drawing/2014/main" id="{CF51E3CE-E401-764F-903E-3F496D6649AD}"/>
              </a:ext>
            </a:extLst>
          </p:cNvPr>
          <p:cNvSpPr/>
          <p:nvPr/>
        </p:nvSpPr>
        <p:spPr bwMode="auto">
          <a:xfrm>
            <a:off x="4371117" y="645939"/>
            <a:ext cx="1824374" cy="1308924"/>
          </a:xfrm>
          <a:prstGeom prst="roundRect">
            <a:avLst>
              <a:gd name="adj" fmla="val 5397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CT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CourseTopicTitle</a:t>
            </a:r>
          </a:p>
        </p:txBody>
      </p:sp>
      <p:sp>
        <p:nvSpPr>
          <p:cNvPr id="6" name="Rectangle: Rounded Corners 8">
            <a:extLst>
              <a:ext uri="{FF2B5EF4-FFF2-40B4-BE49-F238E27FC236}">
                <a16:creationId xmlns:a16="http://schemas.microsoft.com/office/drawing/2014/main" id="{EE42FACE-31AC-E394-D5A6-8AEE58DE6DF5}"/>
              </a:ext>
            </a:extLst>
          </p:cNvPr>
          <p:cNvSpPr/>
          <p:nvPr/>
        </p:nvSpPr>
        <p:spPr bwMode="auto">
          <a:xfrm>
            <a:off x="8050056" y="2944397"/>
            <a:ext cx="2065492" cy="2435984"/>
          </a:xfrm>
          <a:prstGeom prst="roundRect">
            <a:avLst>
              <a:gd name="adj" fmla="val 6530"/>
            </a:avLst>
          </a:prstGeom>
          <a:solidFill>
            <a:schemeClr val="bg1"/>
          </a:solidFill>
          <a:ln w="28575">
            <a:solidFill>
              <a:schemeClr val="accent6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189651" rtl="0">
              <a:defRPr/>
            </a:pPr>
            <a:endParaRPr lang="en-US" sz="1707" b="1">
              <a:solidFill>
                <a:schemeClr val="bg1"/>
              </a:solidFill>
              <a:highlight>
                <a:srgbClr val="000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89651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T</a:t>
            </a:r>
          </a:p>
          <a:p>
            <a:pPr marL="189651"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89651"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TestTitle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TestType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TestLevel</a:t>
            </a:r>
          </a:p>
          <a:p>
            <a:pPr marL="189651"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(</a:t>
            </a: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testRtl, optRtl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)</a:t>
            </a:r>
          </a:p>
        </p:txBody>
      </p:sp>
      <p:sp>
        <p:nvSpPr>
          <p:cNvPr id="7" name="Rectangle: Rounded Corners 17">
            <a:extLst>
              <a:ext uri="{FF2B5EF4-FFF2-40B4-BE49-F238E27FC236}">
                <a16:creationId xmlns:a16="http://schemas.microsoft.com/office/drawing/2014/main" id="{4F4ACF69-08CD-DFAE-F33C-193AF9A03787}"/>
              </a:ext>
            </a:extLst>
          </p:cNvPr>
          <p:cNvSpPr/>
          <p:nvPr/>
        </p:nvSpPr>
        <p:spPr bwMode="auto">
          <a:xfrm>
            <a:off x="9979322" y="3652993"/>
            <a:ext cx="1261502" cy="1387474"/>
          </a:xfrm>
          <a:prstGeom prst="roundRect">
            <a:avLst>
              <a:gd name="adj" fmla="val 8085"/>
            </a:avLst>
          </a:prstGeom>
          <a:solidFill>
            <a:schemeClr val="bg1"/>
          </a:solidFill>
          <a:ln>
            <a:solidFill>
              <a:schemeClr val="accent6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TO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</a:t>
            </a:r>
          </a:p>
          <a:p>
            <a:pPr rtl="0"/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1:forceLast</a:t>
            </a:r>
          </a:p>
          <a:p>
            <a:pPr rtl="0"/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2:isAns</a:t>
            </a:r>
          </a:p>
        </p:txBody>
      </p:sp>
      <p:sp>
        <p:nvSpPr>
          <p:cNvPr id="9" name="Rectangle: Rounded Corners 19">
            <a:extLst>
              <a:ext uri="{FF2B5EF4-FFF2-40B4-BE49-F238E27FC236}">
                <a16:creationId xmlns:a16="http://schemas.microsoft.com/office/drawing/2014/main" id="{DD6B732D-B216-0CD6-2673-6626C242CCCB}"/>
              </a:ext>
            </a:extLst>
          </p:cNvPr>
          <p:cNvSpPr/>
          <p:nvPr/>
        </p:nvSpPr>
        <p:spPr bwMode="auto">
          <a:xfrm>
            <a:off x="4561055" y="6369915"/>
            <a:ext cx="1722105" cy="1226651"/>
          </a:xfrm>
          <a:prstGeom prst="roundRect">
            <a:avLst>
              <a:gd name="adj" fmla="val 8737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EC</a:t>
            </a:r>
            <a:endParaRPr lang="en-US" sz="128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TopicNTests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TestsLevel</a:t>
            </a:r>
          </a:p>
        </p:txBody>
      </p:sp>
      <p:sp>
        <p:nvSpPr>
          <p:cNvPr id="12" name="Rectangle: Rounded Corners 45">
            <a:extLst>
              <a:ext uri="{FF2B5EF4-FFF2-40B4-BE49-F238E27FC236}">
                <a16:creationId xmlns:a16="http://schemas.microsoft.com/office/drawing/2014/main" id="{BA734567-42EC-389F-1475-ABC0C5B466CF}"/>
              </a:ext>
            </a:extLst>
          </p:cNvPr>
          <p:cNvSpPr/>
          <p:nvPr/>
        </p:nvSpPr>
        <p:spPr bwMode="auto">
          <a:xfrm>
            <a:off x="3860208" y="2944397"/>
            <a:ext cx="1855656" cy="2144040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189651"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</a:p>
          <a:p>
            <a:pPr marL="189651"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89651"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  <a:endParaRPr lang="en-US" sz="853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StudentName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StudentPass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StudentNickname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marL="176213" rtl="0">
              <a:defRPr/>
            </a:pPr>
            <a:r>
              <a:rPr lang="en-US" sz="7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1:IsActive</a:t>
            </a:r>
          </a:p>
          <a:p>
            <a:pPr marL="176213" rtl="0">
              <a:defRPr/>
            </a:pPr>
            <a:r>
              <a:rPr lang="en-US" sz="7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2:ChangePass</a:t>
            </a:r>
          </a:p>
          <a:p>
            <a:pPr marL="176213" rtl="0">
              <a:defRPr/>
            </a:pPr>
            <a:r>
              <a:rPr lang="en-US" sz="7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4:ReviewEx</a:t>
            </a:r>
          </a:p>
          <a:p>
            <a:pPr marL="176213" rtl="0">
              <a:defRPr/>
            </a:pPr>
            <a:r>
              <a:rPr lang="en-US" sz="7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8:GetStExTests</a:t>
            </a:r>
          </a:p>
          <a:p>
            <a:pPr marL="176213" rtl="0">
              <a:defRPr/>
            </a:pPr>
            <a:r>
              <a:rPr lang="en-US" sz="7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16:CorrectStExTests</a:t>
            </a:r>
          </a:p>
          <a:p>
            <a:pPr marL="176213" rtl="0">
              <a:defRPr/>
            </a:pPr>
            <a:r>
              <a:rPr lang="en-US" sz="7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32:RevStExTests</a:t>
            </a:r>
          </a:p>
          <a:p>
            <a:pPr marL="176213" rtl="0">
              <a:defRPr/>
            </a:pPr>
            <a:r>
              <a:rPr lang="en-US" sz="7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64: IsSelected</a:t>
            </a:r>
          </a:p>
          <a:p>
            <a:pPr marL="176213" rtl="0">
              <a:defRPr/>
            </a:pPr>
            <a:r>
              <a:rPr lang="en-US" sz="7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128:</a:t>
            </a:r>
          </a:p>
          <a:p>
            <a:pPr marL="176213" rtl="0">
              <a:defRPr/>
            </a:pPr>
            <a:r>
              <a:rPr lang="en-US" sz="7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256: CalendarFa</a:t>
            </a:r>
          </a:p>
        </p:txBody>
      </p:sp>
      <p:sp>
        <p:nvSpPr>
          <p:cNvPr id="97" name="Rectangle: Rounded Corners 45">
            <a:extLst>
              <a:ext uri="{FF2B5EF4-FFF2-40B4-BE49-F238E27FC236}">
                <a16:creationId xmlns:a16="http://schemas.microsoft.com/office/drawing/2014/main" id="{E6BA6EAB-7AC6-19DD-11F7-782C47CCE5CC}"/>
              </a:ext>
            </a:extLst>
          </p:cNvPr>
          <p:cNvSpPr/>
          <p:nvPr/>
        </p:nvSpPr>
        <p:spPr bwMode="auto">
          <a:xfrm>
            <a:off x="2817830" y="4327039"/>
            <a:ext cx="1182039" cy="1349000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M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DateTimeCreated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MessageBody</a:t>
            </a:r>
          </a:p>
        </p:txBody>
      </p:sp>
      <p:sp>
        <p:nvSpPr>
          <p:cNvPr id="21" name="Rectangle: Rounded Corners 14">
            <a:extLst>
              <a:ext uri="{FF2B5EF4-FFF2-40B4-BE49-F238E27FC236}">
                <a16:creationId xmlns:a16="http://schemas.microsoft.com/office/drawing/2014/main" id="{2CAA5E73-6596-454B-3046-FFE7FE6C87F7}"/>
              </a:ext>
            </a:extLst>
          </p:cNvPr>
          <p:cNvSpPr/>
          <p:nvPr/>
        </p:nvSpPr>
        <p:spPr bwMode="auto">
          <a:xfrm>
            <a:off x="5600126" y="645939"/>
            <a:ext cx="1366068" cy="1308924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CF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CourseFolderUrl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CourseFolderActive</a:t>
            </a:r>
          </a:p>
        </p:txBody>
      </p:sp>
      <p:sp>
        <p:nvSpPr>
          <p:cNvPr id="27" name="Rectangle: Rounded Corners 45">
            <a:extLst>
              <a:ext uri="{FF2B5EF4-FFF2-40B4-BE49-F238E27FC236}">
                <a16:creationId xmlns:a16="http://schemas.microsoft.com/office/drawing/2014/main" id="{B392505D-16CA-D342-9B83-37748EF8E34B}"/>
              </a:ext>
            </a:extLst>
          </p:cNvPr>
          <p:cNvSpPr/>
          <p:nvPr/>
        </p:nvSpPr>
        <p:spPr bwMode="auto">
          <a:xfrm>
            <a:off x="1359989" y="2115977"/>
            <a:ext cx="1757728" cy="1442933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/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SG</a:t>
            </a:r>
          </a:p>
          <a:p>
            <a:pPr rtl="0"/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DateTimeJoined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/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</a:t>
            </a:r>
          </a:p>
        </p:txBody>
      </p:sp>
      <p:sp>
        <p:nvSpPr>
          <p:cNvPr id="22" name="Rectangle: Rounded Corners 44">
            <a:extLst>
              <a:ext uri="{FF2B5EF4-FFF2-40B4-BE49-F238E27FC236}">
                <a16:creationId xmlns:a16="http://schemas.microsoft.com/office/drawing/2014/main" id="{1829AC77-A972-B3B8-4EF9-16E84E6DAF15}"/>
              </a:ext>
            </a:extLst>
          </p:cNvPr>
          <p:cNvSpPr/>
          <p:nvPr/>
        </p:nvSpPr>
        <p:spPr bwMode="auto">
          <a:xfrm>
            <a:off x="10195069" y="524241"/>
            <a:ext cx="1045755" cy="915820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UL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usrsLogs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UserLogText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B4528BF-1556-FBCC-EEEF-4288816ABD27}"/>
              </a:ext>
            </a:extLst>
          </p:cNvPr>
          <p:cNvSpPr txBox="1"/>
          <p:nvPr/>
        </p:nvSpPr>
        <p:spPr>
          <a:xfrm>
            <a:off x="9757896" y="8201250"/>
            <a:ext cx="1402948" cy="223587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l" rtl="0"/>
            <a:r>
              <a:rPr lang="en-US" sz="853">
                <a:solidFill>
                  <a:schemeClr val="tx1"/>
                </a:solidFill>
                <a:latin typeface="Consolas" panose="020B0609020204030204" pitchFamily="49" charset="0"/>
              </a:rPr>
              <a:t>Majid SharifiTehrani</a:t>
            </a:r>
            <a:endParaRPr lang="fa-IR" sz="853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Rectangle: Rounded Corners 15">
            <a:extLst>
              <a:ext uri="{FF2B5EF4-FFF2-40B4-BE49-F238E27FC236}">
                <a16:creationId xmlns:a16="http://schemas.microsoft.com/office/drawing/2014/main" id="{5C397EF3-C98C-AF05-D30B-E81FD4229C99}"/>
              </a:ext>
            </a:extLst>
          </p:cNvPr>
          <p:cNvSpPr/>
          <p:nvPr/>
        </p:nvSpPr>
        <p:spPr bwMode="auto">
          <a:xfrm>
            <a:off x="5051947" y="4698088"/>
            <a:ext cx="2010706" cy="1872068"/>
          </a:xfrm>
          <a:prstGeom prst="roundRect">
            <a:avLst>
              <a:gd name="adj" fmla="val 5608"/>
            </a:avLst>
          </a:prstGeom>
          <a:solidFill>
            <a:schemeClr val="bg1"/>
          </a:solidFill>
          <a:ln w="28575">
            <a:solidFill>
              <a:schemeClr val="accent5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ExamDateTime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ExamDuration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ExamNTests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</a:t>
            </a:r>
          </a:p>
          <a:p>
            <a:pPr rtl="0">
              <a:defRPr/>
            </a:pP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2:training</a:t>
            </a:r>
          </a:p>
        </p:txBody>
      </p:sp>
      <p:sp>
        <p:nvSpPr>
          <p:cNvPr id="11" name="Rectangle: Rounded Corners 44">
            <a:extLst>
              <a:ext uri="{FF2B5EF4-FFF2-40B4-BE49-F238E27FC236}">
                <a16:creationId xmlns:a16="http://schemas.microsoft.com/office/drawing/2014/main" id="{5D5FF3D4-447A-77CB-8B35-8B1F447EF331}"/>
              </a:ext>
            </a:extLst>
          </p:cNvPr>
          <p:cNvSpPr/>
          <p:nvPr/>
        </p:nvSpPr>
        <p:spPr bwMode="auto">
          <a:xfrm>
            <a:off x="2833517" y="2242327"/>
            <a:ext cx="1182038" cy="1075389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G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</p:txBody>
      </p:sp>
      <p:sp>
        <p:nvSpPr>
          <p:cNvPr id="4" name="Rectangle: Rounded Corners 14">
            <a:extLst>
              <a:ext uri="{FF2B5EF4-FFF2-40B4-BE49-F238E27FC236}">
                <a16:creationId xmlns:a16="http://schemas.microsoft.com/office/drawing/2014/main" id="{211F08BA-A356-BC1A-8518-562FEBB416AC}"/>
              </a:ext>
            </a:extLst>
          </p:cNvPr>
          <p:cNvSpPr/>
          <p:nvPr/>
        </p:nvSpPr>
        <p:spPr bwMode="auto">
          <a:xfrm>
            <a:off x="5049531" y="1921275"/>
            <a:ext cx="2013127" cy="1645829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 w="28575">
            <a:solidFill>
              <a:srgbClr val="C00000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CourseUnits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CourseRtl</a:t>
            </a:r>
          </a:p>
        </p:txBody>
      </p:sp>
      <p:sp>
        <p:nvSpPr>
          <p:cNvPr id="14" name="Rectangle: Rounded Corners 1">
            <a:extLst>
              <a:ext uri="{FF2B5EF4-FFF2-40B4-BE49-F238E27FC236}">
                <a16:creationId xmlns:a16="http://schemas.microsoft.com/office/drawing/2014/main" id="{65B081CF-47C3-25F8-F8A9-121311585B5C}"/>
              </a:ext>
            </a:extLst>
          </p:cNvPr>
          <p:cNvSpPr/>
          <p:nvPr/>
        </p:nvSpPr>
        <p:spPr bwMode="auto">
          <a:xfrm>
            <a:off x="6727074" y="6096823"/>
            <a:ext cx="1552129" cy="1649493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</a:t>
            </a:r>
            <a:endParaRPr lang="en-US" sz="128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Exam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StartDateTime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FinishDateTime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>
              <a:defRPr/>
            </a:pP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2:strt, 4:fin, 8:rev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StudentExamPoint </a:t>
            </a:r>
            <a:r>
              <a:rPr lang="en-US" sz="853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double</a:t>
            </a:r>
          </a:p>
        </p:txBody>
      </p:sp>
      <p:sp>
        <p:nvSpPr>
          <p:cNvPr id="71" name="Rectangle: Rounded Corners 1">
            <a:extLst>
              <a:ext uri="{FF2B5EF4-FFF2-40B4-BE49-F238E27FC236}">
                <a16:creationId xmlns:a16="http://schemas.microsoft.com/office/drawing/2014/main" id="{955CB0B1-CE89-9B80-8575-451D6A2177CB}"/>
              </a:ext>
            </a:extLst>
          </p:cNvPr>
          <p:cNvSpPr/>
          <p:nvPr/>
        </p:nvSpPr>
        <p:spPr bwMode="auto">
          <a:xfrm>
            <a:off x="6709586" y="1844456"/>
            <a:ext cx="1545810" cy="1868075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SC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StudentCourse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NumberOfTests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CorrectAnswers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1:act 2:retry 4rev</a:t>
            </a:r>
          </a:p>
        </p:txBody>
      </p:sp>
      <p:sp>
        <p:nvSpPr>
          <p:cNvPr id="10" name="Rectangle: Rounded Corners 21">
            <a:extLst>
              <a:ext uri="{FF2B5EF4-FFF2-40B4-BE49-F238E27FC236}">
                <a16:creationId xmlns:a16="http://schemas.microsoft.com/office/drawing/2014/main" id="{D6FA2A03-AB4A-1FE4-DF8B-396B2745C718}"/>
              </a:ext>
            </a:extLst>
          </p:cNvPr>
          <p:cNvSpPr/>
          <p:nvPr/>
        </p:nvSpPr>
        <p:spPr bwMode="auto">
          <a:xfrm>
            <a:off x="6703272" y="4578752"/>
            <a:ext cx="1552129" cy="1387474"/>
          </a:xfrm>
          <a:prstGeom prst="roundRect">
            <a:avLst>
              <a:gd name="adj" fmla="val 5633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ET</a:t>
            </a:r>
            <a:b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PercentCorrect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PercentIncorrect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PercentHelped</a:t>
            </a:r>
          </a:p>
        </p:txBody>
      </p:sp>
      <p:sp>
        <p:nvSpPr>
          <p:cNvPr id="56" name="Rectangle: Rounded Corners 1">
            <a:extLst>
              <a:ext uri="{FF2B5EF4-FFF2-40B4-BE49-F238E27FC236}">
                <a16:creationId xmlns:a16="http://schemas.microsoft.com/office/drawing/2014/main" id="{2D9A8BCD-8338-6E14-60CD-CFB84381B1E1}"/>
              </a:ext>
            </a:extLst>
          </p:cNvPr>
          <p:cNvSpPr/>
          <p:nvPr/>
        </p:nvSpPr>
        <p:spPr bwMode="auto">
          <a:xfrm>
            <a:off x="8114732" y="2007119"/>
            <a:ext cx="1864591" cy="1402330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SCT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Test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TestKey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UserAns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sp>
        <p:nvSpPr>
          <p:cNvPr id="13" name="Rectangle: Rounded Corners 46">
            <a:extLst>
              <a:ext uri="{FF2B5EF4-FFF2-40B4-BE49-F238E27FC236}">
                <a16:creationId xmlns:a16="http://schemas.microsoft.com/office/drawing/2014/main" id="{E9E540C7-12DF-B746-441D-F8783C454309}"/>
              </a:ext>
            </a:extLst>
          </p:cNvPr>
          <p:cNvSpPr/>
          <p:nvPr/>
        </p:nvSpPr>
        <p:spPr bwMode="auto">
          <a:xfrm>
            <a:off x="8114731" y="5248801"/>
            <a:ext cx="2299440" cy="2118334"/>
          </a:xfrm>
          <a:prstGeom prst="roundRect">
            <a:avLst>
              <a:gd name="adj" fmla="val 6890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SET</a:t>
            </a:r>
            <a:endParaRPr lang="en-US" sz="128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StudentExamTestId </a:t>
            </a:r>
            <a:r>
              <a:rPr lang="en-US" sz="853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long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Opt1Id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Opt2Id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Opt3Id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Opt4Id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Opt5Id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StudentExamTestKey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StudentExamTestAns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</p:txBody>
      </p:sp>
      <p:sp>
        <p:nvSpPr>
          <p:cNvPr id="30" name="Callout: Bent Line 29">
            <a:extLst>
              <a:ext uri="{FF2B5EF4-FFF2-40B4-BE49-F238E27FC236}">
                <a16:creationId xmlns:a16="http://schemas.microsoft.com/office/drawing/2014/main" id="{37CBAADD-8162-F8CF-9142-1CCC32CAB857}"/>
              </a:ext>
            </a:extLst>
          </p:cNvPr>
          <p:cNvSpPr/>
          <p:nvPr/>
        </p:nvSpPr>
        <p:spPr bwMode="auto">
          <a:xfrm>
            <a:off x="9376850" y="6290922"/>
            <a:ext cx="969138" cy="981077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visited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answered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helped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revised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probl. rep</a:t>
            </a:r>
          </a:p>
          <a:p>
            <a:pPr rtl="0"/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64 IsSelected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9A5EDCA-1A33-731C-45A6-9E93E1C8A678}"/>
              </a:ext>
            </a:extLst>
          </p:cNvPr>
          <p:cNvSpPr/>
          <p:nvPr/>
        </p:nvSpPr>
        <p:spPr>
          <a:xfrm>
            <a:off x="1585325" y="6149940"/>
            <a:ext cx="1316313" cy="1122060"/>
          </a:xfrm>
          <a:prstGeom prst="roundRect">
            <a:avLst>
              <a:gd name="adj" fmla="val 4327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 dirty="0" err="1">
                <a:solidFill>
                  <a:schemeClr val="bg1"/>
                </a:solidFill>
                <a:highlight>
                  <a:srgbClr val="000000"/>
                </a:highlight>
              </a:rPr>
              <a:t>S</a:t>
            </a:r>
            <a:r>
              <a:rPr lang="en-US" sz="1280" b="1" dirty="0" err="1"/>
              <a:t>ubProjects</a:t>
            </a:r>
            <a:endParaRPr lang="en-US" sz="853" b="1" dirty="0"/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SubprojectId</a:t>
            </a:r>
            <a:endParaRPr lang="en-US" sz="853" i="1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>
                <a:solidFill>
                  <a:schemeClr val="tx1"/>
                </a:solidFill>
              </a:rPr>
              <a:t>ProjectId</a:t>
            </a:r>
            <a:endParaRPr lang="fa-IR" sz="853">
              <a:solidFill>
                <a:schemeClr val="tx1"/>
              </a:solidFill>
            </a:endParaRPr>
          </a:p>
          <a:p>
            <a:pPr rtl="0"/>
            <a:r>
              <a:rPr lang="en-US" sz="853"/>
              <a:t>SubprojectName</a:t>
            </a:r>
          </a:p>
          <a:p>
            <a:pPr rtl="0"/>
            <a:r>
              <a:rPr lang="en-US" sz="853"/>
              <a:t>Subproject</a:t>
            </a:r>
            <a:r>
              <a:rPr lang="en-US" sz="853">
                <a:solidFill>
                  <a:srgbClr val="C00000"/>
                </a:solidFill>
              </a:rPr>
              <a:t>Tags</a:t>
            </a:r>
            <a:endParaRPr lang="en-US" sz="853" dirty="0">
              <a:solidFill>
                <a:srgbClr val="C00000"/>
              </a:solidFill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EB7AD94-FB73-258B-E14F-D29425205938}"/>
              </a:ext>
            </a:extLst>
          </p:cNvPr>
          <p:cNvSpPr/>
          <p:nvPr/>
        </p:nvSpPr>
        <p:spPr>
          <a:xfrm>
            <a:off x="632108" y="6149940"/>
            <a:ext cx="997025" cy="1003009"/>
          </a:xfrm>
          <a:prstGeom prst="roundRect">
            <a:avLst>
              <a:gd name="adj" fmla="val 8313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 dirty="0">
                <a:solidFill>
                  <a:schemeClr val="bg1"/>
                </a:solidFill>
                <a:highlight>
                  <a:srgbClr val="000000"/>
                </a:highlight>
              </a:rPr>
              <a:t>P</a:t>
            </a:r>
            <a:r>
              <a:rPr lang="en-US" sz="1280" b="1" dirty="0"/>
              <a:t>rojects</a:t>
            </a:r>
            <a:endParaRPr lang="en-US" sz="853" b="1" dirty="0"/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ProjectId</a:t>
            </a:r>
          </a:p>
          <a:p>
            <a:pPr rtl="0"/>
            <a:r>
              <a:rPr lang="en-US" sz="853">
                <a:solidFill>
                  <a:schemeClr val="tx1"/>
                </a:solidFill>
              </a:rPr>
              <a:t>UserId</a:t>
            </a:r>
          </a:p>
          <a:p>
            <a:pPr rtl="0"/>
            <a:r>
              <a:rPr lang="en-US" sz="853">
                <a:solidFill>
                  <a:schemeClr val="tx1"/>
                </a:solidFill>
              </a:rPr>
              <a:t>UserType</a:t>
            </a:r>
            <a:endParaRPr lang="en-US" sz="853" dirty="0"/>
          </a:p>
          <a:p>
            <a:pPr rtl="0"/>
            <a:r>
              <a:rPr lang="en-US" sz="853" dirty="0" err="1"/>
              <a:t>ProjectName</a:t>
            </a:r>
            <a:endParaRPr lang="en-US" sz="853" dirty="0"/>
          </a:p>
          <a:p>
            <a:pPr rtl="0"/>
            <a:r>
              <a:rPr lang="en-US" sz="853"/>
              <a:t>Project</a:t>
            </a:r>
            <a:r>
              <a:rPr lang="en-US" sz="853">
                <a:solidFill>
                  <a:srgbClr val="C00000"/>
                </a:solidFill>
              </a:rPr>
              <a:t>Tags</a:t>
            </a:r>
            <a:endParaRPr lang="en-US" sz="853" dirty="0">
              <a:solidFill>
                <a:srgbClr val="C00000"/>
              </a:solidFill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A0D2D6C-AD44-BFED-2D51-29757378D5BB}"/>
              </a:ext>
            </a:extLst>
          </p:cNvPr>
          <p:cNvSpPr/>
          <p:nvPr/>
        </p:nvSpPr>
        <p:spPr>
          <a:xfrm>
            <a:off x="2735908" y="6631447"/>
            <a:ext cx="895415" cy="1236232"/>
          </a:xfrm>
          <a:prstGeom prst="roundRect">
            <a:avLst>
              <a:gd name="adj" fmla="val 1266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 dirty="0">
                <a:solidFill>
                  <a:schemeClr val="bg1"/>
                </a:solidFill>
                <a:highlight>
                  <a:srgbClr val="000000"/>
                </a:highlight>
              </a:rPr>
              <a:t>N</a:t>
            </a:r>
            <a:r>
              <a:rPr lang="en-US" sz="1280" b="1" dirty="0"/>
              <a:t>otes</a:t>
            </a:r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NoteId</a:t>
            </a:r>
          </a:p>
          <a:p>
            <a:pPr rtl="0"/>
            <a:r>
              <a:rPr lang="en-US" sz="853"/>
              <a:t>ParentId</a:t>
            </a:r>
          </a:p>
          <a:p>
            <a:pPr rtl="0"/>
            <a:r>
              <a:rPr lang="en-US" sz="853"/>
              <a:t>ParentType</a:t>
            </a:r>
          </a:p>
          <a:p>
            <a:pPr rtl="0"/>
            <a:r>
              <a:rPr lang="en-US" sz="853"/>
              <a:t>NoteDatum</a:t>
            </a:r>
            <a:endParaRPr lang="en-US" sz="853" dirty="0"/>
          </a:p>
          <a:p>
            <a:pPr rtl="0"/>
            <a:r>
              <a:rPr lang="en-US" sz="853"/>
              <a:t>NoteText</a:t>
            </a:r>
            <a:endParaRPr lang="en-US" sz="853" dirty="0"/>
          </a:p>
          <a:p>
            <a:pPr rtl="0"/>
            <a:r>
              <a:rPr lang="en-US" sz="853">
                <a:solidFill>
                  <a:srgbClr val="C00000"/>
                </a:solidFill>
              </a:rPr>
              <a:t>NoteTags</a:t>
            </a:r>
          </a:p>
          <a:p>
            <a:pPr rtl="0"/>
            <a:r>
              <a:rPr lang="en-US" sz="853">
                <a:solidFill>
                  <a:schemeClr val="tx1"/>
                </a:solidFill>
                <a:highlight>
                  <a:srgbClr val="FFFF00"/>
                </a:highlight>
              </a:rPr>
              <a:t>CreatorId</a:t>
            </a:r>
            <a:endParaRPr lang="fa-IR" sz="853" dirty="0"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E95C3AB-3ADD-0B38-7306-5F78CAD1B483}"/>
              </a:ext>
            </a:extLst>
          </p:cNvPr>
          <p:cNvSpPr/>
          <p:nvPr/>
        </p:nvSpPr>
        <p:spPr>
          <a:xfrm>
            <a:off x="3482164" y="6264597"/>
            <a:ext cx="909928" cy="721108"/>
          </a:xfrm>
          <a:prstGeom prst="roundRect">
            <a:avLst>
              <a:gd name="adj" fmla="val 4805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 dirty="0" err="1">
                <a:solidFill>
                  <a:schemeClr val="bg1"/>
                </a:solidFill>
                <a:highlight>
                  <a:srgbClr val="000000"/>
                </a:highlight>
              </a:rPr>
              <a:t>N</a:t>
            </a:r>
            <a:r>
              <a:rPr lang="en-US" sz="1280" b="1" dirty="0" err="1"/>
              <a:t>oteNet</a:t>
            </a:r>
            <a:endParaRPr lang="en-US" sz="1280" b="1" dirty="0"/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NoteNetId</a:t>
            </a:r>
            <a:endParaRPr lang="en-US" sz="853" i="1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/>
              <a:t>NoteAId</a:t>
            </a:r>
          </a:p>
          <a:p>
            <a:pPr rtl="0"/>
            <a:r>
              <a:rPr lang="en-US" sz="853"/>
              <a:t>NoteBId</a:t>
            </a:r>
            <a:endParaRPr lang="en-US" sz="853" dirty="0"/>
          </a:p>
        </p:txBody>
      </p:sp>
      <p:sp>
        <p:nvSpPr>
          <p:cNvPr id="17" name="Callout: Bent Line 16">
            <a:extLst>
              <a:ext uri="{FF2B5EF4-FFF2-40B4-BE49-F238E27FC236}">
                <a16:creationId xmlns:a16="http://schemas.microsoft.com/office/drawing/2014/main" id="{D7A96907-C393-6D27-7271-FEC08798F246}"/>
              </a:ext>
            </a:extLst>
          </p:cNvPr>
          <p:cNvSpPr/>
          <p:nvPr/>
        </p:nvSpPr>
        <p:spPr bwMode="auto">
          <a:xfrm>
            <a:off x="1007716" y="7332621"/>
            <a:ext cx="1683369" cy="1236232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parentTypes: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 quickNote by T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2: section Note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3: note on Student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4: note on Group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5: note on Course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6: note on Exam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7: quickNote by S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8: note on Examstudents</a:t>
            </a:r>
          </a:p>
        </p:txBody>
      </p:sp>
      <p:sp>
        <p:nvSpPr>
          <p:cNvPr id="18" name="Rectangle: Rounded Corners 45">
            <a:extLst>
              <a:ext uri="{FF2B5EF4-FFF2-40B4-BE49-F238E27FC236}">
                <a16:creationId xmlns:a16="http://schemas.microsoft.com/office/drawing/2014/main" id="{84CF63F6-9EC1-FF7B-5327-5C2174F26690}"/>
              </a:ext>
            </a:extLst>
          </p:cNvPr>
          <p:cNvSpPr/>
          <p:nvPr/>
        </p:nvSpPr>
        <p:spPr bwMode="auto">
          <a:xfrm>
            <a:off x="2833510" y="597669"/>
            <a:ext cx="1182039" cy="1402919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FromId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DateTimeSent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ChatText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ChatTags</a:t>
            </a:r>
          </a:p>
        </p:txBody>
      </p:sp>
      <p:sp>
        <p:nvSpPr>
          <p:cNvPr id="19" name="Callout: Bent Line 18">
            <a:extLst>
              <a:ext uri="{FF2B5EF4-FFF2-40B4-BE49-F238E27FC236}">
                <a16:creationId xmlns:a16="http://schemas.microsoft.com/office/drawing/2014/main" id="{911BC3D9-3D49-A426-849E-1055E8FBCA28}"/>
              </a:ext>
            </a:extLst>
          </p:cNvPr>
          <p:cNvSpPr/>
          <p:nvPr/>
        </p:nvSpPr>
        <p:spPr bwMode="auto">
          <a:xfrm>
            <a:off x="779315" y="1829793"/>
            <a:ext cx="2013126" cy="259346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ChatTags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1:Read 2:Imp 3:Bookmark 4:Del</a:t>
            </a:r>
          </a:p>
        </p:txBody>
      </p:sp>
      <p:sp>
        <p:nvSpPr>
          <p:cNvPr id="20" name="Callout: Bent Line 19">
            <a:extLst>
              <a:ext uri="{FF2B5EF4-FFF2-40B4-BE49-F238E27FC236}">
                <a16:creationId xmlns:a16="http://schemas.microsoft.com/office/drawing/2014/main" id="{12E24851-D7C0-662B-DDE1-34D282E94032}"/>
              </a:ext>
            </a:extLst>
          </p:cNvPr>
          <p:cNvSpPr/>
          <p:nvPr/>
        </p:nvSpPr>
        <p:spPr bwMode="auto">
          <a:xfrm>
            <a:off x="2735908" y="7920781"/>
            <a:ext cx="1584176" cy="620356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NoteTags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1:rtl      2:done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4:shared   8:</a:t>
            </a:r>
            <a:r>
              <a:rPr lang="en-US" sz="853" kern="100">
                <a:solidFill>
                  <a:srgbClr val="FF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readonly</a:t>
            </a:r>
            <a:endParaRPr lang="en-US" sz="853" kern="100">
              <a:solidFill>
                <a:schemeClr val="tx1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16:S-Note?</a:t>
            </a:r>
          </a:p>
        </p:txBody>
      </p:sp>
      <p:sp>
        <p:nvSpPr>
          <p:cNvPr id="24" name="Callout: Bent Line 23">
            <a:extLst>
              <a:ext uri="{FF2B5EF4-FFF2-40B4-BE49-F238E27FC236}">
                <a16:creationId xmlns:a16="http://schemas.microsoft.com/office/drawing/2014/main" id="{5C54F825-3D0E-64C0-E121-67B6A937D248}"/>
              </a:ext>
            </a:extLst>
          </p:cNvPr>
          <p:cNvSpPr/>
          <p:nvPr/>
        </p:nvSpPr>
        <p:spPr bwMode="auto">
          <a:xfrm>
            <a:off x="77984" y="7242193"/>
            <a:ext cx="861549" cy="822604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UserType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1:Teacher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2:Student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ProjectTags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1:active</a:t>
            </a:r>
          </a:p>
        </p:txBody>
      </p:sp>
      <p:sp>
        <p:nvSpPr>
          <p:cNvPr id="25" name="Rectangle: Rounded Corners 44">
            <a:extLst>
              <a:ext uri="{FF2B5EF4-FFF2-40B4-BE49-F238E27FC236}">
                <a16:creationId xmlns:a16="http://schemas.microsoft.com/office/drawing/2014/main" id="{A460627C-6A84-BFD9-020B-04D76A321D4A}"/>
              </a:ext>
            </a:extLst>
          </p:cNvPr>
          <p:cNvSpPr/>
          <p:nvPr/>
        </p:nvSpPr>
        <p:spPr bwMode="auto">
          <a:xfrm>
            <a:off x="1544309" y="157639"/>
            <a:ext cx="1210830" cy="1196534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8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CHR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ChatroomAdminId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ChatroomTerms</a:t>
            </a:r>
          </a:p>
        </p:txBody>
      </p:sp>
      <p:sp>
        <p:nvSpPr>
          <p:cNvPr id="28" name="Rectangle: Rounded Corners 44">
            <a:extLst>
              <a:ext uri="{FF2B5EF4-FFF2-40B4-BE49-F238E27FC236}">
                <a16:creationId xmlns:a16="http://schemas.microsoft.com/office/drawing/2014/main" id="{96D765ED-D9C6-3463-0136-8A90C3A57F14}"/>
              </a:ext>
            </a:extLst>
          </p:cNvPr>
          <p:cNvSpPr/>
          <p:nvPr/>
        </p:nvSpPr>
        <p:spPr bwMode="auto">
          <a:xfrm>
            <a:off x="48639" y="157639"/>
            <a:ext cx="1445914" cy="1642462"/>
          </a:xfrm>
          <a:prstGeom prst="roundRect">
            <a:avLst>
              <a:gd name="adj" fmla="val 6742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8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CHRP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ChatroomPosts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ChatroomPostId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SenderId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PostDateTime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PostText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PostTags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1:NeedReply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2:IsEdited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4:IsDeleted</a:t>
            </a:r>
          </a:p>
        </p:txBody>
      </p:sp>
    </p:spTree>
    <p:extLst>
      <p:ext uri="{BB962C8B-B14F-4D97-AF65-F5344CB8AC3E}">
        <p14:creationId xmlns:p14="http://schemas.microsoft.com/office/powerpoint/2010/main" val="42154089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CB37FC12-6867-ED26-C375-DC4FB76CCA5F}"/>
              </a:ext>
            </a:extLst>
          </p:cNvPr>
          <p:cNvGrpSpPr/>
          <p:nvPr/>
        </p:nvGrpSpPr>
        <p:grpSpPr>
          <a:xfrm>
            <a:off x="3196081" y="3961225"/>
            <a:ext cx="5128326" cy="1296144"/>
            <a:chOff x="1193312" y="2814092"/>
            <a:chExt cx="4807496" cy="1839044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3D2EF11B-8B58-1590-DBD1-FF472E2E835F}"/>
                </a:ext>
              </a:extLst>
            </p:cNvPr>
            <p:cNvSpPr/>
            <p:nvPr/>
          </p:nvSpPr>
          <p:spPr>
            <a:xfrm>
              <a:off x="1193312" y="2814092"/>
              <a:ext cx="4807496" cy="1839044"/>
            </a:xfrm>
            <a:prstGeom prst="roundRect">
              <a:avLst>
                <a:gd name="adj" fmla="val 3993"/>
              </a:avLst>
            </a:prstGeom>
            <a:solidFill>
              <a:schemeClr val="tx2">
                <a:lumMod val="60000"/>
                <a:lumOff val="40000"/>
                <a:alpha val="5000"/>
              </a:schemeClr>
            </a:solidFill>
            <a:ln w="6350">
              <a:solidFill>
                <a:schemeClr val="accent3"/>
              </a:solidFill>
              <a:extLst>
                <a:ext uri="{C807C97D-BFC1-408E-A445-0C87EB9F89A2}">
                  <ask:lineSketchStyleProps xmlns:ask="http://schemas.microsoft.com/office/drawing/2018/sketchyshapes" sd="3879774215">
                    <a:custGeom>
                      <a:avLst/>
                      <a:gdLst>
                        <a:gd name="csX0" fmla="*/ 0 w 6408712"/>
                        <a:gd name="csY0" fmla="*/ 72490 h 1815427"/>
                        <a:gd name="csX1" fmla="*/ 72490 w 6408712"/>
                        <a:gd name="csY1" fmla="*/ 0 h 1815427"/>
                        <a:gd name="csX2" fmla="*/ 579283 w 6408712"/>
                        <a:gd name="csY2" fmla="*/ 0 h 1815427"/>
                        <a:gd name="csX3" fmla="*/ 1148713 w 6408712"/>
                        <a:gd name="csY3" fmla="*/ 0 h 1815427"/>
                        <a:gd name="csX4" fmla="*/ 1530231 w 6408712"/>
                        <a:gd name="csY4" fmla="*/ 0 h 1815427"/>
                        <a:gd name="csX5" fmla="*/ 1974387 w 6408712"/>
                        <a:gd name="csY5" fmla="*/ 0 h 1815427"/>
                        <a:gd name="csX6" fmla="*/ 2669092 w 6408712"/>
                        <a:gd name="csY6" fmla="*/ 0 h 1815427"/>
                        <a:gd name="csX7" fmla="*/ 3301159 w 6408712"/>
                        <a:gd name="csY7" fmla="*/ 0 h 1815427"/>
                        <a:gd name="csX8" fmla="*/ 3745315 w 6408712"/>
                        <a:gd name="csY8" fmla="*/ 0 h 1815427"/>
                        <a:gd name="csX9" fmla="*/ 4377382 w 6408712"/>
                        <a:gd name="csY9" fmla="*/ 0 h 1815427"/>
                        <a:gd name="csX10" fmla="*/ 5009450 w 6408712"/>
                        <a:gd name="csY10" fmla="*/ 0 h 1815427"/>
                        <a:gd name="csX11" fmla="*/ 5641517 w 6408712"/>
                        <a:gd name="csY11" fmla="*/ 0 h 1815427"/>
                        <a:gd name="csX12" fmla="*/ 6336222 w 6408712"/>
                        <a:gd name="csY12" fmla="*/ 0 h 1815427"/>
                        <a:gd name="csX13" fmla="*/ 6408712 w 6408712"/>
                        <a:gd name="csY13" fmla="*/ 72490 h 1815427"/>
                        <a:gd name="csX14" fmla="*/ 6408712 w 6408712"/>
                        <a:gd name="csY14" fmla="*/ 595897 h 1815427"/>
                        <a:gd name="csX15" fmla="*/ 6408712 w 6408712"/>
                        <a:gd name="csY15" fmla="*/ 1136008 h 1815427"/>
                        <a:gd name="csX16" fmla="*/ 6408712 w 6408712"/>
                        <a:gd name="csY16" fmla="*/ 1742937 h 1815427"/>
                        <a:gd name="csX17" fmla="*/ 6336222 w 6408712"/>
                        <a:gd name="csY17" fmla="*/ 1815427 h 1815427"/>
                        <a:gd name="csX18" fmla="*/ 5704154 w 6408712"/>
                        <a:gd name="csY18" fmla="*/ 1815427 h 1815427"/>
                        <a:gd name="csX19" fmla="*/ 5322636 w 6408712"/>
                        <a:gd name="csY19" fmla="*/ 1815427 h 1815427"/>
                        <a:gd name="csX20" fmla="*/ 4753206 w 6408712"/>
                        <a:gd name="csY20" fmla="*/ 1815427 h 1815427"/>
                        <a:gd name="csX21" fmla="*/ 4371688 w 6408712"/>
                        <a:gd name="csY21" fmla="*/ 1815427 h 1815427"/>
                        <a:gd name="csX22" fmla="*/ 3990170 w 6408712"/>
                        <a:gd name="csY22" fmla="*/ 1815427 h 1815427"/>
                        <a:gd name="csX23" fmla="*/ 3358102 w 6408712"/>
                        <a:gd name="csY23" fmla="*/ 1815427 h 1815427"/>
                        <a:gd name="csX24" fmla="*/ 2976584 w 6408712"/>
                        <a:gd name="csY24" fmla="*/ 1815427 h 1815427"/>
                        <a:gd name="csX25" fmla="*/ 2469791 w 6408712"/>
                        <a:gd name="csY25" fmla="*/ 1815427 h 1815427"/>
                        <a:gd name="csX26" fmla="*/ 2025636 w 6408712"/>
                        <a:gd name="csY26" fmla="*/ 1815427 h 1815427"/>
                        <a:gd name="csX27" fmla="*/ 1581480 w 6408712"/>
                        <a:gd name="csY27" fmla="*/ 1815427 h 1815427"/>
                        <a:gd name="csX28" fmla="*/ 949412 w 6408712"/>
                        <a:gd name="csY28" fmla="*/ 1815427 h 1815427"/>
                        <a:gd name="csX29" fmla="*/ 567894 w 6408712"/>
                        <a:gd name="csY29" fmla="*/ 1815427 h 1815427"/>
                        <a:gd name="csX30" fmla="*/ 72490 w 6408712"/>
                        <a:gd name="csY30" fmla="*/ 1815427 h 1815427"/>
                        <a:gd name="csX31" fmla="*/ 0 w 6408712"/>
                        <a:gd name="csY31" fmla="*/ 1742937 h 1815427"/>
                        <a:gd name="csX32" fmla="*/ 0 w 6408712"/>
                        <a:gd name="csY32" fmla="*/ 1236235 h 1815427"/>
                        <a:gd name="csX33" fmla="*/ 0 w 6408712"/>
                        <a:gd name="csY33" fmla="*/ 679419 h 1815427"/>
                        <a:gd name="csX34" fmla="*/ 0 w 6408712"/>
                        <a:gd name="csY34" fmla="*/ 72490 h 181542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  <a:cxn ang="0">
                          <a:pos x="csX18" y="csY18"/>
                        </a:cxn>
                        <a:cxn ang="0">
                          <a:pos x="csX19" y="csY19"/>
                        </a:cxn>
                        <a:cxn ang="0">
                          <a:pos x="csX20" y="csY20"/>
                        </a:cxn>
                        <a:cxn ang="0">
                          <a:pos x="csX21" y="csY21"/>
                        </a:cxn>
                        <a:cxn ang="0">
                          <a:pos x="csX22" y="csY22"/>
                        </a:cxn>
                        <a:cxn ang="0">
                          <a:pos x="csX23" y="csY23"/>
                        </a:cxn>
                        <a:cxn ang="0">
                          <a:pos x="csX24" y="csY24"/>
                        </a:cxn>
                        <a:cxn ang="0">
                          <a:pos x="csX25" y="csY25"/>
                        </a:cxn>
                        <a:cxn ang="0">
                          <a:pos x="csX26" y="csY26"/>
                        </a:cxn>
                        <a:cxn ang="0">
                          <a:pos x="csX27" y="csY27"/>
                        </a:cxn>
                        <a:cxn ang="0">
                          <a:pos x="csX28" y="csY28"/>
                        </a:cxn>
                        <a:cxn ang="0">
                          <a:pos x="csX29" y="csY29"/>
                        </a:cxn>
                        <a:cxn ang="0">
                          <a:pos x="csX30" y="csY30"/>
                        </a:cxn>
                        <a:cxn ang="0">
                          <a:pos x="csX31" y="csY31"/>
                        </a:cxn>
                        <a:cxn ang="0">
                          <a:pos x="csX32" y="csY32"/>
                        </a:cxn>
                        <a:cxn ang="0">
                          <a:pos x="csX33" y="csY33"/>
                        </a:cxn>
                        <a:cxn ang="0">
                          <a:pos x="csX34" y="csY34"/>
                        </a:cxn>
                      </a:cxnLst>
                      <a:rect l="l" t="t" r="r" b="b"/>
                      <a:pathLst>
                        <a:path w="6408712" h="1815427" fill="none" extrusionOk="0">
                          <a:moveTo>
                            <a:pt x="0" y="72490"/>
                          </a:moveTo>
                          <a:cubicBezTo>
                            <a:pt x="2440" y="33763"/>
                            <a:pt x="39263" y="-776"/>
                            <a:pt x="72490" y="0"/>
                          </a:cubicBezTo>
                          <a:cubicBezTo>
                            <a:pt x="192973" y="-38538"/>
                            <a:pt x="392771" y="41667"/>
                            <a:pt x="579283" y="0"/>
                          </a:cubicBezTo>
                          <a:cubicBezTo>
                            <a:pt x="765795" y="-41667"/>
                            <a:pt x="1029846" y="27267"/>
                            <a:pt x="1148713" y="0"/>
                          </a:cubicBezTo>
                          <a:cubicBezTo>
                            <a:pt x="1267580" y="-27267"/>
                            <a:pt x="1340498" y="27393"/>
                            <a:pt x="1530231" y="0"/>
                          </a:cubicBezTo>
                          <a:cubicBezTo>
                            <a:pt x="1719964" y="-27393"/>
                            <a:pt x="1780503" y="24954"/>
                            <a:pt x="1974387" y="0"/>
                          </a:cubicBezTo>
                          <a:cubicBezTo>
                            <a:pt x="2168271" y="-24954"/>
                            <a:pt x="2339024" y="58456"/>
                            <a:pt x="2669092" y="0"/>
                          </a:cubicBezTo>
                          <a:cubicBezTo>
                            <a:pt x="2999160" y="-58456"/>
                            <a:pt x="3100822" y="66002"/>
                            <a:pt x="3301159" y="0"/>
                          </a:cubicBezTo>
                          <a:cubicBezTo>
                            <a:pt x="3501496" y="-66002"/>
                            <a:pt x="3645981" y="48918"/>
                            <a:pt x="3745315" y="0"/>
                          </a:cubicBezTo>
                          <a:cubicBezTo>
                            <a:pt x="3844649" y="-48918"/>
                            <a:pt x="4200861" y="14620"/>
                            <a:pt x="4377382" y="0"/>
                          </a:cubicBezTo>
                          <a:cubicBezTo>
                            <a:pt x="4553903" y="-14620"/>
                            <a:pt x="4816710" y="20422"/>
                            <a:pt x="5009450" y="0"/>
                          </a:cubicBezTo>
                          <a:cubicBezTo>
                            <a:pt x="5202190" y="-20422"/>
                            <a:pt x="5456852" y="69325"/>
                            <a:pt x="5641517" y="0"/>
                          </a:cubicBezTo>
                          <a:cubicBezTo>
                            <a:pt x="5826182" y="-69325"/>
                            <a:pt x="6183599" y="25256"/>
                            <a:pt x="6336222" y="0"/>
                          </a:cubicBezTo>
                          <a:cubicBezTo>
                            <a:pt x="6372865" y="-6913"/>
                            <a:pt x="6406057" y="34069"/>
                            <a:pt x="6408712" y="72490"/>
                          </a:cubicBezTo>
                          <a:cubicBezTo>
                            <a:pt x="6452171" y="309336"/>
                            <a:pt x="6365853" y="392431"/>
                            <a:pt x="6408712" y="595897"/>
                          </a:cubicBezTo>
                          <a:cubicBezTo>
                            <a:pt x="6451571" y="799363"/>
                            <a:pt x="6390360" y="918757"/>
                            <a:pt x="6408712" y="1136008"/>
                          </a:cubicBezTo>
                          <a:cubicBezTo>
                            <a:pt x="6427064" y="1353259"/>
                            <a:pt x="6394108" y="1486738"/>
                            <a:pt x="6408712" y="1742937"/>
                          </a:cubicBezTo>
                          <a:cubicBezTo>
                            <a:pt x="6411040" y="1781804"/>
                            <a:pt x="6373308" y="1820753"/>
                            <a:pt x="6336222" y="1815427"/>
                          </a:cubicBezTo>
                          <a:cubicBezTo>
                            <a:pt x="6083013" y="1825527"/>
                            <a:pt x="5896758" y="1806243"/>
                            <a:pt x="5704154" y="1815427"/>
                          </a:cubicBezTo>
                          <a:cubicBezTo>
                            <a:pt x="5511550" y="1824611"/>
                            <a:pt x="5468066" y="1783445"/>
                            <a:pt x="5322636" y="1815427"/>
                          </a:cubicBezTo>
                          <a:cubicBezTo>
                            <a:pt x="5177206" y="1847409"/>
                            <a:pt x="4888885" y="1806291"/>
                            <a:pt x="4753206" y="1815427"/>
                          </a:cubicBezTo>
                          <a:cubicBezTo>
                            <a:pt x="4617527" y="1824563"/>
                            <a:pt x="4537870" y="1796754"/>
                            <a:pt x="4371688" y="1815427"/>
                          </a:cubicBezTo>
                          <a:cubicBezTo>
                            <a:pt x="4205506" y="1834100"/>
                            <a:pt x="4077074" y="1782646"/>
                            <a:pt x="3990170" y="1815427"/>
                          </a:cubicBezTo>
                          <a:cubicBezTo>
                            <a:pt x="3903266" y="1848208"/>
                            <a:pt x="3534420" y="1766457"/>
                            <a:pt x="3358102" y="1815427"/>
                          </a:cubicBezTo>
                          <a:cubicBezTo>
                            <a:pt x="3181784" y="1864397"/>
                            <a:pt x="3096475" y="1799714"/>
                            <a:pt x="2976584" y="1815427"/>
                          </a:cubicBezTo>
                          <a:cubicBezTo>
                            <a:pt x="2856693" y="1831140"/>
                            <a:pt x="2718879" y="1772848"/>
                            <a:pt x="2469791" y="1815427"/>
                          </a:cubicBezTo>
                          <a:cubicBezTo>
                            <a:pt x="2220703" y="1858006"/>
                            <a:pt x="2199212" y="1777458"/>
                            <a:pt x="2025636" y="1815427"/>
                          </a:cubicBezTo>
                          <a:cubicBezTo>
                            <a:pt x="1852060" y="1853396"/>
                            <a:pt x="1741209" y="1777565"/>
                            <a:pt x="1581480" y="1815427"/>
                          </a:cubicBezTo>
                          <a:cubicBezTo>
                            <a:pt x="1421751" y="1853289"/>
                            <a:pt x="1155314" y="1769843"/>
                            <a:pt x="949412" y="1815427"/>
                          </a:cubicBezTo>
                          <a:cubicBezTo>
                            <a:pt x="743510" y="1861011"/>
                            <a:pt x="723444" y="1786014"/>
                            <a:pt x="567894" y="1815427"/>
                          </a:cubicBezTo>
                          <a:cubicBezTo>
                            <a:pt x="412344" y="1844840"/>
                            <a:pt x="300775" y="1775690"/>
                            <a:pt x="72490" y="1815427"/>
                          </a:cubicBezTo>
                          <a:cubicBezTo>
                            <a:pt x="33790" y="1814101"/>
                            <a:pt x="7333" y="1780029"/>
                            <a:pt x="0" y="1742937"/>
                          </a:cubicBezTo>
                          <a:cubicBezTo>
                            <a:pt x="-15485" y="1599856"/>
                            <a:pt x="51713" y="1420076"/>
                            <a:pt x="0" y="1236235"/>
                          </a:cubicBezTo>
                          <a:cubicBezTo>
                            <a:pt x="-51713" y="1052394"/>
                            <a:pt x="9439" y="843652"/>
                            <a:pt x="0" y="679419"/>
                          </a:cubicBezTo>
                          <a:cubicBezTo>
                            <a:pt x="-9439" y="515186"/>
                            <a:pt x="49467" y="369944"/>
                            <a:pt x="0" y="72490"/>
                          </a:cubicBezTo>
                          <a:close/>
                        </a:path>
                        <a:path w="6408712" h="1815427" stroke="0" extrusionOk="0">
                          <a:moveTo>
                            <a:pt x="0" y="72490"/>
                          </a:moveTo>
                          <a:cubicBezTo>
                            <a:pt x="-6606" y="31375"/>
                            <a:pt x="36207" y="-3650"/>
                            <a:pt x="72490" y="0"/>
                          </a:cubicBezTo>
                          <a:cubicBezTo>
                            <a:pt x="253279" y="-47094"/>
                            <a:pt x="353936" y="44432"/>
                            <a:pt x="579283" y="0"/>
                          </a:cubicBezTo>
                          <a:cubicBezTo>
                            <a:pt x="804630" y="-44432"/>
                            <a:pt x="961261" y="35607"/>
                            <a:pt x="1148713" y="0"/>
                          </a:cubicBezTo>
                          <a:cubicBezTo>
                            <a:pt x="1336165" y="-35607"/>
                            <a:pt x="1430333" y="44534"/>
                            <a:pt x="1530231" y="0"/>
                          </a:cubicBezTo>
                          <a:cubicBezTo>
                            <a:pt x="1630129" y="-44534"/>
                            <a:pt x="1952011" y="73524"/>
                            <a:pt x="2224936" y="0"/>
                          </a:cubicBezTo>
                          <a:cubicBezTo>
                            <a:pt x="2497861" y="-73524"/>
                            <a:pt x="2478230" y="35478"/>
                            <a:pt x="2606454" y="0"/>
                          </a:cubicBezTo>
                          <a:cubicBezTo>
                            <a:pt x="2734678" y="-35478"/>
                            <a:pt x="3021198" y="40397"/>
                            <a:pt x="3175884" y="0"/>
                          </a:cubicBezTo>
                          <a:cubicBezTo>
                            <a:pt x="3330570" y="-40397"/>
                            <a:pt x="3459869" y="6223"/>
                            <a:pt x="3557403" y="0"/>
                          </a:cubicBezTo>
                          <a:cubicBezTo>
                            <a:pt x="3654937" y="-6223"/>
                            <a:pt x="3959704" y="32007"/>
                            <a:pt x="4064196" y="0"/>
                          </a:cubicBezTo>
                          <a:cubicBezTo>
                            <a:pt x="4168688" y="-32007"/>
                            <a:pt x="4545412" y="31652"/>
                            <a:pt x="4758900" y="0"/>
                          </a:cubicBezTo>
                          <a:cubicBezTo>
                            <a:pt x="4972388" y="-31652"/>
                            <a:pt x="5100269" y="30001"/>
                            <a:pt x="5328331" y="0"/>
                          </a:cubicBezTo>
                          <a:cubicBezTo>
                            <a:pt x="5556393" y="-30001"/>
                            <a:pt x="5616366" y="38205"/>
                            <a:pt x="5835123" y="0"/>
                          </a:cubicBezTo>
                          <a:cubicBezTo>
                            <a:pt x="6053880" y="-38205"/>
                            <a:pt x="6112680" y="4757"/>
                            <a:pt x="6336222" y="0"/>
                          </a:cubicBezTo>
                          <a:cubicBezTo>
                            <a:pt x="6374944" y="-5898"/>
                            <a:pt x="6405807" y="42681"/>
                            <a:pt x="6408712" y="72490"/>
                          </a:cubicBezTo>
                          <a:cubicBezTo>
                            <a:pt x="6418216" y="274360"/>
                            <a:pt x="6406339" y="413793"/>
                            <a:pt x="6408712" y="612601"/>
                          </a:cubicBezTo>
                          <a:cubicBezTo>
                            <a:pt x="6411085" y="811409"/>
                            <a:pt x="6356491" y="974916"/>
                            <a:pt x="6408712" y="1186121"/>
                          </a:cubicBezTo>
                          <a:cubicBezTo>
                            <a:pt x="6460933" y="1397326"/>
                            <a:pt x="6393035" y="1623485"/>
                            <a:pt x="6408712" y="1742937"/>
                          </a:cubicBezTo>
                          <a:cubicBezTo>
                            <a:pt x="6405996" y="1773416"/>
                            <a:pt x="6367706" y="1810194"/>
                            <a:pt x="6336222" y="1815427"/>
                          </a:cubicBezTo>
                          <a:cubicBezTo>
                            <a:pt x="6188031" y="1823381"/>
                            <a:pt x="5856039" y="1749959"/>
                            <a:pt x="5641517" y="1815427"/>
                          </a:cubicBezTo>
                          <a:cubicBezTo>
                            <a:pt x="5426996" y="1880895"/>
                            <a:pt x="5305365" y="1771643"/>
                            <a:pt x="5134724" y="1815427"/>
                          </a:cubicBezTo>
                          <a:cubicBezTo>
                            <a:pt x="4964083" y="1859211"/>
                            <a:pt x="4666056" y="1813129"/>
                            <a:pt x="4440019" y="1815427"/>
                          </a:cubicBezTo>
                          <a:cubicBezTo>
                            <a:pt x="4213983" y="1817725"/>
                            <a:pt x="4120071" y="1790248"/>
                            <a:pt x="3870589" y="1815427"/>
                          </a:cubicBezTo>
                          <a:cubicBezTo>
                            <a:pt x="3621107" y="1840606"/>
                            <a:pt x="3573916" y="1810928"/>
                            <a:pt x="3363796" y="1815427"/>
                          </a:cubicBezTo>
                          <a:cubicBezTo>
                            <a:pt x="3153676" y="1819926"/>
                            <a:pt x="3030474" y="1783614"/>
                            <a:pt x="2919641" y="1815427"/>
                          </a:cubicBezTo>
                          <a:cubicBezTo>
                            <a:pt x="2808809" y="1847240"/>
                            <a:pt x="2499765" y="1774828"/>
                            <a:pt x="2350211" y="1815427"/>
                          </a:cubicBezTo>
                          <a:cubicBezTo>
                            <a:pt x="2200657" y="1856026"/>
                            <a:pt x="2063318" y="1806602"/>
                            <a:pt x="1843418" y="1815427"/>
                          </a:cubicBezTo>
                          <a:cubicBezTo>
                            <a:pt x="1623518" y="1824252"/>
                            <a:pt x="1407356" y="1746071"/>
                            <a:pt x="1211350" y="1815427"/>
                          </a:cubicBezTo>
                          <a:cubicBezTo>
                            <a:pt x="1015344" y="1884783"/>
                            <a:pt x="825364" y="1790847"/>
                            <a:pt x="704558" y="1815427"/>
                          </a:cubicBezTo>
                          <a:cubicBezTo>
                            <a:pt x="583752" y="1840007"/>
                            <a:pt x="381839" y="1808125"/>
                            <a:pt x="72490" y="1815427"/>
                          </a:cubicBezTo>
                          <a:cubicBezTo>
                            <a:pt x="23239" y="1808812"/>
                            <a:pt x="-4542" y="1784490"/>
                            <a:pt x="0" y="1742937"/>
                          </a:cubicBezTo>
                          <a:cubicBezTo>
                            <a:pt x="-2903" y="1527595"/>
                            <a:pt x="54710" y="1463371"/>
                            <a:pt x="0" y="1236235"/>
                          </a:cubicBezTo>
                          <a:cubicBezTo>
                            <a:pt x="-54710" y="1009099"/>
                            <a:pt x="3096" y="848482"/>
                            <a:pt x="0" y="679419"/>
                          </a:cubicBezTo>
                          <a:cubicBezTo>
                            <a:pt x="-3096" y="510356"/>
                            <a:pt x="53729" y="242500"/>
                            <a:pt x="0" y="7249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5" name="Isosceles Triangle 14">
              <a:extLst>
                <a:ext uri="{FF2B5EF4-FFF2-40B4-BE49-F238E27FC236}">
                  <a16:creationId xmlns:a16="http://schemas.microsoft.com/office/drawing/2014/main" id="{E3A745F4-EA27-5531-08ED-B8E9CA641A65}"/>
                </a:ext>
              </a:extLst>
            </p:cNvPr>
            <p:cNvSpPr/>
            <p:nvPr/>
          </p:nvSpPr>
          <p:spPr>
            <a:xfrm>
              <a:off x="1474972" y="3017796"/>
              <a:ext cx="2227634" cy="1480427"/>
            </a:xfrm>
            <a:prstGeom prst="triangle">
              <a:avLst>
                <a:gd name="adj" fmla="val 88060"/>
              </a:avLst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16610647-DDA2-28C3-3B94-A87726B2FBFD}"/>
                </a:ext>
              </a:extLst>
            </p:cNvPr>
            <p:cNvSpPr/>
            <p:nvPr/>
          </p:nvSpPr>
          <p:spPr>
            <a:xfrm rot="10800000" flipV="1">
              <a:off x="1474971" y="3017796"/>
              <a:ext cx="2212381" cy="1480427"/>
            </a:xfrm>
            <a:prstGeom prst="triangle">
              <a:avLst>
                <a:gd name="adj" fmla="val 88060"/>
              </a:avLst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53CC273E-3061-23DF-2698-7DB6566DD677}"/>
                </a:ext>
              </a:extLst>
            </p:cNvPr>
            <p:cNvSpPr/>
            <p:nvPr/>
          </p:nvSpPr>
          <p:spPr>
            <a:xfrm rot="10800000">
              <a:off x="3523603" y="3026354"/>
              <a:ext cx="2112579" cy="1411014"/>
            </a:xfrm>
            <a:prstGeom prst="triangle">
              <a:avLst>
                <a:gd name="adj" fmla="val 88060"/>
              </a:avLst>
            </a:prstGeom>
            <a:solidFill>
              <a:schemeClr val="accent6">
                <a:alpha val="2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8" name="Isosceles Triangle 17">
              <a:extLst>
                <a:ext uri="{FF2B5EF4-FFF2-40B4-BE49-F238E27FC236}">
                  <a16:creationId xmlns:a16="http://schemas.microsoft.com/office/drawing/2014/main" id="{11208371-82D0-CAFD-11EB-E6883C37A4F2}"/>
                </a:ext>
              </a:extLst>
            </p:cNvPr>
            <p:cNvSpPr/>
            <p:nvPr/>
          </p:nvSpPr>
          <p:spPr>
            <a:xfrm>
              <a:off x="3243015" y="3034912"/>
              <a:ext cx="2112579" cy="1463311"/>
            </a:xfrm>
            <a:prstGeom prst="triangle">
              <a:avLst>
                <a:gd name="adj" fmla="val 88060"/>
              </a:avLst>
            </a:prstGeom>
            <a:solidFill>
              <a:schemeClr val="accent6">
                <a:alpha val="2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B2F95232-62AF-04B3-3780-564A3F1B0C97}"/>
              </a:ext>
            </a:extLst>
          </p:cNvPr>
          <p:cNvGrpSpPr/>
          <p:nvPr/>
        </p:nvGrpSpPr>
        <p:grpSpPr>
          <a:xfrm>
            <a:off x="3621400" y="1008013"/>
            <a:ext cx="4120968" cy="1014077"/>
            <a:chOff x="3049665" y="977311"/>
            <a:chExt cx="4120968" cy="1014077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F79F9554-4A58-6D85-CC74-5A37CF0DEA05}"/>
                </a:ext>
              </a:extLst>
            </p:cNvPr>
            <p:cNvSpPr/>
            <p:nvPr/>
          </p:nvSpPr>
          <p:spPr>
            <a:xfrm>
              <a:off x="3049665" y="980173"/>
              <a:ext cx="360039" cy="100261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2240BC59-5862-3B96-BC08-039EC8F5A324}"/>
                </a:ext>
              </a:extLst>
            </p:cNvPr>
            <p:cNvSpPr/>
            <p:nvPr/>
          </p:nvSpPr>
          <p:spPr>
            <a:xfrm>
              <a:off x="3468999" y="977313"/>
              <a:ext cx="360039" cy="57892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7EF1DDCF-E13A-9BA5-1AEF-44AEF8EC8D40}"/>
                </a:ext>
              </a:extLst>
            </p:cNvPr>
            <p:cNvSpPr/>
            <p:nvPr/>
          </p:nvSpPr>
          <p:spPr>
            <a:xfrm>
              <a:off x="3888333" y="977314"/>
              <a:ext cx="360039" cy="1010974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0E202E55-37ED-0A56-9975-6C65A8ACFF39}"/>
                </a:ext>
              </a:extLst>
            </p:cNvPr>
            <p:cNvSpPr/>
            <p:nvPr/>
          </p:nvSpPr>
          <p:spPr>
            <a:xfrm>
              <a:off x="4991170" y="980173"/>
              <a:ext cx="360039" cy="100261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F466BFB0-EDE9-2899-44F3-AA86AA471AB5}"/>
                </a:ext>
              </a:extLst>
            </p:cNvPr>
            <p:cNvSpPr/>
            <p:nvPr/>
          </p:nvSpPr>
          <p:spPr>
            <a:xfrm>
              <a:off x="5400205" y="1436858"/>
              <a:ext cx="360039" cy="545930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33352A26-1059-839F-5217-347B7D15478D}"/>
                </a:ext>
              </a:extLst>
            </p:cNvPr>
            <p:cNvSpPr/>
            <p:nvPr/>
          </p:nvSpPr>
          <p:spPr>
            <a:xfrm>
              <a:off x="4294080" y="977311"/>
              <a:ext cx="626162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0DCE386A-06FB-1051-65D8-D6836842710A}"/>
                </a:ext>
              </a:extLst>
            </p:cNvPr>
            <p:cNvSpPr/>
            <p:nvPr/>
          </p:nvSpPr>
          <p:spPr>
            <a:xfrm>
              <a:off x="4297822" y="1345913"/>
              <a:ext cx="626162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31D236C2-7BBC-07A2-BB56-DDE7A0A7E8A7}"/>
                </a:ext>
              </a:extLst>
            </p:cNvPr>
            <p:cNvSpPr/>
            <p:nvPr/>
          </p:nvSpPr>
          <p:spPr>
            <a:xfrm>
              <a:off x="4294080" y="1709823"/>
              <a:ext cx="626162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5B32B9BA-0A26-1C16-739B-ACF647FC3311}"/>
                </a:ext>
              </a:extLst>
            </p:cNvPr>
            <p:cNvSpPr/>
            <p:nvPr/>
          </p:nvSpPr>
          <p:spPr>
            <a:xfrm>
              <a:off x="5806528" y="977312"/>
              <a:ext cx="360039" cy="101097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FCC5CA80-7A46-3C70-717B-6B9D2531BABE}"/>
                </a:ext>
              </a:extLst>
            </p:cNvPr>
            <p:cNvSpPr/>
            <p:nvPr/>
          </p:nvSpPr>
          <p:spPr>
            <a:xfrm>
              <a:off x="5713961" y="1033913"/>
              <a:ext cx="452606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AFE53757-9BE6-D9ED-6B4C-025C7D9FA058}"/>
                </a:ext>
              </a:extLst>
            </p:cNvPr>
            <p:cNvSpPr/>
            <p:nvPr/>
          </p:nvSpPr>
          <p:spPr>
            <a:xfrm>
              <a:off x="6270307" y="977311"/>
              <a:ext cx="360039" cy="1014077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D3C1EB15-D61C-D76B-2312-69B698E0DD1E}"/>
                </a:ext>
              </a:extLst>
            </p:cNvPr>
            <p:cNvSpPr/>
            <p:nvPr/>
          </p:nvSpPr>
          <p:spPr>
            <a:xfrm>
              <a:off x="6718027" y="977311"/>
              <a:ext cx="360039" cy="10122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D57A7604-8BCA-CB3E-79DD-4D402B3D5777}"/>
                </a:ext>
              </a:extLst>
            </p:cNvPr>
            <p:cNvSpPr/>
            <p:nvPr/>
          </p:nvSpPr>
          <p:spPr>
            <a:xfrm>
              <a:off x="6718027" y="1033913"/>
              <a:ext cx="452606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68C3A157-C874-E9ED-E2A7-495E9427E080}"/>
                </a:ext>
              </a:extLst>
            </p:cNvPr>
            <p:cNvSpPr/>
            <p:nvPr/>
          </p:nvSpPr>
          <p:spPr>
            <a:xfrm>
              <a:off x="6162307" y="1881577"/>
              <a:ext cx="108000" cy="108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81" name="Oval 80">
              <a:extLst>
                <a:ext uri="{FF2B5EF4-FFF2-40B4-BE49-F238E27FC236}">
                  <a16:creationId xmlns:a16="http://schemas.microsoft.com/office/drawing/2014/main" id="{988C59FA-4704-AA28-DDFB-3569F527608C}"/>
                </a:ext>
              </a:extLst>
            </p:cNvPr>
            <p:cNvSpPr/>
            <p:nvPr/>
          </p:nvSpPr>
          <p:spPr>
            <a:xfrm>
              <a:off x="6396326" y="1032022"/>
              <a:ext cx="108000" cy="108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05F14002-B94D-ADE1-5804-78DFA63538DD}"/>
              </a:ext>
            </a:extLst>
          </p:cNvPr>
          <p:cNvGrpSpPr/>
          <p:nvPr/>
        </p:nvGrpSpPr>
        <p:grpSpPr>
          <a:xfrm>
            <a:off x="3926063" y="2939091"/>
            <a:ext cx="3668362" cy="665661"/>
            <a:chOff x="235732" y="4393940"/>
            <a:chExt cx="3668362" cy="665661"/>
          </a:xfrm>
        </p:grpSpPr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2E0FCA8F-3856-6310-F2C5-FAFC200BC25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33839" y="4624840"/>
              <a:ext cx="2944939" cy="278461"/>
            </a:xfrm>
            <a:prstGeom prst="rect">
              <a:avLst/>
            </a:prstGeom>
          </p:spPr>
        </p:pic>
        <p:sp>
          <p:nvSpPr>
            <p:cNvPr id="85" name="Rectangle: Rounded Corners 84">
              <a:extLst>
                <a:ext uri="{FF2B5EF4-FFF2-40B4-BE49-F238E27FC236}">
                  <a16:creationId xmlns:a16="http://schemas.microsoft.com/office/drawing/2014/main" id="{722FE909-7649-FF4F-CC48-3634F3CBD861}"/>
                </a:ext>
              </a:extLst>
            </p:cNvPr>
            <p:cNvSpPr/>
            <p:nvPr/>
          </p:nvSpPr>
          <p:spPr>
            <a:xfrm>
              <a:off x="235732" y="4393940"/>
              <a:ext cx="3668362" cy="665661"/>
            </a:xfrm>
            <a:prstGeom prst="roundRect">
              <a:avLst>
                <a:gd name="adj" fmla="val 3993"/>
              </a:avLst>
            </a:prstGeom>
            <a:solidFill>
              <a:schemeClr val="tx2">
                <a:lumMod val="60000"/>
                <a:lumOff val="40000"/>
                <a:alpha val="5000"/>
              </a:schemeClr>
            </a:solidFill>
            <a:ln w="6350">
              <a:solidFill>
                <a:schemeClr val="accent3"/>
              </a:solidFill>
              <a:extLst>
                <a:ext uri="{C807C97D-BFC1-408E-A445-0C87EB9F89A2}">
                  <ask:lineSketchStyleProps xmlns:ask="http://schemas.microsoft.com/office/drawing/2018/sketchyshapes" sd="3879774215">
                    <a:custGeom>
                      <a:avLst/>
                      <a:gdLst>
                        <a:gd name="csX0" fmla="*/ 0 w 6408712"/>
                        <a:gd name="csY0" fmla="*/ 72490 h 1815427"/>
                        <a:gd name="csX1" fmla="*/ 72490 w 6408712"/>
                        <a:gd name="csY1" fmla="*/ 0 h 1815427"/>
                        <a:gd name="csX2" fmla="*/ 579283 w 6408712"/>
                        <a:gd name="csY2" fmla="*/ 0 h 1815427"/>
                        <a:gd name="csX3" fmla="*/ 1148713 w 6408712"/>
                        <a:gd name="csY3" fmla="*/ 0 h 1815427"/>
                        <a:gd name="csX4" fmla="*/ 1530231 w 6408712"/>
                        <a:gd name="csY4" fmla="*/ 0 h 1815427"/>
                        <a:gd name="csX5" fmla="*/ 1974387 w 6408712"/>
                        <a:gd name="csY5" fmla="*/ 0 h 1815427"/>
                        <a:gd name="csX6" fmla="*/ 2669092 w 6408712"/>
                        <a:gd name="csY6" fmla="*/ 0 h 1815427"/>
                        <a:gd name="csX7" fmla="*/ 3301159 w 6408712"/>
                        <a:gd name="csY7" fmla="*/ 0 h 1815427"/>
                        <a:gd name="csX8" fmla="*/ 3745315 w 6408712"/>
                        <a:gd name="csY8" fmla="*/ 0 h 1815427"/>
                        <a:gd name="csX9" fmla="*/ 4377382 w 6408712"/>
                        <a:gd name="csY9" fmla="*/ 0 h 1815427"/>
                        <a:gd name="csX10" fmla="*/ 5009450 w 6408712"/>
                        <a:gd name="csY10" fmla="*/ 0 h 1815427"/>
                        <a:gd name="csX11" fmla="*/ 5641517 w 6408712"/>
                        <a:gd name="csY11" fmla="*/ 0 h 1815427"/>
                        <a:gd name="csX12" fmla="*/ 6336222 w 6408712"/>
                        <a:gd name="csY12" fmla="*/ 0 h 1815427"/>
                        <a:gd name="csX13" fmla="*/ 6408712 w 6408712"/>
                        <a:gd name="csY13" fmla="*/ 72490 h 1815427"/>
                        <a:gd name="csX14" fmla="*/ 6408712 w 6408712"/>
                        <a:gd name="csY14" fmla="*/ 595897 h 1815427"/>
                        <a:gd name="csX15" fmla="*/ 6408712 w 6408712"/>
                        <a:gd name="csY15" fmla="*/ 1136008 h 1815427"/>
                        <a:gd name="csX16" fmla="*/ 6408712 w 6408712"/>
                        <a:gd name="csY16" fmla="*/ 1742937 h 1815427"/>
                        <a:gd name="csX17" fmla="*/ 6336222 w 6408712"/>
                        <a:gd name="csY17" fmla="*/ 1815427 h 1815427"/>
                        <a:gd name="csX18" fmla="*/ 5704154 w 6408712"/>
                        <a:gd name="csY18" fmla="*/ 1815427 h 1815427"/>
                        <a:gd name="csX19" fmla="*/ 5322636 w 6408712"/>
                        <a:gd name="csY19" fmla="*/ 1815427 h 1815427"/>
                        <a:gd name="csX20" fmla="*/ 4753206 w 6408712"/>
                        <a:gd name="csY20" fmla="*/ 1815427 h 1815427"/>
                        <a:gd name="csX21" fmla="*/ 4371688 w 6408712"/>
                        <a:gd name="csY21" fmla="*/ 1815427 h 1815427"/>
                        <a:gd name="csX22" fmla="*/ 3990170 w 6408712"/>
                        <a:gd name="csY22" fmla="*/ 1815427 h 1815427"/>
                        <a:gd name="csX23" fmla="*/ 3358102 w 6408712"/>
                        <a:gd name="csY23" fmla="*/ 1815427 h 1815427"/>
                        <a:gd name="csX24" fmla="*/ 2976584 w 6408712"/>
                        <a:gd name="csY24" fmla="*/ 1815427 h 1815427"/>
                        <a:gd name="csX25" fmla="*/ 2469791 w 6408712"/>
                        <a:gd name="csY25" fmla="*/ 1815427 h 1815427"/>
                        <a:gd name="csX26" fmla="*/ 2025636 w 6408712"/>
                        <a:gd name="csY26" fmla="*/ 1815427 h 1815427"/>
                        <a:gd name="csX27" fmla="*/ 1581480 w 6408712"/>
                        <a:gd name="csY27" fmla="*/ 1815427 h 1815427"/>
                        <a:gd name="csX28" fmla="*/ 949412 w 6408712"/>
                        <a:gd name="csY28" fmla="*/ 1815427 h 1815427"/>
                        <a:gd name="csX29" fmla="*/ 567894 w 6408712"/>
                        <a:gd name="csY29" fmla="*/ 1815427 h 1815427"/>
                        <a:gd name="csX30" fmla="*/ 72490 w 6408712"/>
                        <a:gd name="csY30" fmla="*/ 1815427 h 1815427"/>
                        <a:gd name="csX31" fmla="*/ 0 w 6408712"/>
                        <a:gd name="csY31" fmla="*/ 1742937 h 1815427"/>
                        <a:gd name="csX32" fmla="*/ 0 w 6408712"/>
                        <a:gd name="csY32" fmla="*/ 1236235 h 1815427"/>
                        <a:gd name="csX33" fmla="*/ 0 w 6408712"/>
                        <a:gd name="csY33" fmla="*/ 679419 h 1815427"/>
                        <a:gd name="csX34" fmla="*/ 0 w 6408712"/>
                        <a:gd name="csY34" fmla="*/ 72490 h 181542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  <a:cxn ang="0">
                          <a:pos x="csX18" y="csY18"/>
                        </a:cxn>
                        <a:cxn ang="0">
                          <a:pos x="csX19" y="csY19"/>
                        </a:cxn>
                        <a:cxn ang="0">
                          <a:pos x="csX20" y="csY20"/>
                        </a:cxn>
                        <a:cxn ang="0">
                          <a:pos x="csX21" y="csY21"/>
                        </a:cxn>
                        <a:cxn ang="0">
                          <a:pos x="csX22" y="csY22"/>
                        </a:cxn>
                        <a:cxn ang="0">
                          <a:pos x="csX23" y="csY23"/>
                        </a:cxn>
                        <a:cxn ang="0">
                          <a:pos x="csX24" y="csY24"/>
                        </a:cxn>
                        <a:cxn ang="0">
                          <a:pos x="csX25" y="csY25"/>
                        </a:cxn>
                        <a:cxn ang="0">
                          <a:pos x="csX26" y="csY26"/>
                        </a:cxn>
                        <a:cxn ang="0">
                          <a:pos x="csX27" y="csY27"/>
                        </a:cxn>
                        <a:cxn ang="0">
                          <a:pos x="csX28" y="csY28"/>
                        </a:cxn>
                        <a:cxn ang="0">
                          <a:pos x="csX29" y="csY29"/>
                        </a:cxn>
                        <a:cxn ang="0">
                          <a:pos x="csX30" y="csY30"/>
                        </a:cxn>
                        <a:cxn ang="0">
                          <a:pos x="csX31" y="csY31"/>
                        </a:cxn>
                        <a:cxn ang="0">
                          <a:pos x="csX32" y="csY32"/>
                        </a:cxn>
                        <a:cxn ang="0">
                          <a:pos x="csX33" y="csY33"/>
                        </a:cxn>
                        <a:cxn ang="0">
                          <a:pos x="csX34" y="csY34"/>
                        </a:cxn>
                      </a:cxnLst>
                      <a:rect l="l" t="t" r="r" b="b"/>
                      <a:pathLst>
                        <a:path w="6408712" h="1815427" fill="none" extrusionOk="0">
                          <a:moveTo>
                            <a:pt x="0" y="72490"/>
                          </a:moveTo>
                          <a:cubicBezTo>
                            <a:pt x="2440" y="33763"/>
                            <a:pt x="39263" y="-776"/>
                            <a:pt x="72490" y="0"/>
                          </a:cubicBezTo>
                          <a:cubicBezTo>
                            <a:pt x="192973" y="-38538"/>
                            <a:pt x="392771" y="41667"/>
                            <a:pt x="579283" y="0"/>
                          </a:cubicBezTo>
                          <a:cubicBezTo>
                            <a:pt x="765795" y="-41667"/>
                            <a:pt x="1029846" y="27267"/>
                            <a:pt x="1148713" y="0"/>
                          </a:cubicBezTo>
                          <a:cubicBezTo>
                            <a:pt x="1267580" y="-27267"/>
                            <a:pt x="1340498" y="27393"/>
                            <a:pt x="1530231" y="0"/>
                          </a:cubicBezTo>
                          <a:cubicBezTo>
                            <a:pt x="1719964" y="-27393"/>
                            <a:pt x="1780503" y="24954"/>
                            <a:pt x="1974387" y="0"/>
                          </a:cubicBezTo>
                          <a:cubicBezTo>
                            <a:pt x="2168271" y="-24954"/>
                            <a:pt x="2339024" y="58456"/>
                            <a:pt x="2669092" y="0"/>
                          </a:cubicBezTo>
                          <a:cubicBezTo>
                            <a:pt x="2999160" y="-58456"/>
                            <a:pt x="3100822" y="66002"/>
                            <a:pt x="3301159" y="0"/>
                          </a:cubicBezTo>
                          <a:cubicBezTo>
                            <a:pt x="3501496" y="-66002"/>
                            <a:pt x="3645981" y="48918"/>
                            <a:pt x="3745315" y="0"/>
                          </a:cubicBezTo>
                          <a:cubicBezTo>
                            <a:pt x="3844649" y="-48918"/>
                            <a:pt x="4200861" y="14620"/>
                            <a:pt x="4377382" y="0"/>
                          </a:cubicBezTo>
                          <a:cubicBezTo>
                            <a:pt x="4553903" y="-14620"/>
                            <a:pt x="4816710" y="20422"/>
                            <a:pt x="5009450" y="0"/>
                          </a:cubicBezTo>
                          <a:cubicBezTo>
                            <a:pt x="5202190" y="-20422"/>
                            <a:pt x="5456852" y="69325"/>
                            <a:pt x="5641517" y="0"/>
                          </a:cubicBezTo>
                          <a:cubicBezTo>
                            <a:pt x="5826182" y="-69325"/>
                            <a:pt x="6183599" y="25256"/>
                            <a:pt x="6336222" y="0"/>
                          </a:cubicBezTo>
                          <a:cubicBezTo>
                            <a:pt x="6372865" y="-6913"/>
                            <a:pt x="6406057" y="34069"/>
                            <a:pt x="6408712" y="72490"/>
                          </a:cubicBezTo>
                          <a:cubicBezTo>
                            <a:pt x="6452171" y="309336"/>
                            <a:pt x="6365853" y="392431"/>
                            <a:pt x="6408712" y="595897"/>
                          </a:cubicBezTo>
                          <a:cubicBezTo>
                            <a:pt x="6451571" y="799363"/>
                            <a:pt x="6390360" y="918757"/>
                            <a:pt x="6408712" y="1136008"/>
                          </a:cubicBezTo>
                          <a:cubicBezTo>
                            <a:pt x="6427064" y="1353259"/>
                            <a:pt x="6394108" y="1486738"/>
                            <a:pt x="6408712" y="1742937"/>
                          </a:cubicBezTo>
                          <a:cubicBezTo>
                            <a:pt x="6411040" y="1781804"/>
                            <a:pt x="6373308" y="1820753"/>
                            <a:pt x="6336222" y="1815427"/>
                          </a:cubicBezTo>
                          <a:cubicBezTo>
                            <a:pt x="6083013" y="1825527"/>
                            <a:pt x="5896758" y="1806243"/>
                            <a:pt x="5704154" y="1815427"/>
                          </a:cubicBezTo>
                          <a:cubicBezTo>
                            <a:pt x="5511550" y="1824611"/>
                            <a:pt x="5468066" y="1783445"/>
                            <a:pt x="5322636" y="1815427"/>
                          </a:cubicBezTo>
                          <a:cubicBezTo>
                            <a:pt x="5177206" y="1847409"/>
                            <a:pt x="4888885" y="1806291"/>
                            <a:pt x="4753206" y="1815427"/>
                          </a:cubicBezTo>
                          <a:cubicBezTo>
                            <a:pt x="4617527" y="1824563"/>
                            <a:pt x="4537870" y="1796754"/>
                            <a:pt x="4371688" y="1815427"/>
                          </a:cubicBezTo>
                          <a:cubicBezTo>
                            <a:pt x="4205506" y="1834100"/>
                            <a:pt x="4077074" y="1782646"/>
                            <a:pt x="3990170" y="1815427"/>
                          </a:cubicBezTo>
                          <a:cubicBezTo>
                            <a:pt x="3903266" y="1848208"/>
                            <a:pt x="3534420" y="1766457"/>
                            <a:pt x="3358102" y="1815427"/>
                          </a:cubicBezTo>
                          <a:cubicBezTo>
                            <a:pt x="3181784" y="1864397"/>
                            <a:pt x="3096475" y="1799714"/>
                            <a:pt x="2976584" y="1815427"/>
                          </a:cubicBezTo>
                          <a:cubicBezTo>
                            <a:pt x="2856693" y="1831140"/>
                            <a:pt x="2718879" y="1772848"/>
                            <a:pt x="2469791" y="1815427"/>
                          </a:cubicBezTo>
                          <a:cubicBezTo>
                            <a:pt x="2220703" y="1858006"/>
                            <a:pt x="2199212" y="1777458"/>
                            <a:pt x="2025636" y="1815427"/>
                          </a:cubicBezTo>
                          <a:cubicBezTo>
                            <a:pt x="1852060" y="1853396"/>
                            <a:pt x="1741209" y="1777565"/>
                            <a:pt x="1581480" y="1815427"/>
                          </a:cubicBezTo>
                          <a:cubicBezTo>
                            <a:pt x="1421751" y="1853289"/>
                            <a:pt x="1155314" y="1769843"/>
                            <a:pt x="949412" y="1815427"/>
                          </a:cubicBezTo>
                          <a:cubicBezTo>
                            <a:pt x="743510" y="1861011"/>
                            <a:pt x="723444" y="1786014"/>
                            <a:pt x="567894" y="1815427"/>
                          </a:cubicBezTo>
                          <a:cubicBezTo>
                            <a:pt x="412344" y="1844840"/>
                            <a:pt x="300775" y="1775690"/>
                            <a:pt x="72490" y="1815427"/>
                          </a:cubicBezTo>
                          <a:cubicBezTo>
                            <a:pt x="33790" y="1814101"/>
                            <a:pt x="7333" y="1780029"/>
                            <a:pt x="0" y="1742937"/>
                          </a:cubicBezTo>
                          <a:cubicBezTo>
                            <a:pt x="-15485" y="1599856"/>
                            <a:pt x="51713" y="1420076"/>
                            <a:pt x="0" y="1236235"/>
                          </a:cubicBezTo>
                          <a:cubicBezTo>
                            <a:pt x="-51713" y="1052394"/>
                            <a:pt x="9439" y="843652"/>
                            <a:pt x="0" y="679419"/>
                          </a:cubicBezTo>
                          <a:cubicBezTo>
                            <a:pt x="-9439" y="515186"/>
                            <a:pt x="49467" y="369944"/>
                            <a:pt x="0" y="72490"/>
                          </a:cubicBezTo>
                          <a:close/>
                        </a:path>
                        <a:path w="6408712" h="1815427" stroke="0" extrusionOk="0">
                          <a:moveTo>
                            <a:pt x="0" y="72490"/>
                          </a:moveTo>
                          <a:cubicBezTo>
                            <a:pt x="-6606" y="31375"/>
                            <a:pt x="36207" y="-3650"/>
                            <a:pt x="72490" y="0"/>
                          </a:cubicBezTo>
                          <a:cubicBezTo>
                            <a:pt x="253279" y="-47094"/>
                            <a:pt x="353936" y="44432"/>
                            <a:pt x="579283" y="0"/>
                          </a:cubicBezTo>
                          <a:cubicBezTo>
                            <a:pt x="804630" y="-44432"/>
                            <a:pt x="961261" y="35607"/>
                            <a:pt x="1148713" y="0"/>
                          </a:cubicBezTo>
                          <a:cubicBezTo>
                            <a:pt x="1336165" y="-35607"/>
                            <a:pt x="1430333" y="44534"/>
                            <a:pt x="1530231" y="0"/>
                          </a:cubicBezTo>
                          <a:cubicBezTo>
                            <a:pt x="1630129" y="-44534"/>
                            <a:pt x="1952011" y="73524"/>
                            <a:pt x="2224936" y="0"/>
                          </a:cubicBezTo>
                          <a:cubicBezTo>
                            <a:pt x="2497861" y="-73524"/>
                            <a:pt x="2478230" y="35478"/>
                            <a:pt x="2606454" y="0"/>
                          </a:cubicBezTo>
                          <a:cubicBezTo>
                            <a:pt x="2734678" y="-35478"/>
                            <a:pt x="3021198" y="40397"/>
                            <a:pt x="3175884" y="0"/>
                          </a:cubicBezTo>
                          <a:cubicBezTo>
                            <a:pt x="3330570" y="-40397"/>
                            <a:pt x="3459869" y="6223"/>
                            <a:pt x="3557403" y="0"/>
                          </a:cubicBezTo>
                          <a:cubicBezTo>
                            <a:pt x="3654937" y="-6223"/>
                            <a:pt x="3959704" y="32007"/>
                            <a:pt x="4064196" y="0"/>
                          </a:cubicBezTo>
                          <a:cubicBezTo>
                            <a:pt x="4168688" y="-32007"/>
                            <a:pt x="4545412" y="31652"/>
                            <a:pt x="4758900" y="0"/>
                          </a:cubicBezTo>
                          <a:cubicBezTo>
                            <a:pt x="4972388" y="-31652"/>
                            <a:pt x="5100269" y="30001"/>
                            <a:pt x="5328331" y="0"/>
                          </a:cubicBezTo>
                          <a:cubicBezTo>
                            <a:pt x="5556393" y="-30001"/>
                            <a:pt x="5616366" y="38205"/>
                            <a:pt x="5835123" y="0"/>
                          </a:cubicBezTo>
                          <a:cubicBezTo>
                            <a:pt x="6053880" y="-38205"/>
                            <a:pt x="6112680" y="4757"/>
                            <a:pt x="6336222" y="0"/>
                          </a:cubicBezTo>
                          <a:cubicBezTo>
                            <a:pt x="6374944" y="-5898"/>
                            <a:pt x="6405807" y="42681"/>
                            <a:pt x="6408712" y="72490"/>
                          </a:cubicBezTo>
                          <a:cubicBezTo>
                            <a:pt x="6418216" y="274360"/>
                            <a:pt x="6406339" y="413793"/>
                            <a:pt x="6408712" y="612601"/>
                          </a:cubicBezTo>
                          <a:cubicBezTo>
                            <a:pt x="6411085" y="811409"/>
                            <a:pt x="6356491" y="974916"/>
                            <a:pt x="6408712" y="1186121"/>
                          </a:cubicBezTo>
                          <a:cubicBezTo>
                            <a:pt x="6460933" y="1397326"/>
                            <a:pt x="6393035" y="1623485"/>
                            <a:pt x="6408712" y="1742937"/>
                          </a:cubicBezTo>
                          <a:cubicBezTo>
                            <a:pt x="6405996" y="1773416"/>
                            <a:pt x="6367706" y="1810194"/>
                            <a:pt x="6336222" y="1815427"/>
                          </a:cubicBezTo>
                          <a:cubicBezTo>
                            <a:pt x="6188031" y="1823381"/>
                            <a:pt x="5856039" y="1749959"/>
                            <a:pt x="5641517" y="1815427"/>
                          </a:cubicBezTo>
                          <a:cubicBezTo>
                            <a:pt x="5426996" y="1880895"/>
                            <a:pt x="5305365" y="1771643"/>
                            <a:pt x="5134724" y="1815427"/>
                          </a:cubicBezTo>
                          <a:cubicBezTo>
                            <a:pt x="4964083" y="1859211"/>
                            <a:pt x="4666056" y="1813129"/>
                            <a:pt x="4440019" y="1815427"/>
                          </a:cubicBezTo>
                          <a:cubicBezTo>
                            <a:pt x="4213983" y="1817725"/>
                            <a:pt x="4120071" y="1790248"/>
                            <a:pt x="3870589" y="1815427"/>
                          </a:cubicBezTo>
                          <a:cubicBezTo>
                            <a:pt x="3621107" y="1840606"/>
                            <a:pt x="3573916" y="1810928"/>
                            <a:pt x="3363796" y="1815427"/>
                          </a:cubicBezTo>
                          <a:cubicBezTo>
                            <a:pt x="3153676" y="1819926"/>
                            <a:pt x="3030474" y="1783614"/>
                            <a:pt x="2919641" y="1815427"/>
                          </a:cubicBezTo>
                          <a:cubicBezTo>
                            <a:pt x="2808809" y="1847240"/>
                            <a:pt x="2499765" y="1774828"/>
                            <a:pt x="2350211" y="1815427"/>
                          </a:cubicBezTo>
                          <a:cubicBezTo>
                            <a:pt x="2200657" y="1856026"/>
                            <a:pt x="2063318" y="1806602"/>
                            <a:pt x="1843418" y="1815427"/>
                          </a:cubicBezTo>
                          <a:cubicBezTo>
                            <a:pt x="1623518" y="1824252"/>
                            <a:pt x="1407356" y="1746071"/>
                            <a:pt x="1211350" y="1815427"/>
                          </a:cubicBezTo>
                          <a:cubicBezTo>
                            <a:pt x="1015344" y="1884783"/>
                            <a:pt x="825364" y="1790847"/>
                            <a:pt x="704558" y="1815427"/>
                          </a:cubicBezTo>
                          <a:cubicBezTo>
                            <a:pt x="583752" y="1840007"/>
                            <a:pt x="381839" y="1808125"/>
                            <a:pt x="72490" y="1815427"/>
                          </a:cubicBezTo>
                          <a:cubicBezTo>
                            <a:pt x="23239" y="1808812"/>
                            <a:pt x="-4542" y="1784490"/>
                            <a:pt x="0" y="1742937"/>
                          </a:cubicBezTo>
                          <a:cubicBezTo>
                            <a:pt x="-2903" y="1527595"/>
                            <a:pt x="54710" y="1463371"/>
                            <a:pt x="0" y="1236235"/>
                          </a:cubicBezTo>
                          <a:cubicBezTo>
                            <a:pt x="-54710" y="1009099"/>
                            <a:pt x="3096" y="848482"/>
                            <a:pt x="0" y="679419"/>
                          </a:cubicBezTo>
                          <a:cubicBezTo>
                            <a:pt x="-3096" y="510356"/>
                            <a:pt x="53729" y="242500"/>
                            <a:pt x="0" y="7249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</p:spTree>
    <p:extLst>
      <p:ext uri="{BB962C8B-B14F-4D97-AF65-F5344CB8AC3E}">
        <p14:creationId xmlns:p14="http://schemas.microsoft.com/office/powerpoint/2010/main" val="39451350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B187045-EBEC-0497-18B4-E3A5D988E0CB}"/>
              </a:ext>
            </a:extLst>
          </p:cNvPr>
          <p:cNvSpPr/>
          <p:nvPr/>
        </p:nvSpPr>
        <p:spPr>
          <a:xfrm>
            <a:off x="256050" y="215925"/>
            <a:ext cx="2592288" cy="33843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5CBDA1D-2933-6229-331D-D33E37BA33CC}"/>
              </a:ext>
            </a:extLst>
          </p:cNvPr>
          <p:cNvSpPr/>
          <p:nvPr/>
        </p:nvSpPr>
        <p:spPr>
          <a:xfrm>
            <a:off x="480458" y="368325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Faculty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EA9A33-B164-B3E8-AF50-2BE7381752AD}"/>
              </a:ext>
            </a:extLst>
          </p:cNvPr>
          <p:cNvSpPr/>
          <p:nvPr/>
        </p:nvSpPr>
        <p:spPr>
          <a:xfrm>
            <a:off x="480458" y="801150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Department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70BCEAC-065F-ADDB-D768-35AF51BA739E}"/>
              </a:ext>
            </a:extLst>
          </p:cNvPr>
          <p:cNvSpPr/>
          <p:nvPr/>
        </p:nvSpPr>
        <p:spPr>
          <a:xfrm>
            <a:off x="480458" y="1527027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username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3C301C-4F6D-3A1C-C291-A236802D992F}"/>
              </a:ext>
            </a:extLst>
          </p:cNvPr>
          <p:cNvSpPr/>
          <p:nvPr/>
        </p:nvSpPr>
        <p:spPr>
          <a:xfrm>
            <a:off x="480458" y="1956385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password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0538F96-F421-DCC0-637C-AEAB752C9CCF}"/>
              </a:ext>
            </a:extLst>
          </p:cNvPr>
          <p:cNvSpPr/>
          <p:nvPr/>
        </p:nvSpPr>
        <p:spPr>
          <a:xfrm>
            <a:off x="976130" y="2736205"/>
            <a:ext cx="1152128" cy="26164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 sz="1400">
                <a:solidFill>
                  <a:sysClr val="windowText" lastClr="000000"/>
                </a:solidFill>
              </a:rPr>
              <a:t>Login</a:t>
            </a:r>
            <a:endParaRPr lang="fa-IR" sz="1400">
              <a:solidFill>
                <a:sysClr val="windowText" lastClr="000000"/>
              </a:solidFill>
            </a:endParaRPr>
          </a:p>
        </p:txBody>
      </p:sp>
      <p:grpSp>
        <p:nvGrpSpPr>
          <p:cNvPr id="254" name="Group 253">
            <a:extLst>
              <a:ext uri="{FF2B5EF4-FFF2-40B4-BE49-F238E27FC236}">
                <a16:creationId xmlns:a16="http://schemas.microsoft.com/office/drawing/2014/main" id="{AEEFE833-A1D9-A264-0EB2-8ABEC7F7534C}"/>
              </a:ext>
            </a:extLst>
          </p:cNvPr>
          <p:cNvGrpSpPr/>
          <p:nvPr/>
        </p:nvGrpSpPr>
        <p:grpSpPr>
          <a:xfrm>
            <a:off x="3095948" y="143917"/>
            <a:ext cx="4176464" cy="8208912"/>
            <a:chOff x="3311972" y="143917"/>
            <a:chExt cx="4176464" cy="8208912"/>
          </a:xfrm>
        </p:grpSpPr>
        <p:sp>
          <p:nvSpPr>
            <p:cNvPr id="250" name="Rectangle 249">
              <a:extLst>
                <a:ext uri="{FF2B5EF4-FFF2-40B4-BE49-F238E27FC236}">
                  <a16:creationId xmlns:a16="http://schemas.microsoft.com/office/drawing/2014/main" id="{D0D64165-BCCC-7FC7-98DB-D886F6038F1F}"/>
                </a:ext>
              </a:extLst>
            </p:cNvPr>
            <p:cNvSpPr/>
            <p:nvPr/>
          </p:nvSpPr>
          <p:spPr>
            <a:xfrm>
              <a:off x="3673518" y="1219273"/>
              <a:ext cx="3526886" cy="15169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endParaRPr lang="fa-IR">
                <a:solidFill>
                  <a:srgbClr val="FF0000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446E28BE-3468-D8B7-4E0D-29D16095A979}"/>
                </a:ext>
              </a:extLst>
            </p:cNvPr>
            <p:cNvSpPr/>
            <p:nvPr/>
          </p:nvSpPr>
          <p:spPr>
            <a:xfrm>
              <a:off x="3311972" y="143917"/>
              <a:ext cx="4176464" cy="8208912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BAD1FDA-75C4-8CDA-3B9D-B43281BCE31B}"/>
                </a:ext>
              </a:extLst>
            </p:cNvPr>
            <p:cNvSpPr/>
            <p:nvPr/>
          </p:nvSpPr>
          <p:spPr>
            <a:xfrm>
              <a:off x="3673518" y="300756"/>
              <a:ext cx="3526886" cy="2458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>
                  <a:solidFill>
                    <a:sysClr val="windowText" lastClr="000000"/>
                  </a:solidFill>
                </a:rPr>
                <a:t>Department</a:t>
              </a:r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61350C6-DAD4-A3F9-89CE-FB39BC251CAF}"/>
                </a:ext>
              </a:extLst>
            </p:cNvPr>
            <p:cNvSpPr/>
            <p:nvPr/>
          </p:nvSpPr>
          <p:spPr>
            <a:xfrm>
              <a:off x="3673519" y="575966"/>
              <a:ext cx="1150622" cy="2458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>
                  <a:solidFill>
                    <a:sysClr val="windowText" lastClr="000000"/>
                  </a:solidFill>
                </a:rPr>
                <a:t>Term</a:t>
              </a:r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9AE584F-A127-5887-C6E8-930B98326FB0}"/>
                </a:ext>
              </a:extLst>
            </p:cNvPr>
            <p:cNvSpPr/>
            <p:nvPr/>
          </p:nvSpPr>
          <p:spPr>
            <a:xfrm>
              <a:off x="4896147" y="575965"/>
              <a:ext cx="2304257" cy="2458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>
                  <a:solidFill>
                    <a:sysClr val="windowText" lastClr="000000"/>
                  </a:solidFill>
                </a:rPr>
                <a:t>Entry</a:t>
              </a:r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A578FF53-EB25-62D7-66D9-9F44CABC2178}"/>
                </a:ext>
              </a:extLst>
            </p:cNvPr>
            <p:cNvSpPr/>
            <p:nvPr/>
          </p:nvSpPr>
          <p:spPr>
            <a:xfrm>
              <a:off x="3673518" y="972019"/>
              <a:ext cx="3526886" cy="24583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r>
                <a:rPr lang="en-US" sz="1400">
                  <a:solidFill>
                    <a:schemeClr val="accent1"/>
                  </a:solidFill>
                </a:rPr>
                <a:t>Entry outlook</a:t>
              </a:r>
              <a:endParaRPr lang="fa-IR" sz="1600">
                <a:solidFill>
                  <a:schemeClr val="accent1"/>
                </a:solidFill>
              </a:endParaRPr>
            </a:p>
          </p:txBody>
        </p: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F79D4407-4BC8-8339-CD5D-6B7E51133746}"/>
                </a:ext>
              </a:extLst>
            </p:cNvPr>
            <p:cNvGrpSpPr/>
            <p:nvPr/>
          </p:nvGrpSpPr>
          <p:grpSpPr>
            <a:xfrm>
              <a:off x="4038076" y="1260051"/>
              <a:ext cx="2765528" cy="1404146"/>
              <a:chOff x="4038076" y="1546966"/>
              <a:chExt cx="2765528" cy="1404146"/>
            </a:xfrm>
            <a:solidFill>
              <a:schemeClr val="bg1"/>
            </a:solidFill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73A94717-28FA-7CF5-2F8E-48D61EE5ADAC}"/>
                  </a:ext>
                </a:extLst>
              </p:cNvPr>
              <p:cNvSpPr/>
              <p:nvPr/>
            </p:nvSpPr>
            <p:spPr>
              <a:xfrm>
                <a:off x="4038076" y="155867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B6C64082-B34E-75AD-8CBB-8CA2B21B9A27}"/>
                  </a:ext>
                </a:extLst>
              </p:cNvPr>
              <p:cNvSpPr/>
              <p:nvPr/>
            </p:nvSpPr>
            <p:spPr>
              <a:xfrm>
                <a:off x="4326107" y="1556674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31C88B89-27B3-2418-3C87-D42D73BC91BF}"/>
                  </a:ext>
                </a:extLst>
              </p:cNvPr>
              <p:cNvSpPr/>
              <p:nvPr/>
            </p:nvSpPr>
            <p:spPr>
              <a:xfrm>
                <a:off x="4612634" y="155309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D402A996-056D-CC63-93A8-72AD7D4AF59B}"/>
                  </a:ext>
                </a:extLst>
              </p:cNvPr>
              <p:cNvSpPr/>
              <p:nvPr/>
            </p:nvSpPr>
            <p:spPr>
              <a:xfrm>
                <a:off x="4900665" y="155109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A3CFA309-4AEB-BFA3-1820-860DA2A9A21F}"/>
                  </a:ext>
                </a:extLst>
              </p:cNvPr>
              <p:cNvSpPr/>
              <p:nvPr/>
            </p:nvSpPr>
            <p:spPr>
              <a:xfrm>
                <a:off x="5187192" y="155486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8D9C13B8-4D5B-C78B-428F-FB93BC9A4D94}"/>
                  </a:ext>
                </a:extLst>
              </p:cNvPr>
              <p:cNvSpPr/>
              <p:nvPr/>
            </p:nvSpPr>
            <p:spPr>
              <a:xfrm>
                <a:off x="5475223" y="1552869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8C5DC7F6-1846-2CAA-0F43-1B25BE6BCB1E}"/>
                  </a:ext>
                </a:extLst>
              </p:cNvPr>
              <p:cNvSpPr/>
              <p:nvPr/>
            </p:nvSpPr>
            <p:spPr>
              <a:xfrm>
                <a:off x="5761750" y="154929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F7F66CAF-3C0F-A0D6-E397-2C3697AA35E2}"/>
                  </a:ext>
                </a:extLst>
              </p:cNvPr>
              <p:cNvSpPr/>
              <p:nvPr/>
            </p:nvSpPr>
            <p:spPr>
              <a:xfrm>
                <a:off x="6049781" y="154729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781E1627-DD2B-290D-C697-1CD0D70C0C2E}"/>
                  </a:ext>
                </a:extLst>
              </p:cNvPr>
              <p:cNvSpPr/>
              <p:nvPr/>
            </p:nvSpPr>
            <p:spPr>
              <a:xfrm>
                <a:off x="6336308" y="1546966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ش</a:t>
                </a:r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AAF269EA-98B2-F675-5115-24F928327EEB}"/>
                  </a:ext>
                </a:extLst>
              </p:cNvPr>
              <p:cNvSpPr/>
              <p:nvPr/>
            </p:nvSpPr>
            <p:spPr>
              <a:xfrm>
                <a:off x="4038076" y="184792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2AE2BEBA-7073-119A-892E-937E9C024741}"/>
                  </a:ext>
                </a:extLst>
              </p:cNvPr>
              <p:cNvSpPr/>
              <p:nvPr/>
            </p:nvSpPr>
            <p:spPr>
              <a:xfrm>
                <a:off x="4326107" y="184592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48E43A5E-1E95-A8AB-0AC0-EA2F4F6B5C0D}"/>
                  </a:ext>
                </a:extLst>
              </p:cNvPr>
              <p:cNvSpPr/>
              <p:nvPr/>
            </p:nvSpPr>
            <p:spPr>
              <a:xfrm>
                <a:off x="4612634" y="1842342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FB406742-AFDC-4391-D975-D7A9C610D6F1}"/>
                  </a:ext>
                </a:extLst>
              </p:cNvPr>
              <p:cNvSpPr/>
              <p:nvPr/>
            </p:nvSpPr>
            <p:spPr>
              <a:xfrm>
                <a:off x="4900665" y="184034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B8BC9ECA-FDC3-6459-EEBF-9B99BE7F008B}"/>
                  </a:ext>
                </a:extLst>
              </p:cNvPr>
              <p:cNvSpPr/>
              <p:nvPr/>
            </p:nvSpPr>
            <p:spPr>
              <a:xfrm>
                <a:off x="5187192" y="184411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AAD25F08-3562-3685-3595-0E67CDB50680}"/>
                  </a:ext>
                </a:extLst>
              </p:cNvPr>
              <p:cNvSpPr/>
              <p:nvPr/>
            </p:nvSpPr>
            <p:spPr>
              <a:xfrm>
                <a:off x="5475223" y="184211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8FFF9F41-D83D-8D3F-4D44-AB547045A6FB}"/>
                  </a:ext>
                </a:extLst>
              </p:cNvPr>
              <p:cNvSpPr/>
              <p:nvPr/>
            </p:nvSpPr>
            <p:spPr>
              <a:xfrm>
                <a:off x="5761750" y="1838537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CA634AAA-0B73-9092-2D9A-B6ACDE282A0F}"/>
                  </a:ext>
                </a:extLst>
              </p:cNvPr>
              <p:cNvSpPr/>
              <p:nvPr/>
            </p:nvSpPr>
            <p:spPr>
              <a:xfrm>
                <a:off x="6049781" y="183653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48F2DD3E-368C-B3A9-7AD9-242D73BA45FE}"/>
                  </a:ext>
                </a:extLst>
              </p:cNvPr>
              <p:cNvSpPr/>
              <p:nvPr/>
            </p:nvSpPr>
            <p:spPr>
              <a:xfrm>
                <a:off x="6336308" y="1836213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ي</a:t>
                </a:r>
              </a:p>
            </p:txBody>
          </p:sp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FDB79867-A7B9-4629-815E-00D1BE70219D}"/>
                  </a:ext>
                </a:extLst>
              </p:cNvPr>
              <p:cNvSpPr/>
              <p:nvPr/>
            </p:nvSpPr>
            <p:spPr>
              <a:xfrm>
                <a:off x="4038076" y="213321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C864DE25-53BA-041C-1F67-B1198DA535FA}"/>
                  </a:ext>
                </a:extLst>
              </p:cNvPr>
              <p:cNvSpPr/>
              <p:nvPr/>
            </p:nvSpPr>
            <p:spPr>
              <a:xfrm>
                <a:off x="4326107" y="2131219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AF17C908-C5DA-30C5-AEE3-24C7AAA9D4F7}"/>
                  </a:ext>
                </a:extLst>
              </p:cNvPr>
              <p:cNvSpPr/>
              <p:nvPr/>
            </p:nvSpPr>
            <p:spPr>
              <a:xfrm>
                <a:off x="4612634" y="212764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959E59D-AAB0-4599-1CBA-86EB2659E35B}"/>
                  </a:ext>
                </a:extLst>
              </p:cNvPr>
              <p:cNvSpPr/>
              <p:nvPr/>
            </p:nvSpPr>
            <p:spPr>
              <a:xfrm>
                <a:off x="4900665" y="212564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6A83C9EA-8432-93A4-84EF-F4442C45DF57}"/>
                  </a:ext>
                </a:extLst>
              </p:cNvPr>
              <p:cNvSpPr/>
              <p:nvPr/>
            </p:nvSpPr>
            <p:spPr>
              <a:xfrm>
                <a:off x="5187192" y="212941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65952E3C-178E-5247-1428-B68934CACF19}"/>
                  </a:ext>
                </a:extLst>
              </p:cNvPr>
              <p:cNvSpPr/>
              <p:nvPr/>
            </p:nvSpPr>
            <p:spPr>
              <a:xfrm>
                <a:off x="5475223" y="2127414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AB620488-76C3-7511-EB4B-425933F7B263}"/>
                  </a:ext>
                </a:extLst>
              </p:cNvPr>
              <p:cNvSpPr/>
              <p:nvPr/>
            </p:nvSpPr>
            <p:spPr>
              <a:xfrm>
                <a:off x="5761750" y="212383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F0798922-31BF-A873-934C-80EE4C7D3650}"/>
                  </a:ext>
                </a:extLst>
              </p:cNvPr>
              <p:cNvSpPr/>
              <p:nvPr/>
            </p:nvSpPr>
            <p:spPr>
              <a:xfrm>
                <a:off x="6049781" y="212183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2C369F50-FEF8-3D6C-F86E-32F76D05DC12}"/>
                  </a:ext>
                </a:extLst>
              </p:cNvPr>
              <p:cNvSpPr/>
              <p:nvPr/>
            </p:nvSpPr>
            <p:spPr>
              <a:xfrm>
                <a:off x="6336308" y="2121511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د</a:t>
                </a:r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94441092-F324-A205-263A-E0C00FE5061E}"/>
                  </a:ext>
                </a:extLst>
              </p:cNvPr>
              <p:cNvSpPr/>
              <p:nvPr/>
            </p:nvSpPr>
            <p:spPr>
              <a:xfrm>
                <a:off x="4038076" y="2422259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ED3F3F46-ECAC-DE82-11FC-16AA55980BFF}"/>
                  </a:ext>
                </a:extLst>
              </p:cNvPr>
              <p:cNvSpPr/>
              <p:nvPr/>
            </p:nvSpPr>
            <p:spPr>
              <a:xfrm>
                <a:off x="4326107" y="242026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02559CE0-3D18-2D79-3D37-1B618F1CF4E0}"/>
                  </a:ext>
                </a:extLst>
              </p:cNvPr>
              <p:cNvSpPr/>
              <p:nvPr/>
            </p:nvSpPr>
            <p:spPr>
              <a:xfrm>
                <a:off x="4612634" y="241668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94C070EF-9562-745A-281A-6473B518AFEB}"/>
                  </a:ext>
                </a:extLst>
              </p:cNvPr>
              <p:cNvSpPr/>
              <p:nvPr/>
            </p:nvSpPr>
            <p:spPr>
              <a:xfrm>
                <a:off x="4900665" y="2414682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4861F3A4-5E97-2F38-1F43-96CDF7D37B6A}"/>
                  </a:ext>
                </a:extLst>
              </p:cNvPr>
              <p:cNvSpPr/>
              <p:nvPr/>
            </p:nvSpPr>
            <p:spPr>
              <a:xfrm>
                <a:off x="5187192" y="2418454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E7A80F8C-EAAE-8D20-77BD-AC827B34DD4B}"/>
                  </a:ext>
                </a:extLst>
              </p:cNvPr>
              <p:cNvSpPr/>
              <p:nvPr/>
            </p:nvSpPr>
            <p:spPr>
              <a:xfrm>
                <a:off x="5475223" y="241645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D6849206-DA9F-EEC7-B39B-E61A2E6BCE04}"/>
                  </a:ext>
                </a:extLst>
              </p:cNvPr>
              <p:cNvSpPr/>
              <p:nvPr/>
            </p:nvSpPr>
            <p:spPr>
              <a:xfrm>
                <a:off x="5761750" y="241287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5CD8BE87-B28F-39D3-46F0-3DC9EF83BE6A}"/>
                  </a:ext>
                </a:extLst>
              </p:cNvPr>
              <p:cNvSpPr/>
              <p:nvPr/>
            </p:nvSpPr>
            <p:spPr>
              <a:xfrm>
                <a:off x="6049781" y="2410877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0F8A30ED-8D16-0C37-5D66-C4E17E281024}"/>
                  </a:ext>
                </a:extLst>
              </p:cNvPr>
              <p:cNvSpPr/>
              <p:nvPr/>
            </p:nvSpPr>
            <p:spPr>
              <a:xfrm>
                <a:off x="6336308" y="2410552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س</a:t>
                </a:r>
              </a:p>
            </p:txBody>
          </p:sp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CF388F20-73E3-108D-A782-53384678EFD5}"/>
                  </a:ext>
                </a:extLst>
              </p:cNvPr>
              <p:cNvSpPr/>
              <p:nvPr/>
            </p:nvSpPr>
            <p:spPr>
              <a:xfrm>
                <a:off x="4038076" y="270527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9BA554B9-B0C4-D2A2-4573-9024697D24BC}"/>
                  </a:ext>
                </a:extLst>
              </p:cNvPr>
              <p:cNvSpPr/>
              <p:nvPr/>
            </p:nvSpPr>
            <p:spPr>
              <a:xfrm>
                <a:off x="4326107" y="270327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3" name="Rectangle 82">
                <a:extLst>
                  <a:ext uri="{FF2B5EF4-FFF2-40B4-BE49-F238E27FC236}">
                    <a16:creationId xmlns:a16="http://schemas.microsoft.com/office/drawing/2014/main" id="{E88C7E9A-B3CA-665B-1739-B6AB1AB10353}"/>
                  </a:ext>
                </a:extLst>
              </p:cNvPr>
              <p:cNvSpPr/>
              <p:nvPr/>
            </p:nvSpPr>
            <p:spPr>
              <a:xfrm>
                <a:off x="4612634" y="2699697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B0F00213-947C-7AA7-C2A2-B5FF48958235}"/>
                  </a:ext>
                </a:extLst>
              </p:cNvPr>
              <p:cNvSpPr/>
              <p:nvPr/>
            </p:nvSpPr>
            <p:spPr>
              <a:xfrm>
                <a:off x="4900665" y="269769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38A2CE63-7E79-7BE1-AE43-1F1ECF587894}"/>
                  </a:ext>
                </a:extLst>
              </p:cNvPr>
              <p:cNvSpPr/>
              <p:nvPr/>
            </p:nvSpPr>
            <p:spPr>
              <a:xfrm>
                <a:off x="5187192" y="270147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4DC40D6F-4CB3-2790-CE15-0D6A16739A90}"/>
                  </a:ext>
                </a:extLst>
              </p:cNvPr>
              <p:cNvSpPr/>
              <p:nvPr/>
            </p:nvSpPr>
            <p:spPr>
              <a:xfrm>
                <a:off x="5475223" y="269947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F7EB107F-B3A9-D669-D065-85C27969E98B}"/>
                  </a:ext>
                </a:extLst>
              </p:cNvPr>
              <p:cNvSpPr/>
              <p:nvPr/>
            </p:nvSpPr>
            <p:spPr>
              <a:xfrm>
                <a:off x="5761750" y="2695892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A303A8BE-E681-C9CC-7FCA-45147E0C9ACA}"/>
                  </a:ext>
                </a:extLst>
              </p:cNvPr>
              <p:cNvSpPr/>
              <p:nvPr/>
            </p:nvSpPr>
            <p:spPr>
              <a:xfrm>
                <a:off x="6049781" y="269389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8107A889-D51A-568F-091E-6C081BE4BC77}"/>
                  </a:ext>
                </a:extLst>
              </p:cNvPr>
              <p:cNvSpPr/>
              <p:nvPr/>
            </p:nvSpPr>
            <p:spPr>
              <a:xfrm>
                <a:off x="6336308" y="2693568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چ</a:t>
                </a:r>
              </a:p>
            </p:txBody>
          </p:sp>
        </p:grpSp>
        <p:grpSp>
          <p:nvGrpSpPr>
            <p:cNvPr id="175" name="Group 174">
              <a:extLst>
                <a:ext uri="{FF2B5EF4-FFF2-40B4-BE49-F238E27FC236}">
                  <a16:creationId xmlns:a16="http://schemas.microsoft.com/office/drawing/2014/main" id="{48D327EC-6A3A-C636-7A1C-44ADC3D3973C}"/>
                </a:ext>
              </a:extLst>
            </p:cNvPr>
            <p:cNvGrpSpPr/>
            <p:nvPr/>
          </p:nvGrpSpPr>
          <p:grpSpPr>
            <a:xfrm>
              <a:off x="3376751" y="6660651"/>
              <a:ext cx="4032448" cy="1404146"/>
              <a:chOff x="4038076" y="1546966"/>
              <a:chExt cx="2765528" cy="1404146"/>
            </a:xfrm>
          </p:grpSpPr>
          <p:sp>
            <p:nvSpPr>
              <p:cNvPr id="176" name="Rectangle 175">
                <a:extLst>
                  <a:ext uri="{FF2B5EF4-FFF2-40B4-BE49-F238E27FC236}">
                    <a16:creationId xmlns:a16="http://schemas.microsoft.com/office/drawing/2014/main" id="{B303FE9E-9027-C03C-E434-EEF8B6052C67}"/>
                  </a:ext>
                </a:extLst>
              </p:cNvPr>
              <p:cNvSpPr/>
              <p:nvPr/>
            </p:nvSpPr>
            <p:spPr>
              <a:xfrm>
                <a:off x="4038076" y="155867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77" name="Rectangle 176">
                <a:extLst>
                  <a:ext uri="{FF2B5EF4-FFF2-40B4-BE49-F238E27FC236}">
                    <a16:creationId xmlns:a16="http://schemas.microsoft.com/office/drawing/2014/main" id="{39165401-0E15-32CC-EF1D-E6D7059CC78E}"/>
                  </a:ext>
                </a:extLst>
              </p:cNvPr>
              <p:cNvSpPr/>
              <p:nvPr/>
            </p:nvSpPr>
            <p:spPr>
              <a:xfrm>
                <a:off x="4326107" y="1556674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78" name="Rectangle 177">
                <a:extLst>
                  <a:ext uri="{FF2B5EF4-FFF2-40B4-BE49-F238E27FC236}">
                    <a16:creationId xmlns:a16="http://schemas.microsoft.com/office/drawing/2014/main" id="{90BB7021-0632-C589-477A-7F9E37EC24DA}"/>
                  </a:ext>
                </a:extLst>
              </p:cNvPr>
              <p:cNvSpPr/>
              <p:nvPr/>
            </p:nvSpPr>
            <p:spPr>
              <a:xfrm>
                <a:off x="4612634" y="155309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79" name="Rectangle 178">
                <a:extLst>
                  <a:ext uri="{FF2B5EF4-FFF2-40B4-BE49-F238E27FC236}">
                    <a16:creationId xmlns:a16="http://schemas.microsoft.com/office/drawing/2014/main" id="{50CAF0DA-ADFD-4110-7E09-FC3ED2B095F7}"/>
                  </a:ext>
                </a:extLst>
              </p:cNvPr>
              <p:cNvSpPr/>
              <p:nvPr/>
            </p:nvSpPr>
            <p:spPr>
              <a:xfrm>
                <a:off x="4900665" y="155109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0" name="Rectangle 179">
                <a:extLst>
                  <a:ext uri="{FF2B5EF4-FFF2-40B4-BE49-F238E27FC236}">
                    <a16:creationId xmlns:a16="http://schemas.microsoft.com/office/drawing/2014/main" id="{09CC553E-56EC-CFEA-7206-65CB04A0092A}"/>
                  </a:ext>
                </a:extLst>
              </p:cNvPr>
              <p:cNvSpPr/>
              <p:nvPr/>
            </p:nvSpPr>
            <p:spPr>
              <a:xfrm>
                <a:off x="5187192" y="155486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1" name="Rectangle 180">
                <a:extLst>
                  <a:ext uri="{FF2B5EF4-FFF2-40B4-BE49-F238E27FC236}">
                    <a16:creationId xmlns:a16="http://schemas.microsoft.com/office/drawing/2014/main" id="{DC6C5E64-E34E-316B-B03D-5E8632E277B9}"/>
                  </a:ext>
                </a:extLst>
              </p:cNvPr>
              <p:cNvSpPr/>
              <p:nvPr/>
            </p:nvSpPr>
            <p:spPr>
              <a:xfrm>
                <a:off x="5475223" y="1552869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2" name="Rectangle 181">
                <a:extLst>
                  <a:ext uri="{FF2B5EF4-FFF2-40B4-BE49-F238E27FC236}">
                    <a16:creationId xmlns:a16="http://schemas.microsoft.com/office/drawing/2014/main" id="{6624D313-173F-1A4C-B017-52143981B6EC}"/>
                  </a:ext>
                </a:extLst>
              </p:cNvPr>
              <p:cNvSpPr/>
              <p:nvPr/>
            </p:nvSpPr>
            <p:spPr>
              <a:xfrm>
                <a:off x="5761750" y="154929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3" name="Rectangle 182">
                <a:extLst>
                  <a:ext uri="{FF2B5EF4-FFF2-40B4-BE49-F238E27FC236}">
                    <a16:creationId xmlns:a16="http://schemas.microsoft.com/office/drawing/2014/main" id="{8F0E05F9-CD78-C072-F31D-53C3E72D2353}"/>
                  </a:ext>
                </a:extLst>
              </p:cNvPr>
              <p:cNvSpPr/>
              <p:nvPr/>
            </p:nvSpPr>
            <p:spPr>
              <a:xfrm>
                <a:off x="6049781" y="154729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4" name="Rectangle 183">
                <a:extLst>
                  <a:ext uri="{FF2B5EF4-FFF2-40B4-BE49-F238E27FC236}">
                    <a16:creationId xmlns:a16="http://schemas.microsoft.com/office/drawing/2014/main" id="{63396711-772B-9050-9CAD-E0C86EE2DF49}"/>
                  </a:ext>
                </a:extLst>
              </p:cNvPr>
              <p:cNvSpPr/>
              <p:nvPr/>
            </p:nvSpPr>
            <p:spPr>
              <a:xfrm>
                <a:off x="6336308" y="1546966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ش</a:t>
                </a:r>
              </a:p>
            </p:txBody>
          </p:sp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1593D34A-5FC6-A9DE-FA9D-F7F7DC6F4D65}"/>
                  </a:ext>
                </a:extLst>
              </p:cNvPr>
              <p:cNvSpPr/>
              <p:nvPr/>
            </p:nvSpPr>
            <p:spPr>
              <a:xfrm>
                <a:off x="4038076" y="184792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6" name="Rectangle 185">
                <a:extLst>
                  <a:ext uri="{FF2B5EF4-FFF2-40B4-BE49-F238E27FC236}">
                    <a16:creationId xmlns:a16="http://schemas.microsoft.com/office/drawing/2014/main" id="{5AEB5944-1F1B-0A2B-693C-742ADEA881BE}"/>
                  </a:ext>
                </a:extLst>
              </p:cNvPr>
              <p:cNvSpPr/>
              <p:nvPr/>
            </p:nvSpPr>
            <p:spPr>
              <a:xfrm>
                <a:off x="4326107" y="184592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7" name="Rectangle 186">
                <a:extLst>
                  <a:ext uri="{FF2B5EF4-FFF2-40B4-BE49-F238E27FC236}">
                    <a16:creationId xmlns:a16="http://schemas.microsoft.com/office/drawing/2014/main" id="{9C77871E-8FDC-200C-8D63-C42794DB20DD}"/>
                  </a:ext>
                </a:extLst>
              </p:cNvPr>
              <p:cNvSpPr/>
              <p:nvPr/>
            </p:nvSpPr>
            <p:spPr>
              <a:xfrm>
                <a:off x="4612634" y="1842342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8" name="Rectangle 187">
                <a:extLst>
                  <a:ext uri="{FF2B5EF4-FFF2-40B4-BE49-F238E27FC236}">
                    <a16:creationId xmlns:a16="http://schemas.microsoft.com/office/drawing/2014/main" id="{309FFC07-84F8-F6EC-4022-CD849F2C69E5}"/>
                  </a:ext>
                </a:extLst>
              </p:cNvPr>
              <p:cNvSpPr/>
              <p:nvPr/>
            </p:nvSpPr>
            <p:spPr>
              <a:xfrm>
                <a:off x="4900665" y="184034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9" name="Rectangle 188">
                <a:extLst>
                  <a:ext uri="{FF2B5EF4-FFF2-40B4-BE49-F238E27FC236}">
                    <a16:creationId xmlns:a16="http://schemas.microsoft.com/office/drawing/2014/main" id="{A6153A4A-1970-64CA-A5D6-D96C0D097A40}"/>
                  </a:ext>
                </a:extLst>
              </p:cNvPr>
              <p:cNvSpPr/>
              <p:nvPr/>
            </p:nvSpPr>
            <p:spPr>
              <a:xfrm>
                <a:off x="5187192" y="184411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3A99B46B-D66C-28E1-F789-1CAA47BC034A}"/>
                  </a:ext>
                </a:extLst>
              </p:cNvPr>
              <p:cNvSpPr/>
              <p:nvPr/>
            </p:nvSpPr>
            <p:spPr>
              <a:xfrm>
                <a:off x="5475223" y="184211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1" name="Rectangle 190">
                <a:extLst>
                  <a:ext uri="{FF2B5EF4-FFF2-40B4-BE49-F238E27FC236}">
                    <a16:creationId xmlns:a16="http://schemas.microsoft.com/office/drawing/2014/main" id="{93B14E22-41C0-1F90-854A-FBD5B9D55571}"/>
                  </a:ext>
                </a:extLst>
              </p:cNvPr>
              <p:cNvSpPr/>
              <p:nvPr/>
            </p:nvSpPr>
            <p:spPr>
              <a:xfrm>
                <a:off x="5761750" y="1838537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2" name="Rectangle 191">
                <a:extLst>
                  <a:ext uri="{FF2B5EF4-FFF2-40B4-BE49-F238E27FC236}">
                    <a16:creationId xmlns:a16="http://schemas.microsoft.com/office/drawing/2014/main" id="{7F3D8DC7-4DB2-684C-882F-3D67BFDC14E3}"/>
                  </a:ext>
                </a:extLst>
              </p:cNvPr>
              <p:cNvSpPr/>
              <p:nvPr/>
            </p:nvSpPr>
            <p:spPr>
              <a:xfrm>
                <a:off x="6049781" y="183653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A7278608-D57B-4787-6C01-8376BC50FBA7}"/>
                  </a:ext>
                </a:extLst>
              </p:cNvPr>
              <p:cNvSpPr/>
              <p:nvPr/>
            </p:nvSpPr>
            <p:spPr>
              <a:xfrm>
                <a:off x="6336308" y="1836213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ي</a:t>
                </a:r>
              </a:p>
            </p:txBody>
          </p:sp>
          <p:sp>
            <p:nvSpPr>
              <p:cNvPr id="194" name="Rectangle 193">
                <a:extLst>
                  <a:ext uri="{FF2B5EF4-FFF2-40B4-BE49-F238E27FC236}">
                    <a16:creationId xmlns:a16="http://schemas.microsoft.com/office/drawing/2014/main" id="{016E31DF-82B9-F687-ACF3-C82A55F80D45}"/>
                  </a:ext>
                </a:extLst>
              </p:cNvPr>
              <p:cNvSpPr/>
              <p:nvPr/>
            </p:nvSpPr>
            <p:spPr>
              <a:xfrm>
                <a:off x="4038076" y="213321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5" name="Rectangle 194">
                <a:extLst>
                  <a:ext uri="{FF2B5EF4-FFF2-40B4-BE49-F238E27FC236}">
                    <a16:creationId xmlns:a16="http://schemas.microsoft.com/office/drawing/2014/main" id="{96A56445-CFB2-0423-2161-4CE4A62D9A3A}"/>
                  </a:ext>
                </a:extLst>
              </p:cNvPr>
              <p:cNvSpPr/>
              <p:nvPr/>
            </p:nvSpPr>
            <p:spPr>
              <a:xfrm>
                <a:off x="4326107" y="2131219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6" name="Rectangle 195">
                <a:extLst>
                  <a:ext uri="{FF2B5EF4-FFF2-40B4-BE49-F238E27FC236}">
                    <a16:creationId xmlns:a16="http://schemas.microsoft.com/office/drawing/2014/main" id="{7838C3FA-6A7C-2D9B-191D-9C51D5AAC425}"/>
                  </a:ext>
                </a:extLst>
              </p:cNvPr>
              <p:cNvSpPr/>
              <p:nvPr/>
            </p:nvSpPr>
            <p:spPr>
              <a:xfrm>
                <a:off x="4612634" y="212764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8EBB6E31-A850-D4D7-719A-AE295DFE64DB}"/>
                  </a:ext>
                </a:extLst>
              </p:cNvPr>
              <p:cNvSpPr/>
              <p:nvPr/>
            </p:nvSpPr>
            <p:spPr>
              <a:xfrm>
                <a:off x="4900665" y="212564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8" name="Rectangle 197">
                <a:extLst>
                  <a:ext uri="{FF2B5EF4-FFF2-40B4-BE49-F238E27FC236}">
                    <a16:creationId xmlns:a16="http://schemas.microsoft.com/office/drawing/2014/main" id="{ECC09CA0-CD1B-D88C-A136-3C4B8836323A}"/>
                  </a:ext>
                </a:extLst>
              </p:cNvPr>
              <p:cNvSpPr/>
              <p:nvPr/>
            </p:nvSpPr>
            <p:spPr>
              <a:xfrm>
                <a:off x="5187192" y="212941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9" name="Rectangle 198">
                <a:extLst>
                  <a:ext uri="{FF2B5EF4-FFF2-40B4-BE49-F238E27FC236}">
                    <a16:creationId xmlns:a16="http://schemas.microsoft.com/office/drawing/2014/main" id="{4921E1AF-DA37-15B4-CA38-4BFCD493C9D6}"/>
                  </a:ext>
                </a:extLst>
              </p:cNvPr>
              <p:cNvSpPr/>
              <p:nvPr/>
            </p:nvSpPr>
            <p:spPr>
              <a:xfrm>
                <a:off x="5475223" y="2127414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0" name="Rectangle 199">
                <a:extLst>
                  <a:ext uri="{FF2B5EF4-FFF2-40B4-BE49-F238E27FC236}">
                    <a16:creationId xmlns:a16="http://schemas.microsoft.com/office/drawing/2014/main" id="{764A4AD5-C7CF-EF85-AE8A-332A58E67B96}"/>
                  </a:ext>
                </a:extLst>
              </p:cNvPr>
              <p:cNvSpPr/>
              <p:nvPr/>
            </p:nvSpPr>
            <p:spPr>
              <a:xfrm>
                <a:off x="5761750" y="212383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1" name="Rectangle 200">
                <a:extLst>
                  <a:ext uri="{FF2B5EF4-FFF2-40B4-BE49-F238E27FC236}">
                    <a16:creationId xmlns:a16="http://schemas.microsoft.com/office/drawing/2014/main" id="{1FB52FB7-0C9F-EBCE-99D5-EE29841BBE94}"/>
                  </a:ext>
                </a:extLst>
              </p:cNvPr>
              <p:cNvSpPr/>
              <p:nvPr/>
            </p:nvSpPr>
            <p:spPr>
              <a:xfrm>
                <a:off x="6049781" y="212183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2" name="Rectangle 201">
                <a:extLst>
                  <a:ext uri="{FF2B5EF4-FFF2-40B4-BE49-F238E27FC236}">
                    <a16:creationId xmlns:a16="http://schemas.microsoft.com/office/drawing/2014/main" id="{9BE8DF21-12D7-8761-807F-37384588E733}"/>
                  </a:ext>
                </a:extLst>
              </p:cNvPr>
              <p:cNvSpPr/>
              <p:nvPr/>
            </p:nvSpPr>
            <p:spPr>
              <a:xfrm>
                <a:off x="6336308" y="2121511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د</a:t>
                </a:r>
              </a:p>
            </p:txBody>
          </p:sp>
          <p:sp>
            <p:nvSpPr>
              <p:cNvPr id="203" name="Rectangle 202">
                <a:extLst>
                  <a:ext uri="{FF2B5EF4-FFF2-40B4-BE49-F238E27FC236}">
                    <a16:creationId xmlns:a16="http://schemas.microsoft.com/office/drawing/2014/main" id="{845D4855-AE49-9B9E-2F8B-71130E99D0C1}"/>
                  </a:ext>
                </a:extLst>
              </p:cNvPr>
              <p:cNvSpPr/>
              <p:nvPr/>
            </p:nvSpPr>
            <p:spPr>
              <a:xfrm>
                <a:off x="4038076" y="2422259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4" name="Rectangle 203">
                <a:extLst>
                  <a:ext uri="{FF2B5EF4-FFF2-40B4-BE49-F238E27FC236}">
                    <a16:creationId xmlns:a16="http://schemas.microsoft.com/office/drawing/2014/main" id="{C2CAC38D-8761-ABE3-CA05-C78063E1B2D2}"/>
                  </a:ext>
                </a:extLst>
              </p:cNvPr>
              <p:cNvSpPr/>
              <p:nvPr/>
            </p:nvSpPr>
            <p:spPr>
              <a:xfrm>
                <a:off x="4326107" y="242026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5" name="Rectangle 204">
                <a:extLst>
                  <a:ext uri="{FF2B5EF4-FFF2-40B4-BE49-F238E27FC236}">
                    <a16:creationId xmlns:a16="http://schemas.microsoft.com/office/drawing/2014/main" id="{56813121-BC6A-206D-C9FC-2B9390393C09}"/>
                  </a:ext>
                </a:extLst>
              </p:cNvPr>
              <p:cNvSpPr/>
              <p:nvPr/>
            </p:nvSpPr>
            <p:spPr>
              <a:xfrm>
                <a:off x="4612634" y="241668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6" name="Rectangle 205">
                <a:extLst>
                  <a:ext uri="{FF2B5EF4-FFF2-40B4-BE49-F238E27FC236}">
                    <a16:creationId xmlns:a16="http://schemas.microsoft.com/office/drawing/2014/main" id="{2B70ADAC-021E-0618-C638-CE71581EF392}"/>
                  </a:ext>
                </a:extLst>
              </p:cNvPr>
              <p:cNvSpPr/>
              <p:nvPr/>
            </p:nvSpPr>
            <p:spPr>
              <a:xfrm>
                <a:off x="4900665" y="2414682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7" name="Rectangle 206">
                <a:extLst>
                  <a:ext uri="{FF2B5EF4-FFF2-40B4-BE49-F238E27FC236}">
                    <a16:creationId xmlns:a16="http://schemas.microsoft.com/office/drawing/2014/main" id="{D1C63592-22BD-A1BA-6FFA-005DA4DABA86}"/>
                  </a:ext>
                </a:extLst>
              </p:cNvPr>
              <p:cNvSpPr/>
              <p:nvPr/>
            </p:nvSpPr>
            <p:spPr>
              <a:xfrm>
                <a:off x="5187192" y="2418454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8" name="Rectangle 207">
                <a:extLst>
                  <a:ext uri="{FF2B5EF4-FFF2-40B4-BE49-F238E27FC236}">
                    <a16:creationId xmlns:a16="http://schemas.microsoft.com/office/drawing/2014/main" id="{1CD60E36-5B6E-62EA-9018-2AAF03EC04CC}"/>
                  </a:ext>
                </a:extLst>
              </p:cNvPr>
              <p:cNvSpPr/>
              <p:nvPr/>
            </p:nvSpPr>
            <p:spPr>
              <a:xfrm>
                <a:off x="5475223" y="241645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9" name="Rectangle 208">
                <a:extLst>
                  <a:ext uri="{FF2B5EF4-FFF2-40B4-BE49-F238E27FC236}">
                    <a16:creationId xmlns:a16="http://schemas.microsoft.com/office/drawing/2014/main" id="{DE0292BA-CF31-29E1-60E5-98980F959C50}"/>
                  </a:ext>
                </a:extLst>
              </p:cNvPr>
              <p:cNvSpPr/>
              <p:nvPr/>
            </p:nvSpPr>
            <p:spPr>
              <a:xfrm>
                <a:off x="5761750" y="241287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0" name="Rectangle 209">
                <a:extLst>
                  <a:ext uri="{FF2B5EF4-FFF2-40B4-BE49-F238E27FC236}">
                    <a16:creationId xmlns:a16="http://schemas.microsoft.com/office/drawing/2014/main" id="{9DDA9EFC-8A66-7FD6-1F83-B8E41556D1F4}"/>
                  </a:ext>
                </a:extLst>
              </p:cNvPr>
              <p:cNvSpPr/>
              <p:nvPr/>
            </p:nvSpPr>
            <p:spPr>
              <a:xfrm>
                <a:off x="6049781" y="2410877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1" name="Rectangle 210">
                <a:extLst>
                  <a:ext uri="{FF2B5EF4-FFF2-40B4-BE49-F238E27FC236}">
                    <a16:creationId xmlns:a16="http://schemas.microsoft.com/office/drawing/2014/main" id="{B6322397-16A9-2FB7-2EDD-A07BE137698B}"/>
                  </a:ext>
                </a:extLst>
              </p:cNvPr>
              <p:cNvSpPr/>
              <p:nvPr/>
            </p:nvSpPr>
            <p:spPr>
              <a:xfrm>
                <a:off x="6336308" y="2410552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س</a:t>
                </a:r>
              </a:p>
            </p:txBody>
          </p:sp>
          <p:sp>
            <p:nvSpPr>
              <p:cNvPr id="212" name="Rectangle 211">
                <a:extLst>
                  <a:ext uri="{FF2B5EF4-FFF2-40B4-BE49-F238E27FC236}">
                    <a16:creationId xmlns:a16="http://schemas.microsoft.com/office/drawing/2014/main" id="{97421F94-5F2F-D057-5FFB-6EA571EC24D8}"/>
                  </a:ext>
                </a:extLst>
              </p:cNvPr>
              <p:cNvSpPr/>
              <p:nvPr/>
            </p:nvSpPr>
            <p:spPr>
              <a:xfrm>
                <a:off x="4038076" y="270527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3" name="Rectangle 212">
                <a:extLst>
                  <a:ext uri="{FF2B5EF4-FFF2-40B4-BE49-F238E27FC236}">
                    <a16:creationId xmlns:a16="http://schemas.microsoft.com/office/drawing/2014/main" id="{6E11784D-A4F2-CB40-E2BF-2D5409F02C1D}"/>
                  </a:ext>
                </a:extLst>
              </p:cNvPr>
              <p:cNvSpPr/>
              <p:nvPr/>
            </p:nvSpPr>
            <p:spPr>
              <a:xfrm>
                <a:off x="4326107" y="270327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4" name="Rectangle 213">
                <a:extLst>
                  <a:ext uri="{FF2B5EF4-FFF2-40B4-BE49-F238E27FC236}">
                    <a16:creationId xmlns:a16="http://schemas.microsoft.com/office/drawing/2014/main" id="{A671DB06-9932-D26A-76FF-7C95EB6AD42E}"/>
                  </a:ext>
                </a:extLst>
              </p:cNvPr>
              <p:cNvSpPr/>
              <p:nvPr/>
            </p:nvSpPr>
            <p:spPr>
              <a:xfrm>
                <a:off x="4612634" y="2699697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5" name="Rectangle 214">
                <a:extLst>
                  <a:ext uri="{FF2B5EF4-FFF2-40B4-BE49-F238E27FC236}">
                    <a16:creationId xmlns:a16="http://schemas.microsoft.com/office/drawing/2014/main" id="{398D1A23-6205-5D7F-F939-728547D30A44}"/>
                  </a:ext>
                </a:extLst>
              </p:cNvPr>
              <p:cNvSpPr/>
              <p:nvPr/>
            </p:nvSpPr>
            <p:spPr>
              <a:xfrm>
                <a:off x="4900665" y="269769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6" name="Rectangle 215">
                <a:extLst>
                  <a:ext uri="{FF2B5EF4-FFF2-40B4-BE49-F238E27FC236}">
                    <a16:creationId xmlns:a16="http://schemas.microsoft.com/office/drawing/2014/main" id="{A4376710-789A-9250-3D94-04BB4F551170}"/>
                  </a:ext>
                </a:extLst>
              </p:cNvPr>
              <p:cNvSpPr/>
              <p:nvPr/>
            </p:nvSpPr>
            <p:spPr>
              <a:xfrm>
                <a:off x="5187192" y="270147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7" name="Rectangle 216">
                <a:extLst>
                  <a:ext uri="{FF2B5EF4-FFF2-40B4-BE49-F238E27FC236}">
                    <a16:creationId xmlns:a16="http://schemas.microsoft.com/office/drawing/2014/main" id="{76A0653C-5074-3638-74B3-045B61E660F0}"/>
                  </a:ext>
                </a:extLst>
              </p:cNvPr>
              <p:cNvSpPr/>
              <p:nvPr/>
            </p:nvSpPr>
            <p:spPr>
              <a:xfrm>
                <a:off x="5475223" y="269947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8" name="Rectangle 217">
                <a:extLst>
                  <a:ext uri="{FF2B5EF4-FFF2-40B4-BE49-F238E27FC236}">
                    <a16:creationId xmlns:a16="http://schemas.microsoft.com/office/drawing/2014/main" id="{345631C0-E99A-8E47-0317-E06D9E744103}"/>
                  </a:ext>
                </a:extLst>
              </p:cNvPr>
              <p:cNvSpPr/>
              <p:nvPr/>
            </p:nvSpPr>
            <p:spPr>
              <a:xfrm>
                <a:off x="5761750" y="2695892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9" name="Rectangle 218">
                <a:extLst>
                  <a:ext uri="{FF2B5EF4-FFF2-40B4-BE49-F238E27FC236}">
                    <a16:creationId xmlns:a16="http://schemas.microsoft.com/office/drawing/2014/main" id="{DC6A255A-3571-8917-C621-737244018D87}"/>
                  </a:ext>
                </a:extLst>
              </p:cNvPr>
              <p:cNvSpPr/>
              <p:nvPr/>
            </p:nvSpPr>
            <p:spPr>
              <a:xfrm>
                <a:off x="6049781" y="269389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0" name="Rectangle 219">
                <a:extLst>
                  <a:ext uri="{FF2B5EF4-FFF2-40B4-BE49-F238E27FC236}">
                    <a16:creationId xmlns:a16="http://schemas.microsoft.com/office/drawing/2014/main" id="{245E04CC-5421-9F0F-3D24-BCD8E273040F}"/>
                  </a:ext>
                </a:extLst>
              </p:cNvPr>
              <p:cNvSpPr/>
              <p:nvPr/>
            </p:nvSpPr>
            <p:spPr>
              <a:xfrm>
                <a:off x="6336308" y="2693568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چ</a:t>
                </a:r>
              </a:p>
            </p:txBody>
          </p:sp>
        </p:grpSp>
        <p:grpSp>
          <p:nvGrpSpPr>
            <p:cNvPr id="246" name="Group 245">
              <a:extLst>
                <a:ext uri="{FF2B5EF4-FFF2-40B4-BE49-F238E27FC236}">
                  <a16:creationId xmlns:a16="http://schemas.microsoft.com/office/drawing/2014/main" id="{04BE7016-A63C-3003-BC5E-F35B9020BC2C}"/>
                </a:ext>
              </a:extLst>
            </p:cNvPr>
            <p:cNvGrpSpPr/>
            <p:nvPr/>
          </p:nvGrpSpPr>
          <p:grpSpPr>
            <a:xfrm>
              <a:off x="3380311" y="2952229"/>
              <a:ext cx="4036117" cy="3384376"/>
              <a:chOff x="3380311" y="3096245"/>
              <a:chExt cx="4036117" cy="3384376"/>
            </a:xfrm>
          </p:grpSpPr>
          <p:sp>
            <p:nvSpPr>
              <p:cNvPr id="102" name="Rectangle 101">
                <a:extLst>
                  <a:ext uri="{FF2B5EF4-FFF2-40B4-BE49-F238E27FC236}">
                    <a16:creationId xmlns:a16="http://schemas.microsoft.com/office/drawing/2014/main" id="{75FC6984-6D96-0252-4E2F-671E8F0FD839}"/>
                  </a:ext>
                </a:extLst>
              </p:cNvPr>
              <p:cNvSpPr/>
              <p:nvPr/>
            </p:nvSpPr>
            <p:spPr>
              <a:xfrm>
                <a:off x="5537660" y="3096570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استاد</a:t>
                </a:r>
              </a:p>
            </p:txBody>
          </p:sp>
          <p:sp>
            <p:nvSpPr>
              <p:cNvPr id="103" name="Rectangle 102">
                <a:extLst>
                  <a:ext uri="{FF2B5EF4-FFF2-40B4-BE49-F238E27FC236}">
                    <a16:creationId xmlns:a16="http://schemas.microsoft.com/office/drawing/2014/main" id="{9995FBA2-285E-CD76-1526-B579DF5E00E0}"/>
                  </a:ext>
                </a:extLst>
              </p:cNvPr>
              <p:cNvSpPr/>
              <p:nvPr/>
            </p:nvSpPr>
            <p:spPr>
              <a:xfrm>
                <a:off x="6560633" y="3096245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درس</a:t>
                </a:r>
              </a:p>
            </p:txBody>
          </p:sp>
          <p:sp>
            <p:nvSpPr>
              <p:cNvPr id="111" name="Rectangle 110">
                <a:extLst>
                  <a:ext uri="{FF2B5EF4-FFF2-40B4-BE49-F238E27FC236}">
                    <a16:creationId xmlns:a16="http://schemas.microsoft.com/office/drawing/2014/main" id="{D98CF484-F348-2B43-43E8-2DB97F7E4470}"/>
                  </a:ext>
                </a:extLst>
              </p:cNvPr>
              <p:cNvSpPr/>
              <p:nvPr/>
            </p:nvSpPr>
            <p:spPr>
              <a:xfrm>
                <a:off x="5537660" y="3385817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12" name="Rectangle 111">
                <a:extLst>
                  <a:ext uri="{FF2B5EF4-FFF2-40B4-BE49-F238E27FC236}">
                    <a16:creationId xmlns:a16="http://schemas.microsoft.com/office/drawing/2014/main" id="{F31FD909-558C-5143-4E25-BE46B70DE0C5}"/>
                  </a:ext>
                </a:extLst>
              </p:cNvPr>
              <p:cNvSpPr/>
              <p:nvPr/>
            </p:nvSpPr>
            <p:spPr>
              <a:xfrm>
                <a:off x="6560633" y="3385492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20" name="Rectangle 119">
                <a:extLst>
                  <a:ext uri="{FF2B5EF4-FFF2-40B4-BE49-F238E27FC236}">
                    <a16:creationId xmlns:a16="http://schemas.microsoft.com/office/drawing/2014/main" id="{61ABD929-5DF4-842D-04B7-45B52E795270}"/>
                  </a:ext>
                </a:extLst>
              </p:cNvPr>
              <p:cNvSpPr/>
              <p:nvPr/>
            </p:nvSpPr>
            <p:spPr>
              <a:xfrm>
                <a:off x="5537660" y="3671115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5940F697-99A9-7A28-F733-4EB570CC5137}"/>
                  </a:ext>
                </a:extLst>
              </p:cNvPr>
              <p:cNvSpPr/>
              <p:nvPr/>
            </p:nvSpPr>
            <p:spPr>
              <a:xfrm>
                <a:off x="6560633" y="3670790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29" name="Rectangle 128">
                <a:extLst>
                  <a:ext uri="{FF2B5EF4-FFF2-40B4-BE49-F238E27FC236}">
                    <a16:creationId xmlns:a16="http://schemas.microsoft.com/office/drawing/2014/main" id="{3B0DF94C-7E3D-C7AB-3F62-53074E8C8225}"/>
                  </a:ext>
                </a:extLst>
              </p:cNvPr>
              <p:cNvSpPr/>
              <p:nvPr/>
            </p:nvSpPr>
            <p:spPr>
              <a:xfrm>
                <a:off x="5537660" y="3960156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30" name="Rectangle 129">
                <a:extLst>
                  <a:ext uri="{FF2B5EF4-FFF2-40B4-BE49-F238E27FC236}">
                    <a16:creationId xmlns:a16="http://schemas.microsoft.com/office/drawing/2014/main" id="{070F328A-8DE4-94FF-B524-4EBC1F3F325D}"/>
                  </a:ext>
                </a:extLst>
              </p:cNvPr>
              <p:cNvSpPr/>
              <p:nvPr/>
            </p:nvSpPr>
            <p:spPr>
              <a:xfrm>
                <a:off x="6560633" y="3959831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38" name="Rectangle 137">
                <a:extLst>
                  <a:ext uri="{FF2B5EF4-FFF2-40B4-BE49-F238E27FC236}">
                    <a16:creationId xmlns:a16="http://schemas.microsoft.com/office/drawing/2014/main" id="{0B442A3D-4069-C92F-E42E-17543C846634}"/>
                  </a:ext>
                </a:extLst>
              </p:cNvPr>
              <p:cNvSpPr/>
              <p:nvPr/>
            </p:nvSpPr>
            <p:spPr>
              <a:xfrm>
                <a:off x="5537660" y="4243172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4CDF7E2F-17F2-95EC-2671-6888F54F6DD1}"/>
                  </a:ext>
                </a:extLst>
              </p:cNvPr>
              <p:cNvSpPr/>
              <p:nvPr/>
            </p:nvSpPr>
            <p:spPr>
              <a:xfrm>
                <a:off x="6560633" y="4242847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4DCD6A37-5D08-920D-64B9-22A24965238B}"/>
                  </a:ext>
                </a:extLst>
              </p:cNvPr>
              <p:cNvSpPr/>
              <p:nvPr/>
            </p:nvSpPr>
            <p:spPr>
              <a:xfrm>
                <a:off x="4552708" y="3096245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کارشناس</a:t>
                </a:r>
              </a:p>
            </p:txBody>
          </p:sp>
          <p:sp>
            <p:nvSpPr>
              <p:cNvPr id="141" name="Rectangle 140">
                <a:extLst>
                  <a:ext uri="{FF2B5EF4-FFF2-40B4-BE49-F238E27FC236}">
                    <a16:creationId xmlns:a16="http://schemas.microsoft.com/office/drawing/2014/main" id="{ED7D4330-0107-2C11-A6BC-AE21830E21EB}"/>
                  </a:ext>
                </a:extLst>
              </p:cNvPr>
              <p:cNvSpPr/>
              <p:nvPr/>
            </p:nvSpPr>
            <p:spPr>
              <a:xfrm>
                <a:off x="4552708" y="3385492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D8B001F1-3C8E-8AE5-6E3A-BFBA816CDB6B}"/>
                  </a:ext>
                </a:extLst>
              </p:cNvPr>
              <p:cNvSpPr/>
              <p:nvPr/>
            </p:nvSpPr>
            <p:spPr>
              <a:xfrm>
                <a:off x="4552708" y="3670790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3" name="Rectangle 142">
                <a:extLst>
                  <a:ext uri="{FF2B5EF4-FFF2-40B4-BE49-F238E27FC236}">
                    <a16:creationId xmlns:a16="http://schemas.microsoft.com/office/drawing/2014/main" id="{84CF0919-7B05-5ECA-271D-8ECD39E0DEC8}"/>
                  </a:ext>
                </a:extLst>
              </p:cNvPr>
              <p:cNvSpPr/>
              <p:nvPr/>
            </p:nvSpPr>
            <p:spPr>
              <a:xfrm>
                <a:off x="4552708" y="3959831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4" name="Rectangle 143">
                <a:extLst>
                  <a:ext uri="{FF2B5EF4-FFF2-40B4-BE49-F238E27FC236}">
                    <a16:creationId xmlns:a16="http://schemas.microsoft.com/office/drawing/2014/main" id="{7F4CB218-5B22-8564-A792-992321BC7FEE}"/>
                  </a:ext>
                </a:extLst>
              </p:cNvPr>
              <p:cNvSpPr/>
              <p:nvPr/>
            </p:nvSpPr>
            <p:spPr>
              <a:xfrm>
                <a:off x="4552708" y="4242847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5" name="Rectangle 144">
                <a:extLst>
                  <a:ext uri="{FF2B5EF4-FFF2-40B4-BE49-F238E27FC236}">
                    <a16:creationId xmlns:a16="http://schemas.microsoft.com/office/drawing/2014/main" id="{63407ADC-3094-C574-FEBA-4E0EB80CCE6C}"/>
                  </a:ext>
                </a:extLst>
              </p:cNvPr>
              <p:cNvSpPr/>
              <p:nvPr/>
            </p:nvSpPr>
            <p:spPr>
              <a:xfrm>
                <a:off x="3968344" y="3096245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ک1</a:t>
                </a:r>
              </a:p>
            </p:txBody>
          </p:sp>
          <p:sp>
            <p:nvSpPr>
              <p:cNvPr id="146" name="Rectangle 145">
                <a:extLst>
                  <a:ext uri="{FF2B5EF4-FFF2-40B4-BE49-F238E27FC236}">
                    <a16:creationId xmlns:a16="http://schemas.microsoft.com/office/drawing/2014/main" id="{2AFB613A-1EE6-9BE2-8274-E9FC472E6349}"/>
                  </a:ext>
                </a:extLst>
              </p:cNvPr>
              <p:cNvSpPr/>
              <p:nvPr/>
            </p:nvSpPr>
            <p:spPr>
              <a:xfrm>
                <a:off x="3968344" y="3385492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7" name="Rectangle 146">
                <a:extLst>
                  <a:ext uri="{FF2B5EF4-FFF2-40B4-BE49-F238E27FC236}">
                    <a16:creationId xmlns:a16="http://schemas.microsoft.com/office/drawing/2014/main" id="{04C2B216-4215-B9D7-A489-80A580F9C998}"/>
                  </a:ext>
                </a:extLst>
              </p:cNvPr>
              <p:cNvSpPr/>
              <p:nvPr/>
            </p:nvSpPr>
            <p:spPr>
              <a:xfrm>
                <a:off x="3968344" y="3670790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EA174C03-9B0B-C3F4-E362-A5DD10945C7A}"/>
                  </a:ext>
                </a:extLst>
              </p:cNvPr>
              <p:cNvSpPr/>
              <p:nvPr/>
            </p:nvSpPr>
            <p:spPr>
              <a:xfrm>
                <a:off x="3968344" y="3959831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28299B81-B8BE-622D-0429-9D3112D584A9}"/>
                  </a:ext>
                </a:extLst>
              </p:cNvPr>
              <p:cNvSpPr/>
              <p:nvPr/>
            </p:nvSpPr>
            <p:spPr>
              <a:xfrm>
                <a:off x="3968344" y="42428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0" name="Rectangle 149">
                <a:extLst>
                  <a:ext uri="{FF2B5EF4-FFF2-40B4-BE49-F238E27FC236}">
                    <a16:creationId xmlns:a16="http://schemas.microsoft.com/office/drawing/2014/main" id="{070706D6-7385-085D-3563-9C87A8AAF084}"/>
                  </a:ext>
                </a:extLst>
              </p:cNvPr>
              <p:cNvSpPr/>
              <p:nvPr/>
            </p:nvSpPr>
            <p:spPr>
              <a:xfrm>
                <a:off x="3383980" y="3096245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ک2</a:t>
                </a:r>
              </a:p>
            </p:txBody>
          </p:sp>
          <p:sp>
            <p:nvSpPr>
              <p:cNvPr id="151" name="Rectangle 150">
                <a:extLst>
                  <a:ext uri="{FF2B5EF4-FFF2-40B4-BE49-F238E27FC236}">
                    <a16:creationId xmlns:a16="http://schemas.microsoft.com/office/drawing/2014/main" id="{D150C203-EB17-E078-B250-E91C64D7AE5B}"/>
                  </a:ext>
                </a:extLst>
              </p:cNvPr>
              <p:cNvSpPr/>
              <p:nvPr/>
            </p:nvSpPr>
            <p:spPr>
              <a:xfrm>
                <a:off x="3383980" y="3385492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7F8D662C-3498-9AFE-52BA-C92ED757BBD3}"/>
                  </a:ext>
                </a:extLst>
              </p:cNvPr>
              <p:cNvSpPr/>
              <p:nvPr/>
            </p:nvSpPr>
            <p:spPr>
              <a:xfrm>
                <a:off x="3383980" y="3670790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3" name="Rectangle 152">
                <a:extLst>
                  <a:ext uri="{FF2B5EF4-FFF2-40B4-BE49-F238E27FC236}">
                    <a16:creationId xmlns:a16="http://schemas.microsoft.com/office/drawing/2014/main" id="{AB05A8E6-1E8D-0012-8B3A-4654BDFA7AAB}"/>
                  </a:ext>
                </a:extLst>
              </p:cNvPr>
              <p:cNvSpPr/>
              <p:nvPr/>
            </p:nvSpPr>
            <p:spPr>
              <a:xfrm>
                <a:off x="3383980" y="3959831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E797C24B-86F6-7F0D-404E-A40E202A78DC}"/>
                  </a:ext>
                </a:extLst>
              </p:cNvPr>
              <p:cNvSpPr/>
              <p:nvPr/>
            </p:nvSpPr>
            <p:spPr>
              <a:xfrm>
                <a:off x="3383980" y="42428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5" name="Rectangle 154">
                <a:extLst>
                  <a:ext uri="{FF2B5EF4-FFF2-40B4-BE49-F238E27FC236}">
                    <a16:creationId xmlns:a16="http://schemas.microsoft.com/office/drawing/2014/main" id="{0BB10334-E7FC-A387-983B-E3090BCA344F}"/>
                  </a:ext>
                </a:extLst>
              </p:cNvPr>
              <p:cNvSpPr/>
              <p:nvPr/>
            </p:nvSpPr>
            <p:spPr>
              <a:xfrm>
                <a:off x="5537660" y="4514272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6" name="Rectangle 155">
                <a:extLst>
                  <a:ext uri="{FF2B5EF4-FFF2-40B4-BE49-F238E27FC236}">
                    <a16:creationId xmlns:a16="http://schemas.microsoft.com/office/drawing/2014/main" id="{F95E26A9-80A2-7E10-BB68-714EE13F5D4C}"/>
                  </a:ext>
                </a:extLst>
              </p:cNvPr>
              <p:cNvSpPr/>
              <p:nvPr/>
            </p:nvSpPr>
            <p:spPr>
              <a:xfrm>
                <a:off x="6560633" y="4513947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7" name="Rectangle 156">
                <a:extLst>
                  <a:ext uri="{FF2B5EF4-FFF2-40B4-BE49-F238E27FC236}">
                    <a16:creationId xmlns:a16="http://schemas.microsoft.com/office/drawing/2014/main" id="{D856EEFD-AEA3-5EF4-9F12-CDC12BBD5F40}"/>
                  </a:ext>
                </a:extLst>
              </p:cNvPr>
              <p:cNvSpPr/>
              <p:nvPr/>
            </p:nvSpPr>
            <p:spPr>
              <a:xfrm>
                <a:off x="5537660" y="4797288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8" name="Rectangle 157">
                <a:extLst>
                  <a:ext uri="{FF2B5EF4-FFF2-40B4-BE49-F238E27FC236}">
                    <a16:creationId xmlns:a16="http://schemas.microsoft.com/office/drawing/2014/main" id="{F9BD1F6A-4082-7A52-8ED5-53D5510DD913}"/>
                  </a:ext>
                </a:extLst>
              </p:cNvPr>
              <p:cNvSpPr/>
              <p:nvPr/>
            </p:nvSpPr>
            <p:spPr>
              <a:xfrm>
                <a:off x="6560633" y="4796963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9" name="Rectangle 158">
                <a:extLst>
                  <a:ext uri="{FF2B5EF4-FFF2-40B4-BE49-F238E27FC236}">
                    <a16:creationId xmlns:a16="http://schemas.microsoft.com/office/drawing/2014/main" id="{55708CFC-9C11-980F-C3FF-C4662B9EB319}"/>
                  </a:ext>
                </a:extLst>
              </p:cNvPr>
              <p:cNvSpPr/>
              <p:nvPr/>
            </p:nvSpPr>
            <p:spPr>
              <a:xfrm>
                <a:off x="4552708" y="4513947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0" name="Rectangle 159">
                <a:extLst>
                  <a:ext uri="{FF2B5EF4-FFF2-40B4-BE49-F238E27FC236}">
                    <a16:creationId xmlns:a16="http://schemas.microsoft.com/office/drawing/2014/main" id="{FF9B25BB-4BBE-9FDF-4047-7D665605087A}"/>
                  </a:ext>
                </a:extLst>
              </p:cNvPr>
              <p:cNvSpPr/>
              <p:nvPr/>
            </p:nvSpPr>
            <p:spPr>
              <a:xfrm>
                <a:off x="4552708" y="4796963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510DF4A0-3C62-E19B-D9C4-1C86849969F5}"/>
                  </a:ext>
                </a:extLst>
              </p:cNvPr>
              <p:cNvSpPr/>
              <p:nvPr/>
            </p:nvSpPr>
            <p:spPr>
              <a:xfrm>
                <a:off x="3968344" y="45139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80940EC3-FB6D-3D8B-BCF5-5DBB9E7E3920}"/>
                  </a:ext>
                </a:extLst>
              </p:cNvPr>
              <p:cNvSpPr/>
              <p:nvPr/>
            </p:nvSpPr>
            <p:spPr>
              <a:xfrm>
                <a:off x="3968344" y="479696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FE69A038-3179-2605-7F27-5C156A9BC51C}"/>
                  </a:ext>
                </a:extLst>
              </p:cNvPr>
              <p:cNvSpPr/>
              <p:nvPr/>
            </p:nvSpPr>
            <p:spPr>
              <a:xfrm>
                <a:off x="3383980" y="45139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4" name="Rectangle 163">
                <a:extLst>
                  <a:ext uri="{FF2B5EF4-FFF2-40B4-BE49-F238E27FC236}">
                    <a16:creationId xmlns:a16="http://schemas.microsoft.com/office/drawing/2014/main" id="{24E21455-186A-199F-2984-CB8675AC0C57}"/>
                  </a:ext>
                </a:extLst>
              </p:cNvPr>
              <p:cNvSpPr/>
              <p:nvPr/>
            </p:nvSpPr>
            <p:spPr>
              <a:xfrm>
                <a:off x="3383980" y="479696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1" name="Rectangle 220">
                <a:extLst>
                  <a:ext uri="{FF2B5EF4-FFF2-40B4-BE49-F238E27FC236}">
                    <a16:creationId xmlns:a16="http://schemas.microsoft.com/office/drawing/2014/main" id="{96CAD645-40B8-9D77-61A6-0EE9C8624504}"/>
                  </a:ext>
                </a:extLst>
              </p:cNvPr>
              <p:cNvSpPr/>
              <p:nvPr/>
            </p:nvSpPr>
            <p:spPr>
              <a:xfrm>
                <a:off x="5533991" y="5088113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2" name="Rectangle 221">
                <a:extLst>
                  <a:ext uri="{FF2B5EF4-FFF2-40B4-BE49-F238E27FC236}">
                    <a16:creationId xmlns:a16="http://schemas.microsoft.com/office/drawing/2014/main" id="{9A525169-7E14-3BD5-8295-D7FB4C910D32}"/>
                  </a:ext>
                </a:extLst>
              </p:cNvPr>
              <p:cNvSpPr/>
              <p:nvPr/>
            </p:nvSpPr>
            <p:spPr>
              <a:xfrm>
                <a:off x="6556964" y="5087788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3" name="Rectangle 222">
                <a:extLst>
                  <a:ext uri="{FF2B5EF4-FFF2-40B4-BE49-F238E27FC236}">
                    <a16:creationId xmlns:a16="http://schemas.microsoft.com/office/drawing/2014/main" id="{4766BFB4-0493-DFE0-0117-16E17E518FCF}"/>
                  </a:ext>
                </a:extLst>
              </p:cNvPr>
              <p:cNvSpPr/>
              <p:nvPr/>
            </p:nvSpPr>
            <p:spPr>
              <a:xfrm>
                <a:off x="5533991" y="5371129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4" name="Rectangle 223">
                <a:extLst>
                  <a:ext uri="{FF2B5EF4-FFF2-40B4-BE49-F238E27FC236}">
                    <a16:creationId xmlns:a16="http://schemas.microsoft.com/office/drawing/2014/main" id="{8FF1C5A4-E7F2-04D7-F053-4D17A3B03EF2}"/>
                  </a:ext>
                </a:extLst>
              </p:cNvPr>
              <p:cNvSpPr/>
              <p:nvPr/>
            </p:nvSpPr>
            <p:spPr>
              <a:xfrm>
                <a:off x="6556964" y="5370804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5" name="Rectangle 224">
                <a:extLst>
                  <a:ext uri="{FF2B5EF4-FFF2-40B4-BE49-F238E27FC236}">
                    <a16:creationId xmlns:a16="http://schemas.microsoft.com/office/drawing/2014/main" id="{3DA92EB9-AF07-F590-E206-E358BF3EA036}"/>
                  </a:ext>
                </a:extLst>
              </p:cNvPr>
              <p:cNvSpPr/>
              <p:nvPr/>
            </p:nvSpPr>
            <p:spPr>
              <a:xfrm>
                <a:off x="4549039" y="5087788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6" name="Rectangle 225">
                <a:extLst>
                  <a:ext uri="{FF2B5EF4-FFF2-40B4-BE49-F238E27FC236}">
                    <a16:creationId xmlns:a16="http://schemas.microsoft.com/office/drawing/2014/main" id="{CA0E97BF-E2D7-2EF1-00EA-8C0D91E2EA78}"/>
                  </a:ext>
                </a:extLst>
              </p:cNvPr>
              <p:cNvSpPr/>
              <p:nvPr/>
            </p:nvSpPr>
            <p:spPr>
              <a:xfrm>
                <a:off x="4549039" y="5370804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7" name="Rectangle 226">
                <a:extLst>
                  <a:ext uri="{FF2B5EF4-FFF2-40B4-BE49-F238E27FC236}">
                    <a16:creationId xmlns:a16="http://schemas.microsoft.com/office/drawing/2014/main" id="{ABA75C4A-A3B6-1A75-2298-0B13D802B99F}"/>
                  </a:ext>
                </a:extLst>
              </p:cNvPr>
              <p:cNvSpPr/>
              <p:nvPr/>
            </p:nvSpPr>
            <p:spPr>
              <a:xfrm>
                <a:off x="3964675" y="508778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8" name="Rectangle 227">
                <a:extLst>
                  <a:ext uri="{FF2B5EF4-FFF2-40B4-BE49-F238E27FC236}">
                    <a16:creationId xmlns:a16="http://schemas.microsoft.com/office/drawing/2014/main" id="{04116680-5483-6245-9415-3B38C18C4A4B}"/>
                  </a:ext>
                </a:extLst>
              </p:cNvPr>
              <p:cNvSpPr/>
              <p:nvPr/>
            </p:nvSpPr>
            <p:spPr>
              <a:xfrm>
                <a:off x="3964675" y="5370804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9" name="Rectangle 228">
                <a:extLst>
                  <a:ext uri="{FF2B5EF4-FFF2-40B4-BE49-F238E27FC236}">
                    <a16:creationId xmlns:a16="http://schemas.microsoft.com/office/drawing/2014/main" id="{893FECAD-88A7-D414-4E7A-0F5AE36F5B1B}"/>
                  </a:ext>
                </a:extLst>
              </p:cNvPr>
              <p:cNvSpPr/>
              <p:nvPr/>
            </p:nvSpPr>
            <p:spPr>
              <a:xfrm>
                <a:off x="3380311" y="508778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0" name="Rectangle 229">
                <a:extLst>
                  <a:ext uri="{FF2B5EF4-FFF2-40B4-BE49-F238E27FC236}">
                    <a16:creationId xmlns:a16="http://schemas.microsoft.com/office/drawing/2014/main" id="{74ABBA68-9B72-7B93-4FCB-11A284D68FEB}"/>
                  </a:ext>
                </a:extLst>
              </p:cNvPr>
              <p:cNvSpPr/>
              <p:nvPr/>
            </p:nvSpPr>
            <p:spPr>
              <a:xfrm>
                <a:off x="3380311" y="5370804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1" name="Rectangle 230">
                <a:extLst>
                  <a:ext uri="{FF2B5EF4-FFF2-40B4-BE49-F238E27FC236}">
                    <a16:creationId xmlns:a16="http://schemas.microsoft.com/office/drawing/2014/main" id="{1E06DA23-B62E-2384-19A0-6A15A23017EC}"/>
                  </a:ext>
                </a:extLst>
              </p:cNvPr>
              <p:cNvSpPr/>
              <p:nvPr/>
            </p:nvSpPr>
            <p:spPr>
              <a:xfrm>
                <a:off x="5537660" y="5660943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2" name="Rectangle 231">
                <a:extLst>
                  <a:ext uri="{FF2B5EF4-FFF2-40B4-BE49-F238E27FC236}">
                    <a16:creationId xmlns:a16="http://schemas.microsoft.com/office/drawing/2014/main" id="{45E90112-2679-5BCE-D7AC-123AB51D6964}"/>
                  </a:ext>
                </a:extLst>
              </p:cNvPr>
              <p:cNvSpPr/>
              <p:nvPr/>
            </p:nvSpPr>
            <p:spPr>
              <a:xfrm>
                <a:off x="6560633" y="5660618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3" name="Rectangle 232">
                <a:extLst>
                  <a:ext uri="{FF2B5EF4-FFF2-40B4-BE49-F238E27FC236}">
                    <a16:creationId xmlns:a16="http://schemas.microsoft.com/office/drawing/2014/main" id="{50B03CF7-AF7D-16B3-D165-02491293F01C}"/>
                  </a:ext>
                </a:extLst>
              </p:cNvPr>
              <p:cNvSpPr/>
              <p:nvPr/>
            </p:nvSpPr>
            <p:spPr>
              <a:xfrm>
                <a:off x="4552708" y="5660618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4" name="Rectangle 233">
                <a:extLst>
                  <a:ext uri="{FF2B5EF4-FFF2-40B4-BE49-F238E27FC236}">
                    <a16:creationId xmlns:a16="http://schemas.microsoft.com/office/drawing/2014/main" id="{E4A68354-B3D5-7C01-FA7C-5F900054DA62}"/>
                  </a:ext>
                </a:extLst>
              </p:cNvPr>
              <p:cNvSpPr/>
              <p:nvPr/>
            </p:nvSpPr>
            <p:spPr>
              <a:xfrm>
                <a:off x="3968344" y="566061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5" name="Rectangle 234">
                <a:extLst>
                  <a:ext uri="{FF2B5EF4-FFF2-40B4-BE49-F238E27FC236}">
                    <a16:creationId xmlns:a16="http://schemas.microsoft.com/office/drawing/2014/main" id="{2D544A4F-9711-2A7D-CF44-55F65DC55840}"/>
                  </a:ext>
                </a:extLst>
              </p:cNvPr>
              <p:cNvSpPr/>
              <p:nvPr/>
            </p:nvSpPr>
            <p:spPr>
              <a:xfrm>
                <a:off x="3383980" y="566061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6" name="Rectangle 235">
                <a:extLst>
                  <a:ext uri="{FF2B5EF4-FFF2-40B4-BE49-F238E27FC236}">
                    <a16:creationId xmlns:a16="http://schemas.microsoft.com/office/drawing/2014/main" id="{24620DAD-CC44-D3FA-BCB7-30CB0BBEF1C6}"/>
                  </a:ext>
                </a:extLst>
              </p:cNvPr>
              <p:cNvSpPr/>
              <p:nvPr/>
            </p:nvSpPr>
            <p:spPr>
              <a:xfrm>
                <a:off x="5533991" y="5951768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7" name="Rectangle 236">
                <a:extLst>
                  <a:ext uri="{FF2B5EF4-FFF2-40B4-BE49-F238E27FC236}">
                    <a16:creationId xmlns:a16="http://schemas.microsoft.com/office/drawing/2014/main" id="{DE56E41E-FFA1-D8AE-1A93-0622AD282D03}"/>
                  </a:ext>
                </a:extLst>
              </p:cNvPr>
              <p:cNvSpPr/>
              <p:nvPr/>
            </p:nvSpPr>
            <p:spPr>
              <a:xfrm>
                <a:off x="6556964" y="5951443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8" name="Rectangle 237">
                <a:extLst>
                  <a:ext uri="{FF2B5EF4-FFF2-40B4-BE49-F238E27FC236}">
                    <a16:creationId xmlns:a16="http://schemas.microsoft.com/office/drawing/2014/main" id="{4BDF3F94-6733-2747-2E7C-139C5E13C884}"/>
                  </a:ext>
                </a:extLst>
              </p:cNvPr>
              <p:cNvSpPr/>
              <p:nvPr/>
            </p:nvSpPr>
            <p:spPr>
              <a:xfrm>
                <a:off x="5533991" y="6234784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9" name="Rectangle 238">
                <a:extLst>
                  <a:ext uri="{FF2B5EF4-FFF2-40B4-BE49-F238E27FC236}">
                    <a16:creationId xmlns:a16="http://schemas.microsoft.com/office/drawing/2014/main" id="{AF69C374-D6C5-26C6-440C-4E94EE4EFD22}"/>
                  </a:ext>
                </a:extLst>
              </p:cNvPr>
              <p:cNvSpPr/>
              <p:nvPr/>
            </p:nvSpPr>
            <p:spPr>
              <a:xfrm>
                <a:off x="6556964" y="6234459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0" name="Rectangle 239">
                <a:extLst>
                  <a:ext uri="{FF2B5EF4-FFF2-40B4-BE49-F238E27FC236}">
                    <a16:creationId xmlns:a16="http://schemas.microsoft.com/office/drawing/2014/main" id="{7719175A-3271-E807-3FAD-A6EF5EADA2C7}"/>
                  </a:ext>
                </a:extLst>
              </p:cNvPr>
              <p:cNvSpPr/>
              <p:nvPr/>
            </p:nvSpPr>
            <p:spPr>
              <a:xfrm>
                <a:off x="4549039" y="5951443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1" name="Rectangle 240">
                <a:extLst>
                  <a:ext uri="{FF2B5EF4-FFF2-40B4-BE49-F238E27FC236}">
                    <a16:creationId xmlns:a16="http://schemas.microsoft.com/office/drawing/2014/main" id="{D15B29C4-9BFA-DE24-1EC6-B439676A2DA5}"/>
                  </a:ext>
                </a:extLst>
              </p:cNvPr>
              <p:cNvSpPr/>
              <p:nvPr/>
            </p:nvSpPr>
            <p:spPr>
              <a:xfrm>
                <a:off x="4549039" y="6234459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2" name="Rectangle 241">
                <a:extLst>
                  <a:ext uri="{FF2B5EF4-FFF2-40B4-BE49-F238E27FC236}">
                    <a16:creationId xmlns:a16="http://schemas.microsoft.com/office/drawing/2014/main" id="{6B7C94AD-232A-49F9-5EB4-16EA522ED1FA}"/>
                  </a:ext>
                </a:extLst>
              </p:cNvPr>
              <p:cNvSpPr/>
              <p:nvPr/>
            </p:nvSpPr>
            <p:spPr>
              <a:xfrm>
                <a:off x="3964675" y="595144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3" name="Rectangle 242">
                <a:extLst>
                  <a:ext uri="{FF2B5EF4-FFF2-40B4-BE49-F238E27FC236}">
                    <a16:creationId xmlns:a16="http://schemas.microsoft.com/office/drawing/2014/main" id="{70CEC693-8B48-EA8E-231E-7463AF9F70DD}"/>
                  </a:ext>
                </a:extLst>
              </p:cNvPr>
              <p:cNvSpPr/>
              <p:nvPr/>
            </p:nvSpPr>
            <p:spPr>
              <a:xfrm>
                <a:off x="3964675" y="6234459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4" name="Rectangle 243">
                <a:extLst>
                  <a:ext uri="{FF2B5EF4-FFF2-40B4-BE49-F238E27FC236}">
                    <a16:creationId xmlns:a16="http://schemas.microsoft.com/office/drawing/2014/main" id="{AFD41FA6-72B0-7909-1B63-F07B54166486}"/>
                  </a:ext>
                </a:extLst>
              </p:cNvPr>
              <p:cNvSpPr/>
              <p:nvPr/>
            </p:nvSpPr>
            <p:spPr>
              <a:xfrm>
                <a:off x="3380311" y="595144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5" name="Rectangle 244">
                <a:extLst>
                  <a:ext uri="{FF2B5EF4-FFF2-40B4-BE49-F238E27FC236}">
                    <a16:creationId xmlns:a16="http://schemas.microsoft.com/office/drawing/2014/main" id="{3F56C790-7DA9-29BC-F96D-DF33FA0342EF}"/>
                  </a:ext>
                </a:extLst>
              </p:cNvPr>
              <p:cNvSpPr/>
              <p:nvPr/>
            </p:nvSpPr>
            <p:spPr>
              <a:xfrm>
                <a:off x="3380311" y="6234459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</p:grpSp>
        <p:sp>
          <p:nvSpPr>
            <p:cNvPr id="247" name="Isosceles Triangle 246">
              <a:extLst>
                <a:ext uri="{FF2B5EF4-FFF2-40B4-BE49-F238E27FC236}">
                  <a16:creationId xmlns:a16="http://schemas.microsoft.com/office/drawing/2014/main" id="{C4A46EBE-4743-0A85-E243-793C70A689CA}"/>
                </a:ext>
              </a:extLst>
            </p:cNvPr>
            <p:cNvSpPr/>
            <p:nvPr/>
          </p:nvSpPr>
          <p:spPr>
            <a:xfrm rot="10800000">
              <a:off x="6912372" y="337801"/>
              <a:ext cx="204989" cy="171745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48" name="Isosceles Triangle 247">
              <a:extLst>
                <a:ext uri="{FF2B5EF4-FFF2-40B4-BE49-F238E27FC236}">
                  <a16:creationId xmlns:a16="http://schemas.microsoft.com/office/drawing/2014/main" id="{E35B1F6C-AACF-1847-90D2-BD856DED2A31}"/>
                </a:ext>
              </a:extLst>
            </p:cNvPr>
            <p:cNvSpPr/>
            <p:nvPr/>
          </p:nvSpPr>
          <p:spPr>
            <a:xfrm rot="10800000">
              <a:off x="6942279" y="617678"/>
              <a:ext cx="204989" cy="171745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49" name="Isosceles Triangle 248">
              <a:extLst>
                <a:ext uri="{FF2B5EF4-FFF2-40B4-BE49-F238E27FC236}">
                  <a16:creationId xmlns:a16="http://schemas.microsoft.com/office/drawing/2014/main" id="{AF6316A2-447E-CCC2-9E06-E3537AFA2174}"/>
                </a:ext>
              </a:extLst>
            </p:cNvPr>
            <p:cNvSpPr/>
            <p:nvPr/>
          </p:nvSpPr>
          <p:spPr>
            <a:xfrm rot="10800000">
              <a:off x="4552661" y="623665"/>
              <a:ext cx="204989" cy="171745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51" name="Rectangle 250">
              <a:extLst>
                <a:ext uri="{FF2B5EF4-FFF2-40B4-BE49-F238E27FC236}">
                  <a16:creationId xmlns:a16="http://schemas.microsoft.com/office/drawing/2014/main" id="{4FF6A9CC-E243-24A9-08F6-87E5889950F8}"/>
                </a:ext>
              </a:extLst>
            </p:cNvPr>
            <p:cNvSpPr/>
            <p:nvPr/>
          </p:nvSpPr>
          <p:spPr>
            <a:xfrm>
              <a:off x="3385486" y="6444627"/>
              <a:ext cx="4030942" cy="144016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r>
                <a:rPr lang="en-US" sz="1200">
                  <a:solidFill>
                    <a:schemeClr val="accent6">
                      <a:lumMod val="75000"/>
                    </a:schemeClr>
                  </a:solidFill>
                </a:rPr>
                <a:t>Weekly</a:t>
              </a:r>
              <a:endParaRPr lang="fa-IR" sz="1400">
                <a:solidFill>
                  <a:schemeClr val="accent6">
                    <a:lumMod val="75000"/>
                  </a:schemeClr>
                </a:solidFill>
              </a:endParaRPr>
            </a:p>
          </p:txBody>
        </p:sp>
      </p:grpSp>
      <p:sp>
        <p:nvSpPr>
          <p:cNvPr id="252" name="Isosceles Triangle 251">
            <a:extLst>
              <a:ext uri="{FF2B5EF4-FFF2-40B4-BE49-F238E27FC236}">
                <a16:creationId xmlns:a16="http://schemas.microsoft.com/office/drawing/2014/main" id="{1F63CF5A-00A4-860E-7149-15443BFA5FC6}"/>
              </a:ext>
            </a:extLst>
          </p:cNvPr>
          <p:cNvSpPr/>
          <p:nvPr/>
        </p:nvSpPr>
        <p:spPr>
          <a:xfrm rot="10800000">
            <a:off x="2392715" y="458280"/>
            <a:ext cx="204989" cy="171745"/>
          </a:xfrm>
          <a:prstGeom prst="triangl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53" name="Isosceles Triangle 252">
            <a:extLst>
              <a:ext uri="{FF2B5EF4-FFF2-40B4-BE49-F238E27FC236}">
                <a16:creationId xmlns:a16="http://schemas.microsoft.com/office/drawing/2014/main" id="{80914446-B444-5BB1-5726-5D32F138036D}"/>
              </a:ext>
            </a:extLst>
          </p:cNvPr>
          <p:cNvSpPr/>
          <p:nvPr/>
        </p:nvSpPr>
        <p:spPr>
          <a:xfrm rot="10800000">
            <a:off x="2392714" y="918373"/>
            <a:ext cx="204989" cy="171745"/>
          </a:xfrm>
          <a:prstGeom prst="triangl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963246894"/>
      </p:ext>
    </p:extLst>
  </p:cSld>
  <p:clrMapOvr>
    <a:masterClrMapping/>
  </p:clrMapOvr>
</p:sld>
</file>

<file path=ppt/theme/theme1.xml><?xml version="1.0" encoding="utf-8"?>
<a:theme xmlns:a="http://schemas.openxmlformats.org/drawingml/2006/main" name="Blank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solidFill>
          <a:schemeClr val="bg1"/>
        </a:solidFill>
        <a:ln w="28575">
          <a:solidFill>
            <a:schemeClr val="tx1"/>
          </a:solidFill>
          <a:prstDash val="solid"/>
        </a:ln>
        <a:effectLst/>
      </a:spPr>
      <a:bodyPr rtlCol="1" anchor="ctr"/>
      <a:lstStyle>
        <a:defPPr algn="r" rtl="1">
          <a:defRPr sz="4400" b="1" smtClean="0">
            <a:solidFill>
              <a:schemeClr val="bg1"/>
            </a:solidFill>
            <a:highlight>
              <a:srgbClr val="800080"/>
            </a:highlight>
            <a:latin typeface="Segoe UI" panose="020B0502040204020203" pitchFamily="34" charset="0"/>
            <a:cs typeface="Segoe UI" panose="020B0502040204020203" pitchFamily="34" charset="0"/>
          </a:defRPr>
        </a:defPPr>
      </a:lstStyle>
      <a:style>
        <a:lnRef idx="0">
          <a:schemeClr val="accent4"/>
        </a:lnRef>
        <a:fillRef idx="3">
          <a:schemeClr val="accent4"/>
        </a:fillRef>
        <a:effectRef idx="3">
          <a:schemeClr val="accent4"/>
        </a:effectRef>
        <a:fontRef idx="minor">
          <a:schemeClr val="lt1"/>
        </a:fontRef>
      </a:style>
    </a:spDef>
    <a:txDef>
      <a:spPr>
        <a:noFill/>
      </a:spPr>
      <a:bodyPr wrap="square" rtlCol="1">
        <a:spAutoFit/>
      </a:bodyPr>
      <a:lstStyle>
        <a:defPPr algn="l" rtl="0">
          <a:defRPr sz="1100" smtClean="0">
            <a:solidFill>
              <a:srgbClr val="FF0000"/>
            </a:solidFill>
            <a:latin typeface="Consolas" panose="020B0609020204030204" pitchFamily="49" charset="0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User Theme: 2">
  <a:themeElements>
    <a:clrScheme name="User Theme: 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User Theme: 2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User Theme: 2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satMod val="103000"/>
                <a:tint val="94000"/>
              </a:schemeClr>
            </a:gs>
            <a:gs pos="50000">
              <a:schemeClr val="phClr">
                <a:lumMod val="100000"/>
                <a:satMod val="110000"/>
                <a:shade val="100000"/>
              </a:schemeClr>
            </a:gs>
            <a:gs pos="100000">
              <a:schemeClr val="phClr">
                <a:lumMod val="120000"/>
                <a:sat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miter lim="800000"/>
        </a:ln>
        <a:ln w="12700" cap="flat" cmpd="sng" algn="ctr">
          <a:solidFill>
            <a:schemeClr val="phClr"/>
          </a:solidFill>
          <a:miter lim="800000"/>
        </a:ln>
        <a:ln w="19050" cap="flat" cmpd="sng" algn="ctr">
          <a:solidFill>
            <a:schemeClr val="phClr"/>
          </a:solidFill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lumMod val="102000"/>
                <a:satMod val="150000"/>
                <a:tint val="93000"/>
                <a:shade val="98000"/>
              </a:schemeClr>
            </a:gs>
            <a:gs pos="50000">
              <a:schemeClr val="phClr">
                <a:lumMod val="103000"/>
                <a:satMod val="130000"/>
                <a:tint val="98000"/>
                <a:shade val="90000"/>
              </a:schemeClr>
            </a:gs>
            <a:gs pos="100000">
              <a:schemeClr val="phClr">
                <a:satMod val="120000"/>
                <a:shade val="63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3120</TotalTime>
  <Words>429</Words>
  <Application>Microsoft Office PowerPoint</Application>
  <PresentationFormat>Custom</PresentationFormat>
  <Paragraphs>265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Arial</vt:lpstr>
      <vt:lpstr>Consolas</vt:lpstr>
      <vt:lpstr>Segoe UI</vt:lpstr>
      <vt:lpstr>Tahoma</vt:lpstr>
      <vt:lpstr>Blank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Majid SharifiTehrani</cp:lastModifiedBy>
  <cp:revision>517</cp:revision>
  <cp:lastPrinted>2026-01-01T08:26:55Z</cp:lastPrinted>
  <dcterms:modified xsi:type="dcterms:W3CDTF">2026-06-26T16:46:05Z</dcterms:modified>
</cp:coreProperties>
</file>