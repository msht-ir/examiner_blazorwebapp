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96" d="100"/>
          <a:sy n="96" d="100"/>
        </p:scale>
        <p:origin x="3528" y="84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08/02/1448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C79AE5C5-D274-8815-77E4-73289B05943E}"/>
              </a:ext>
            </a:extLst>
          </p:cNvPr>
          <p:cNvSpPr/>
          <p:nvPr/>
        </p:nvSpPr>
        <p:spPr bwMode="auto">
          <a:xfrm rot="18907748">
            <a:off x="6632976" y="420957"/>
            <a:ext cx="5319787" cy="7091336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EEB699C-818A-8863-67F4-83623F06B2C8}"/>
              </a:ext>
            </a:extLst>
          </p:cNvPr>
          <p:cNvSpPr/>
          <p:nvPr/>
        </p:nvSpPr>
        <p:spPr bwMode="auto">
          <a:xfrm>
            <a:off x="2334549" y="19079"/>
            <a:ext cx="4116856" cy="6721957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086E13-B4E8-8FDE-07F8-5DA29A30F952}"/>
              </a:ext>
            </a:extLst>
          </p:cNvPr>
          <p:cNvSpPr/>
          <p:nvPr/>
        </p:nvSpPr>
        <p:spPr bwMode="auto">
          <a:xfrm rot="1935669">
            <a:off x="4237895" y="4679288"/>
            <a:ext cx="4870584" cy="4854020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6160FD4-CFD2-290E-53C8-BCF84A71AE40}"/>
              </a:ext>
            </a:extLst>
          </p:cNvPr>
          <p:cNvSpPr/>
          <p:nvPr/>
        </p:nvSpPr>
        <p:spPr bwMode="auto">
          <a:xfrm rot="9456563">
            <a:off x="-1367282" y="52925"/>
            <a:ext cx="5827645" cy="831806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877268" y="7156549"/>
            <a:ext cx="1808459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870016" y="5792663"/>
            <a:ext cx="1560817" cy="1634612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641714" y="3131727"/>
            <a:ext cx="1182039" cy="119965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433261" y="5434973"/>
            <a:ext cx="1182038" cy="90055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235094" y="2930674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612526" y="2562764"/>
            <a:ext cx="1614208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599790" y="2128356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424942" y="4090963"/>
            <a:ext cx="1816421" cy="3387560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25475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450850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5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450850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867313" y="5009357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31927" y="4398309"/>
            <a:ext cx="1467637" cy="1268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0063108" y="8393387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6904870" y="1316632"/>
            <a:ext cx="1764331" cy="146823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289398" y="4422044"/>
            <a:ext cx="1637820" cy="166361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5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108307" y="7156549"/>
            <a:ext cx="2656717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7057976" y="3246024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765737" y="4503438"/>
            <a:ext cx="1855657" cy="2573059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128 AnswerTextAcceptedByTeacher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43620" y="3744317"/>
            <a:ext cx="1105305" cy="163461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280" b="1"/>
              <a:t>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9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311283" y="6765485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ReferenceTypes: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80740" y="1926523"/>
            <a:ext cx="1105305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43620" y="143917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39591" y="6480621"/>
            <a:ext cx="1105070" cy="1975950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280" b="1"/>
              <a:t>Notes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ReferenceType</a:t>
            </a:r>
          </a:p>
          <a:p>
            <a:pPr rtl="0"/>
            <a:r>
              <a:rPr lang="en-US" sz="853"/>
              <a:t>NoteDateTime</a:t>
            </a:r>
          </a:p>
          <a:p>
            <a:pPr rtl="0"/>
            <a:r>
              <a:rPr lang="en-US" sz="853"/>
              <a:t>NoteDueDateTime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2:IsTodo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1048111" y="7703030"/>
            <a:ext cx="954729" cy="900550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280" b="1"/>
              <a:t>NoteNet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486841" y="464701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3829694" y="90838"/>
            <a:ext cx="1424410" cy="193696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ShowDueNotes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  : DueNotesDays=7 (default=3)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4968156" y="215925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260916" y="5218875"/>
            <a:ext cx="1315682" cy="1059364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280" b="1"/>
              <a:t>SuubProjects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5112172" y="1296045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49013" y="7897994"/>
            <a:ext cx="1414177" cy="525095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8036893" y="575965"/>
            <a:ext cx="136606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8450680" y="1920134"/>
            <a:ext cx="1414020" cy="115228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6264300" y="129342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159124" y="181431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2476329" y="1234286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5473749" y="7194213"/>
            <a:ext cx="58649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F6D86-6AF3-4A0E-2F22-5EE0548A7A53}"/>
              </a:ext>
            </a:extLst>
          </p:cNvPr>
          <p:cNvSpPr txBox="1"/>
          <p:nvPr/>
        </p:nvSpPr>
        <p:spPr>
          <a:xfrm>
            <a:off x="161822" y="2057444"/>
            <a:ext cx="113613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mut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Lib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Herbs – S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Papers – IR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 – St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cturEasy - Ne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term – Re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ident – SKU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B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ioDigi – SI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K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AD - 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6748</TotalTime>
  <Words>509</Words>
  <Application>Microsoft Office PowerPoint</Application>
  <PresentationFormat>Custom</PresentationFormat>
  <Paragraphs>303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Rastanty Cortez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581</cp:revision>
  <cp:lastPrinted>2026-07-18T08:45:37Z</cp:lastPrinted>
  <dcterms:modified xsi:type="dcterms:W3CDTF">2026-07-23T08:56:09Z</dcterms:modified>
</cp:coreProperties>
</file>