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838" autoAdjust="0"/>
    <p:restoredTop sz="96247" autoAdjust="0"/>
  </p:normalViewPr>
  <p:slideViewPr>
    <p:cSldViewPr>
      <p:cViewPr varScale="1">
        <p:scale>
          <a:sx n="52" d="100"/>
          <a:sy n="52" d="100"/>
        </p:scale>
        <p:origin x="1818" y="7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07/11/1447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43598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0"/>
            <a:ext cx="997025" cy="1003009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59988" y="7446793"/>
            <a:ext cx="1331097" cy="1122060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parentTypes: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quickNote by 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section Note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3: note on 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 note on Group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5: note on Course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6: note on Exam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7: quickNote by S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2735908" y="7920781"/>
            <a:ext cx="1584176" cy="62035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1:rtl      2:done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4:shared  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endParaRPr lang="en-US" sz="853" kern="100">
              <a:solidFill>
                <a:schemeClr val="tx1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184856" y="7242193"/>
            <a:ext cx="890894" cy="82260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UserType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2975</TotalTime>
  <Words>409</Words>
  <Application>Microsoft Office PowerPoint</Application>
  <PresentationFormat>Custom</PresentationFormat>
  <Paragraphs>258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506</cp:revision>
  <cp:lastPrinted>2026-01-01T08:26:55Z</cp:lastPrinted>
  <dcterms:modified xsi:type="dcterms:W3CDTF">2026-04-23T18:01:27Z</dcterms:modified>
</cp:coreProperties>
</file>