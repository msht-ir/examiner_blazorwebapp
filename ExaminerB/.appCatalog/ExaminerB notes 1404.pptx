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2"/>
    <p:sldId id="263" r:id="rId3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107" d="100"/>
          <a:sy n="107" d="100"/>
        </p:scale>
        <p:origin x="3690" y="102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25/07/1447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25/07/1447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25/07/1447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25/07/1447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25/07/1447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25/07/1447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25/07/1447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25/07/1447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25/07/1447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25/07/1447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25/07/1447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25/07/1447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560512" y="2996952"/>
            <a:ext cx="1647764" cy="21164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6" y="86812"/>
            <a:ext cx="972942" cy="2219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7951877" y="48764"/>
            <a:ext cx="1280606" cy="10967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3383257" y="122202"/>
            <a:ext cx="1710241" cy="1227037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6832045" y="2276872"/>
            <a:ext cx="1936274" cy="228358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rtl="0">
              <a:defRPr/>
            </a:pPr>
            <a:endParaRPr lang="en-US" sz="2800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77800" rtl="0">
              <a:buNone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511367" y="2892488"/>
            <a:ext cx="1182582" cy="1300673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</a:t>
            </a: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forceLast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573269" y="5445224"/>
            <a:ext cx="1614370" cy="1229112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2904316" y="2276872"/>
            <a:ext cx="1739566" cy="228358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927150" y="3573016"/>
            <a:ext cx="1108090" cy="12646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4535385" y="122202"/>
            <a:ext cx="1280606" cy="1227037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560512" y="1428265"/>
            <a:ext cx="1647764" cy="135266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785415" y="116632"/>
            <a:ext cx="892983" cy="85852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1053944" y="141118"/>
            <a:ext cx="1306768" cy="215444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021499" y="3920846"/>
            <a:ext cx="1884916" cy="1754951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1941850" y="1618724"/>
            <a:ext cx="1108089" cy="10081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4019229" y="1317752"/>
            <a:ext cx="1887185" cy="154286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591825" y="5232081"/>
            <a:ext cx="1455027" cy="1546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2:st, 4:fin, 8:rev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575436" y="1245744"/>
            <a:ext cx="1449104" cy="175120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</a:t>
            </a:r>
            <a:r>
              <a:rPr lang="en-US" sz="8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2:retry </a:t>
            </a: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5569512" y="3808976"/>
            <a:ext cx="1455027" cy="1300673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892673" y="1398230"/>
            <a:ext cx="2155587" cy="13146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892675" y="4437112"/>
            <a:ext cx="2155586" cy="1985810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8075835" y="5414033"/>
            <a:ext cx="908508" cy="919701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800" kern="100">
              <a:solidFill>
                <a:srgbClr val="C00000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952446" y="5322596"/>
            <a:ext cx="1176611" cy="1093453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00" b="1" dirty="0" err="1"/>
              <a:t>ubProjects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>
                <a:solidFill>
                  <a:schemeClr val="tx1"/>
                </a:solidFill>
              </a:rPr>
              <a:t>ProjectId</a:t>
            </a:r>
            <a:endParaRPr lang="fa-IR" sz="800">
              <a:solidFill>
                <a:schemeClr val="tx1"/>
              </a:solidFill>
            </a:endParaRPr>
          </a:p>
          <a:p>
            <a:pPr rtl="0"/>
            <a:r>
              <a:rPr lang="en-US" sz="800"/>
              <a:t>SubProjectName</a:t>
            </a:r>
          </a:p>
          <a:p>
            <a:pPr rtl="0"/>
            <a:r>
              <a:rPr lang="en-US" sz="800"/>
              <a:t>Subproject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56455" y="5445223"/>
            <a:ext cx="934651" cy="85515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00" b="1" dirty="0"/>
              <a:t>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00">
                <a:solidFill>
                  <a:schemeClr val="tx1"/>
                </a:solidFill>
              </a:rPr>
              <a:t>UserId</a:t>
            </a:r>
            <a:endParaRPr lang="en-US" sz="800" dirty="0"/>
          </a:p>
          <a:p>
            <a:pPr rtl="0"/>
            <a:r>
              <a:rPr lang="en-US" sz="800" dirty="0" err="1"/>
              <a:t>ProjectName</a:t>
            </a:r>
            <a:endParaRPr lang="en-US" sz="800" dirty="0"/>
          </a:p>
          <a:p>
            <a:pPr rtl="0"/>
            <a:r>
              <a:rPr lang="en-US" sz="800"/>
              <a:t>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898558" y="5653068"/>
            <a:ext cx="860930" cy="1093454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/>
              <a:t>otes</a:t>
            </a: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00"/>
              <a:t>ParentId</a:t>
            </a:r>
          </a:p>
          <a:p>
            <a:pPr rtl="0"/>
            <a:r>
              <a:rPr lang="en-US" sz="800"/>
              <a:t>ParentType</a:t>
            </a:r>
          </a:p>
          <a:p>
            <a:pPr rtl="0"/>
            <a:r>
              <a:rPr lang="en-US" sz="800"/>
              <a:t>NoteDatum</a:t>
            </a:r>
            <a:endParaRPr lang="en-US" sz="800" dirty="0"/>
          </a:p>
          <a:p>
            <a:pPr rtl="0"/>
            <a:r>
              <a:rPr lang="en-US" sz="800"/>
              <a:t>NoteText</a:t>
            </a:r>
            <a:endParaRPr lang="en-US" sz="800" dirty="0"/>
          </a:p>
          <a:p>
            <a:pPr rtl="0"/>
            <a:r>
              <a:rPr lang="en-US" sz="800">
                <a:solidFill>
                  <a:srgbClr val="C00000"/>
                </a:solidFill>
              </a:rPr>
              <a:t>NoteTags</a:t>
            </a:r>
            <a:endParaRPr lang="fa-IR" sz="800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2535182" y="5337799"/>
            <a:ext cx="853003" cy="675995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 err="1"/>
              <a:t>oteNet</a:t>
            </a:r>
            <a:endParaRPr lang="en-US" sz="12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/>
              <a:t>NoteAId</a:t>
            </a:r>
          </a:p>
          <a:p>
            <a:pPr rtl="0"/>
            <a:r>
              <a:rPr lang="en-US" sz="800"/>
              <a:t>NoteBId</a:t>
            </a:r>
            <a:endParaRPr lang="en-US" sz="800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49831" y="6548213"/>
            <a:ext cx="1656185" cy="252245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 2:SP 3:S 4:G 5:C 6:E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EDADC7E-47AD-3A6B-6A3D-B3285217977D}"/>
              </a:ext>
            </a:extLst>
          </p:cNvPr>
          <p:cNvGrpSpPr/>
          <p:nvPr/>
        </p:nvGrpSpPr>
        <p:grpSpPr>
          <a:xfrm>
            <a:off x="3279777" y="2142360"/>
            <a:ext cx="4415037" cy="1480427"/>
            <a:chOff x="6908802" y="4733160"/>
            <a:chExt cx="4415037" cy="148042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626278F-1179-0432-7228-58F0BDA8ECB3}"/>
                </a:ext>
              </a:extLst>
            </p:cNvPr>
            <p:cNvGrpSpPr/>
            <p:nvPr/>
          </p:nvGrpSpPr>
          <p:grpSpPr>
            <a:xfrm>
              <a:off x="6908802" y="4733160"/>
              <a:ext cx="2481461" cy="1480427"/>
              <a:chOff x="784042" y="2078841"/>
              <a:chExt cx="2353296" cy="1411014"/>
            </a:xfrm>
            <a:solidFill>
              <a:schemeClr val="accent2">
                <a:alpha val="35000"/>
              </a:schemeClr>
            </a:solidFill>
          </p:grpSpPr>
          <p:sp>
            <p:nvSpPr>
              <p:cNvPr id="9" name="Isosceles Triangle 8">
                <a:extLst>
                  <a:ext uri="{FF2B5EF4-FFF2-40B4-BE49-F238E27FC236}">
                    <a16:creationId xmlns:a16="http://schemas.microsoft.com/office/drawing/2014/main" id="{31E906CE-139E-B497-2EF3-82F4DF4ABFF5}"/>
                  </a:ext>
                </a:extLst>
              </p:cNvPr>
              <p:cNvSpPr/>
              <p:nvPr/>
            </p:nvSpPr>
            <p:spPr>
              <a:xfrm>
                <a:off x="1024759" y="2078841"/>
                <a:ext cx="2112579" cy="1411014"/>
              </a:xfrm>
              <a:prstGeom prst="triangle">
                <a:avLst>
                  <a:gd name="adj" fmla="val 8806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10" name="Isosceles Triangle 9">
                <a:extLst>
                  <a:ext uri="{FF2B5EF4-FFF2-40B4-BE49-F238E27FC236}">
                    <a16:creationId xmlns:a16="http://schemas.microsoft.com/office/drawing/2014/main" id="{4D0869FF-5BFA-DAEA-F8DF-2D865DE17548}"/>
                  </a:ext>
                </a:extLst>
              </p:cNvPr>
              <p:cNvSpPr/>
              <p:nvPr/>
            </p:nvSpPr>
            <p:spPr>
              <a:xfrm rot="10800000" flipV="1">
                <a:off x="784042" y="2078841"/>
                <a:ext cx="2112579" cy="1411014"/>
              </a:xfrm>
              <a:prstGeom prst="triangle">
                <a:avLst>
                  <a:gd name="adj" fmla="val 8806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156E019-AF22-6E08-6184-6C0F45475E77}"/>
                </a:ext>
              </a:extLst>
            </p:cNvPr>
            <p:cNvGrpSpPr/>
            <p:nvPr/>
          </p:nvGrpSpPr>
          <p:grpSpPr>
            <a:xfrm>
              <a:off x="8842378" y="4741718"/>
              <a:ext cx="2481461" cy="1471869"/>
              <a:chOff x="3378056" y="2017986"/>
              <a:chExt cx="2481461" cy="1471869"/>
            </a:xfrm>
            <a:solidFill>
              <a:schemeClr val="accent2">
                <a:alpha val="35000"/>
              </a:schemeClr>
            </a:solidFill>
          </p:grpSpPr>
          <p:sp>
            <p:nvSpPr>
              <p:cNvPr id="7" name="Isosceles Triangle 6">
                <a:extLst>
                  <a:ext uri="{FF2B5EF4-FFF2-40B4-BE49-F238E27FC236}">
                    <a16:creationId xmlns:a16="http://schemas.microsoft.com/office/drawing/2014/main" id="{76327B16-FB73-BEAC-03D9-EAF7801E654C}"/>
                  </a:ext>
                </a:extLst>
              </p:cNvPr>
              <p:cNvSpPr/>
              <p:nvPr/>
            </p:nvSpPr>
            <p:spPr>
              <a:xfrm rot="10800000">
                <a:off x="3746938" y="2017986"/>
                <a:ext cx="2112579" cy="1411014"/>
              </a:xfrm>
              <a:prstGeom prst="triangle">
                <a:avLst>
                  <a:gd name="adj" fmla="val 8806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8" name="Isosceles Triangle 7">
                <a:extLst>
                  <a:ext uri="{FF2B5EF4-FFF2-40B4-BE49-F238E27FC236}">
                    <a16:creationId xmlns:a16="http://schemas.microsoft.com/office/drawing/2014/main" id="{D3D7D3E8-5114-8443-D0D8-54261F8BF29A}"/>
                  </a:ext>
                </a:extLst>
              </p:cNvPr>
              <p:cNvSpPr/>
              <p:nvPr/>
            </p:nvSpPr>
            <p:spPr>
              <a:xfrm>
                <a:off x="3378056" y="2026544"/>
                <a:ext cx="2112579" cy="1463311"/>
              </a:xfrm>
              <a:prstGeom prst="triangle">
                <a:avLst>
                  <a:gd name="adj" fmla="val 8806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2410</TotalTime>
  <Words>275</Words>
  <Application>Microsoft Office PowerPoint</Application>
  <PresentationFormat>A4 Paper (210x297 mm)</PresentationFormat>
  <Paragraphs>188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Consolas</vt:lpstr>
      <vt:lpstr>Segoe UI</vt:lpstr>
      <vt:lpstr>Blank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458</cp:revision>
  <cp:lastPrinted>2026-01-01T08:26:55Z</cp:lastPrinted>
  <dcterms:modified xsi:type="dcterms:W3CDTF">2026-01-13T15:45:11Z</dcterms:modified>
</cp:coreProperties>
</file>