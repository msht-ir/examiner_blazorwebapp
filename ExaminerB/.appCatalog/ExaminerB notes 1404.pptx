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62" r:id="rId2"/>
  </p:sldIdLst>
  <p:sldSz cx="9906000" cy="6858000" type="A4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30" d="100"/>
          <a:sy n="130" d="100"/>
        </p:scale>
        <p:origin x="2976" y="-18"/>
      </p:cViewPr>
      <p:guideLst>
        <p:guide orient="horz" pos="2613"/>
        <p:guide pos="283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0" y="1122496"/>
            <a:ext cx="7429742" cy="2387886"/>
          </a:xfrm>
        </p:spPr>
        <p:txBody>
          <a:bodyPr anchor="b"/>
          <a:lstStyle>
            <a:lvl1pPr algn="ctr"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0" y="3602469"/>
            <a:ext cx="7429742" cy="1655961"/>
          </a:xfrm>
        </p:spPr>
        <p:txBody>
          <a:bodyPr/>
          <a:lstStyle>
            <a:lvl1pPr marL="0" indent="0" algn="ctr">
              <a:buNone/>
              <a:defRPr sz="358"/>
            </a:lvl1pPr>
            <a:lvl2pPr marL="68141" indent="0" algn="ctr">
              <a:buNone/>
              <a:defRPr sz="298"/>
            </a:lvl2pPr>
            <a:lvl3pPr marL="136283" indent="0" algn="ctr">
              <a:buNone/>
              <a:defRPr sz="268"/>
            </a:lvl3pPr>
            <a:lvl4pPr marL="204424" indent="0" algn="ctr">
              <a:buNone/>
              <a:defRPr sz="238"/>
            </a:lvl4pPr>
            <a:lvl5pPr marL="272565" indent="0" algn="ctr">
              <a:buNone/>
              <a:defRPr sz="238"/>
            </a:lvl5pPr>
            <a:lvl6pPr marL="340706" indent="0" algn="ctr">
              <a:buNone/>
              <a:defRPr sz="238"/>
            </a:lvl6pPr>
            <a:lvl7pPr marL="408847" indent="0" algn="ctr">
              <a:buNone/>
              <a:defRPr sz="238"/>
            </a:lvl7pPr>
            <a:lvl8pPr marL="476988" indent="0" algn="ctr">
              <a:buNone/>
              <a:defRPr sz="238"/>
            </a:lvl8pPr>
            <a:lvl9pPr marL="545129" indent="0" algn="ctr">
              <a:buNone/>
              <a:defRPr sz="238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1" y="1709945"/>
            <a:ext cx="8544203" cy="2853078"/>
          </a:xfrm>
        </p:spPr>
        <p:txBody>
          <a:bodyPr anchor="b"/>
          <a:lstStyle>
            <a:lvl1pPr>
              <a:defRPr sz="89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1" y="4590015"/>
            <a:ext cx="8544203" cy="1500366"/>
          </a:xfrm>
        </p:spPr>
        <p:txBody>
          <a:bodyPr/>
          <a:lstStyle>
            <a:lvl1pPr marL="0" indent="0">
              <a:buNone/>
              <a:defRPr sz="358">
                <a:solidFill>
                  <a:schemeClr val="tx1">
                    <a:tint val="75000"/>
                  </a:schemeClr>
                </a:solidFill>
              </a:defRPr>
            </a:lvl1pPr>
            <a:lvl2pPr marL="68141" indent="0">
              <a:buNone/>
              <a:defRPr sz="298">
                <a:solidFill>
                  <a:schemeClr val="tx1">
                    <a:tint val="75000"/>
                  </a:schemeClr>
                </a:solidFill>
              </a:defRPr>
            </a:lvl2pPr>
            <a:lvl3pPr marL="136283" indent="0">
              <a:buNone/>
              <a:defRPr sz="268">
                <a:solidFill>
                  <a:schemeClr val="tx1">
                    <a:tint val="75000"/>
                  </a:schemeClr>
                </a:solidFill>
              </a:defRPr>
            </a:lvl3pPr>
            <a:lvl4pPr marL="204424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4pPr>
            <a:lvl5pPr marL="272565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5pPr>
            <a:lvl6pPr marL="340706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6pPr>
            <a:lvl7pPr marL="408847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7pPr>
            <a:lvl8pPr marL="476988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8pPr>
            <a:lvl9pPr marL="545129" indent="0">
              <a:buNone/>
              <a:defRPr sz="23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2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7" y="1825846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1" y="365169"/>
            <a:ext cx="8544203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3" y="1681363"/>
            <a:ext cx="4190837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3" y="2505374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6" y="1681363"/>
            <a:ext cx="4211476" cy="824010"/>
          </a:xfrm>
        </p:spPr>
        <p:txBody>
          <a:bodyPr anchor="b"/>
          <a:lstStyle>
            <a:lvl1pPr marL="0" indent="0">
              <a:buNone/>
              <a:defRPr sz="358" b="1"/>
            </a:lvl1pPr>
            <a:lvl2pPr marL="68141" indent="0">
              <a:buNone/>
              <a:defRPr sz="298" b="1"/>
            </a:lvl2pPr>
            <a:lvl3pPr marL="136283" indent="0">
              <a:buNone/>
              <a:defRPr sz="268" b="1"/>
            </a:lvl3pPr>
            <a:lvl4pPr marL="204424" indent="0">
              <a:buNone/>
              <a:defRPr sz="238" b="1"/>
            </a:lvl4pPr>
            <a:lvl5pPr marL="272565" indent="0">
              <a:buNone/>
              <a:defRPr sz="238" b="1"/>
            </a:lvl5pPr>
            <a:lvl6pPr marL="340706" indent="0">
              <a:buNone/>
              <a:defRPr sz="238" b="1"/>
            </a:lvl6pPr>
            <a:lvl7pPr marL="408847" indent="0">
              <a:buNone/>
              <a:defRPr sz="238" b="1"/>
            </a:lvl7pPr>
            <a:lvl8pPr marL="476988" indent="0">
              <a:buNone/>
              <a:defRPr sz="238" b="1"/>
            </a:lvl8pPr>
            <a:lvl9pPr marL="545129" indent="0">
              <a:buNone/>
              <a:defRPr sz="238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6" y="2505374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78" y="987543"/>
            <a:ext cx="5015074" cy="4874208"/>
          </a:xfrm>
        </p:spPr>
        <p:txBody>
          <a:bodyPr/>
          <a:lstStyle>
            <a:lvl1pPr>
              <a:defRPr sz="477"/>
            </a:lvl1pPr>
            <a:lvl2pPr>
              <a:defRPr sz="417"/>
            </a:lvl2pPr>
            <a:lvl3pPr>
              <a:defRPr sz="358"/>
            </a:lvl3pPr>
            <a:lvl4pPr>
              <a:defRPr sz="298"/>
            </a:lvl4pPr>
            <a:lvl5pPr>
              <a:defRPr sz="298"/>
            </a:lvl5pPr>
            <a:lvl6pPr>
              <a:defRPr sz="298"/>
            </a:lvl6pPr>
            <a:lvl7pPr>
              <a:defRPr sz="298"/>
            </a:lvl7pPr>
            <a:lvl8pPr>
              <a:defRPr sz="298"/>
            </a:lvl8pPr>
            <a:lvl9pPr>
              <a:defRPr sz="29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4"/>
            <a:ext cx="3195046" cy="1600391"/>
          </a:xfrm>
        </p:spPr>
        <p:txBody>
          <a:bodyPr anchor="b"/>
          <a:lstStyle>
            <a:lvl1pPr>
              <a:defRPr sz="47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78" y="987543"/>
            <a:ext cx="5015074" cy="4874208"/>
          </a:xfrm>
        </p:spPr>
        <p:txBody>
          <a:bodyPr anchor="t"/>
          <a:lstStyle>
            <a:lvl1pPr marL="0" indent="0">
              <a:buNone/>
              <a:defRPr sz="477"/>
            </a:lvl1pPr>
            <a:lvl2pPr marL="68141" indent="0">
              <a:buNone/>
              <a:defRPr sz="417"/>
            </a:lvl2pPr>
            <a:lvl3pPr marL="136283" indent="0">
              <a:buNone/>
              <a:defRPr sz="358"/>
            </a:lvl3pPr>
            <a:lvl4pPr marL="204424" indent="0">
              <a:buNone/>
              <a:defRPr sz="298"/>
            </a:lvl4pPr>
            <a:lvl5pPr marL="272565" indent="0">
              <a:buNone/>
              <a:defRPr sz="298"/>
            </a:lvl5pPr>
            <a:lvl6pPr marL="340706" indent="0">
              <a:buNone/>
              <a:defRPr sz="298"/>
            </a:lvl6pPr>
            <a:lvl7pPr marL="408847" indent="0">
              <a:buNone/>
              <a:defRPr sz="298"/>
            </a:lvl7pPr>
            <a:lvl8pPr marL="476988" indent="0">
              <a:buNone/>
              <a:defRPr sz="298"/>
            </a:lvl8pPr>
            <a:lvl9pPr marL="545129" indent="0">
              <a:buNone/>
              <a:defRPr sz="29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48"/>
            <a:ext cx="3195046" cy="3812043"/>
          </a:xfrm>
        </p:spPr>
        <p:txBody>
          <a:bodyPr/>
          <a:lstStyle>
            <a:lvl1pPr marL="0" indent="0">
              <a:buNone/>
              <a:defRPr sz="238"/>
            </a:lvl1pPr>
            <a:lvl2pPr marL="68141" indent="0">
              <a:buNone/>
              <a:defRPr sz="209"/>
            </a:lvl2pPr>
            <a:lvl3pPr marL="136283" indent="0">
              <a:buNone/>
              <a:defRPr sz="179"/>
            </a:lvl3pPr>
            <a:lvl4pPr marL="204424" indent="0">
              <a:buNone/>
              <a:defRPr sz="149"/>
            </a:lvl4pPr>
            <a:lvl5pPr marL="272565" indent="0">
              <a:buNone/>
              <a:defRPr sz="149"/>
            </a:lvl5pPr>
            <a:lvl6pPr marL="340706" indent="0">
              <a:buNone/>
              <a:defRPr sz="149"/>
            </a:lvl6pPr>
            <a:lvl7pPr marL="408847" indent="0">
              <a:buNone/>
              <a:defRPr sz="149"/>
            </a:lvl7pPr>
            <a:lvl8pPr marL="476988" indent="0">
              <a:buNone/>
              <a:defRPr sz="149"/>
            </a:lvl8pPr>
            <a:lvl9pPr marL="545129" indent="0">
              <a:buNone/>
              <a:defRPr sz="14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3" y="365171"/>
            <a:ext cx="2136049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3" y="365171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2" y="365169"/>
            <a:ext cx="8544203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2" y="1825846"/>
            <a:ext cx="8544203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0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17/07/1447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1" y="6357111"/>
            <a:ext cx="3343383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39" y="6357111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36283" rtl="0">
        <a:lnSpc>
          <a:spcPct val="90000"/>
        </a:lnSpc>
        <a:spcBef>
          <a:spcPts val="0"/>
        </a:spcBef>
        <a:buNone/>
        <a:defRPr sz="6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071" indent="-34071" algn="l" defTabSz="136283" rtl="0">
        <a:lnSpc>
          <a:spcPct val="90000"/>
        </a:lnSpc>
        <a:spcBef>
          <a:spcPts val="149"/>
        </a:spcBef>
        <a:buFont typeface="Arial"/>
        <a:buChar char="•"/>
        <a:defRPr sz="417">
          <a:solidFill>
            <a:schemeClr val="tx1"/>
          </a:solidFill>
          <a:latin typeface="+mn-lt"/>
          <a:ea typeface="+mn-ea"/>
          <a:cs typeface="+mn-cs"/>
        </a:defRPr>
      </a:lvl1pPr>
      <a:lvl2pPr marL="102212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358">
          <a:solidFill>
            <a:schemeClr val="tx1"/>
          </a:solidFill>
          <a:latin typeface="+mn-lt"/>
          <a:ea typeface="+mn-ea"/>
          <a:cs typeface="+mn-cs"/>
        </a:defRPr>
      </a:lvl2pPr>
      <a:lvl3pPr marL="170353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98">
          <a:solidFill>
            <a:schemeClr val="tx1"/>
          </a:solidFill>
          <a:latin typeface="+mn-lt"/>
          <a:ea typeface="+mn-ea"/>
          <a:cs typeface="+mn-cs"/>
        </a:defRPr>
      </a:lvl3pPr>
      <a:lvl4pPr marL="238494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306636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74777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42918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511059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79200" indent="-34071" algn="l" defTabSz="136283" rtl="0">
        <a:lnSpc>
          <a:spcPct val="90000"/>
        </a:lnSpc>
        <a:spcBef>
          <a:spcPts val="74"/>
        </a:spcBef>
        <a:buFont typeface="Arial"/>
        <a:buChar char="•"/>
        <a:defRPr sz="268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1pPr>
      <a:lvl2pPr marL="68141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2pPr>
      <a:lvl3pPr marL="136283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3pPr>
      <a:lvl4pPr marL="204424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4pPr>
      <a:lvl5pPr marL="272565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5pPr>
      <a:lvl6pPr marL="340706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6pPr>
      <a:lvl7pPr marL="408847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7pPr>
      <a:lvl8pPr marL="476988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8pPr>
      <a:lvl9pPr marL="545129" algn="l" defTabSz="136283" rtl="0">
        <a:defRPr sz="268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560512" y="2996952"/>
            <a:ext cx="1647764" cy="21164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0AC991BF-6836-D27B-9C74-D0617044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26" y="86812"/>
            <a:ext cx="972942" cy="2219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/>
        </p:spPr>
      </p:pic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7951877" y="48764"/>
            <a:ext cx="1280606" cy="10967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1: active</a:t>
            </a:r>
          </a:p>
        </p:txBody>
      </p:sp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3383257" y="122202"/>
            <a:ext cx="1710241" cy="1227037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6832045" y="2276872"/>
            <a:ext cx="1936274" cy="228358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rtl="0">
              <a:defRPr/>
            </a:pPr>
            <a:endParaRPr lang="en-US" sz="2800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177800" rtl="0">
              <a:buNone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(</a:t>
            </a:r>
            <a:r>
              <a:rPr lang="en-US" sz="800" kern="100">
                <a:solidFill>
                  <a:schemeClr val="tx1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testRtl, optRtl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</a:t>
            </a: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511367" y="2892488"/>
            <a:ext cx="1182582" cy="130067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</a:t>
            </a: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forceLast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2:isAns</a:t>
            </a: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573269" y="5445224"/>
            <a:ext cx="1614370" cy="1229112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2904316" y="2276872"/>
            <a:ext cx="1739566" cy="2283588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77800"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77800"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  <a:endParaRPr lang="en-US" sz="8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TeacherId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77800"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2:pass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4,8,16,32: x </a:t>
            </a:r>
          </a:p>
          <a:p>
            <a:pPr marL="177800"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64:selected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927150" y="3573016"/>
            <a:ext cx="1108090" cy="126460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4535385" y="122202"/>
            <a:ext cx="1280606" cy="1227037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560512" y="1428265"/>
            <a:ext cx="1647764" cy="1352663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785415" y="116632"/>
            <a:ext cx="892983" cy="85852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53944" y="141118"/>
            <a:ext cx="1306768" cy="215444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800">
                <a:solidFill>
                  <a:schemeClr val="tx1"/>
                </a:solidFill>
                <a:latin typeface="Consolas" panose="020B0609020204030204" pitchFamily="49" charset="0"/>
              </a:rPr>
              <a:t>Majid SharifiTehrani</a:t>
            </a:r>
            <a:endParaRPr lang="fa-IR" sz="80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021499" y="3920846"/>
            <a:ext cx="1884916" cy="1754951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0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1941850" y="1618724"/>
            <a:ext cx="1108089" cy="100811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4019229" y="1317752"/>
            <a:ext cx="1887185" cy="154286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rgbClr val="C00000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591825" y="5232081"/>
            <a:ext cx="1455027" cy="15463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StartDateTime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FinishDateTime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defRPr/>
            </a:pP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2:st, 4:fin, 8:rev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575436" y="1245744"/>
            <a:ext cx="1449104" cy="175120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1:act </a:t>
            </a:r>
            <a:r>
              <a:rPr lang="en-US" sz="8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2:retry </a:t>
            </a:r>
            <a:r>
              <a:rPr lang="en-US" sz="800" kern="100">
                <a:solidFill>
                  <a:srgbClr val="C00000"/>
                </a:solidFill>
                <a:effectLst/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4rev</a:t>
            </a: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569512" y="3808976"/>
            <a:ext cx="1455027" cy="1300673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6892673" y="1398230"/>
            <a:ext cx="2155587" cy="131460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rgbClr val="C00000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8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892675" y="4437112"/>
            <a:ext cx="2155586" cy="1985810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00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0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0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0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00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0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</a:t>
            </a:r>
            <a:r>
              <a:rPr lang="en-US" sz="8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</p:txBody>
      </p:sp>
      <p:sp>
        <p:nvSpPr>
          <p:cNvPr id="30" name="Callout: Bent Line 29">
            <a:extLst>
              <a:ext uri="{FF2B5EF4-FFF2-40B4-BE49-F238E27FC236}">
                <a16:creationId xmlns:a16="http://schemas.microsoft.com/office/drawing/2014/main" id="{37CBAADD-8162-F8CF-9142-1CCC32CAB857}"/>
              </a:ext>
            </a:extLst>
          </p:cNvPr>
          <p:cNvSpPr/>
          <p:nvPr/>
        </p:nvSpPr>
        <p:spPr bwMode="auto">
          <a:xfrm>
            <a:off x="8075835" y="5414033"/>
            <a:ext cx="908508" cy="919701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rtl="0">
              <a:buNone/>
            </a:pPr>
            <a:r>
              <a:rPr lang="en-US" sz="800" kern="100">
                <a:solidFill>
                  <a:srgbClr val="C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rtl="0"/>
            <a:r>
              <a:rPr lang="en-US" sz="8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  <a:endParaRPr lang="en-US" sz="800" kern="100">
              <a:solidFill>
                <a:srgbClr val="C00000"/>
              </a:solidFill>
              <a:effectLst/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952446" y="5322596"/>
            <a:ext cx="1176611" cy="1093453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S</a:t>
            </a:r>
            <a:r>
              <a:rPr lang="en-US" sz="1200" b="1" dirty="0" err="1"/>
              <a:t>ubProjects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>
                <a:solidFill>
                  <a:schemeClr val="tx1"/>
                </a:solidFill>
              </a:rPr>
              <a:t>ProjectId</a:t>
            </a:r>
            <a:endParaRPr lang="fa-IR" sz="800">
              <a:solidFill>
                <a:schemeClr val="tx1"/>
              </a:solidFill>
            </a:endParaRPr>
          </a:p>
          <a:p>
            <a:pPr rtl="0"/>
            <a:r>
              <a:rPr lang="en-US" sz="800"/>
              <a:t>SubProjectName</a:t>
            </a:r>
          </a:p>
          <a:p>
            <a:pPr rtl="0"/>
            <a:r>
              <a:rPr lang="en-US" sz="800"/>
              <a:t>Subproject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6455" y="5445223"/>
            <a:ext cx="934651" cy="855155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P</a:t>
            </a:r>
            <a:r>
              <a:rPr lang="en-US" sz="1200" b="1" dirty="0"/>
              <a:t>rojects</a:t>
            </a:r>
            <a:endParaRPr lang="en-US" sz="8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00">
                <a:solidFill>
                  <a:schemeClr val="tx1"/>
                </a:solidFill>
              </a:rPr>
              <a:t>UserId</a:t>
            </a:r>
            <a:endParaRPr lang="en-US" sz="800" dirty="0"/>
          </a:p>
          <a:p>
            <a:pPr rtl="0"/>
            <a:r>
              <a:rPr lang="en-US" sz="800" dirty="0" err="1"/>
              <a:t>ProjectName</a:t>
            </a:r>
            <a:endParaRPr lang="en-US" sz="800" dirty="0"/>
          </a:p>
          <a:p>
            <a:pPr rtl="0"/>
            <a:r>
              <a:rPr lang="en-US" sz="800"/>
              <a:t>Project</a:t>
            </a:r>
            <a:r>
              <a:rPr lang="en-US" sz="800">
                <a:solidFill>
                  <a:srgbClr val="C00000"/>
                </a:solidFill>
              </a:rPr>
              <a:t>Tags</a:t>
            </a:r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898558" y="5653068"/>
            <a:ext cx="860930" cy="1093454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/>
              <a:t>otes</a:t>
            </a:r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00"/>
              <a:t>ParentId</a:t>
            </a:r>
          </a:p>
          <a:p>
            <a:pPr rtl="0"/>
            <a:r>
              <a:rPr lang="en-US" sz="800"/>
              <a:t>ParentType</a:t>
            </a:r>
          </a:p>
          <a:p>
            <a:pPr rtl="0"/>
            <a:r>
              <a:rPr lang="en-US" sz="800"/>
              <a:t>NoteDatum</a:t>
            </a:r>
            <a:endParaRPr lang="en-US" sz="800" dirty="0"/>
          </a:p>
          <a:p>
            <a:pPr rtl="0"/>
            <a:r>
              <a:rPr lang="en-US" sz="800"/>
              <a:t>NoteText</a:t>
            </a:r>
            <a:endParaRPr lang="en-US" sz="800" dirty="0"/>
          </a:p>
          <a:p>
            <a:pPr rtl="0"/>
            <a:r>
              <a:rPr lang="en-US" sz="800">
                <a:solidFill>
                  <a:srgbClr val="C00000"/>
                </a:solidFill>
              </a:rPr>
              <a:t>NoteTags</a:t>
            </a:r>
            <a:endParaRPr lang="fa-IR" sz="800" dirty="0">
              <a:solidFill>
                <a:srgbClr val="C00000"/>
              </a:solidFill>
            </a:endParaRP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2535182" y="5337799"/>
            <a:ext cx="853003" cy="675995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00" b="1" dirty="0" err="1">
                <a:solidFill>
                  <a:schemeClr val="bg1"/>
                </a:solidFill>
                <a:highlight>
                  <a:srgbClr val="000000"/>
                </a:highlight>
              </a:rPr>
              <a:t>N</a:t>
            </a:r>
            <a:r>
              <a:rPr lang="en-US" sz="1200" b="1" dirty="0" err="1"/>
              <a:t>oteNet</a:t>
            </a:r>
            <a:endParaRPr lang="en-US" sz="1200" b="1" dirty="0"/>
          </a:p>
          <a:p>
            <a:pPr rtl="0"/>
            <a:r>
              <a:rPr lang="en-US" sz="800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00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00"/>
              <a:t>NoteAId</a:t>
            </a:r>
          </a:p>
          <a:p>
            <a:pPr rtl="0"/>
            <a:r>
              <a:rPr lang="en-US" sz="800"/>
              <a:t>NoteBId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2409</TotalTime>
  <Words>256</Words>
  <Application>Microsoft Office PowerPoint</Application>
  <PresentationFormat>A4 Paper (210x297 mm)</PresentationFormat>
  <Paragraphs>186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Consolas</vt:lpstr>
      <vt:lpstr>Segoe UI</vt:lpstr>
      <vt:lpstr>Blank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456</cp:revision>
  <cp:lastPrinted>2026-01-01T08:26:55Z</cp:lastPrinted>
  <dcterms:modified xsi:type="dcterms:W3CDTF">2026-01-05T06:24:24Z</dcterms:modified>
</cp:coreProperties>
</file>