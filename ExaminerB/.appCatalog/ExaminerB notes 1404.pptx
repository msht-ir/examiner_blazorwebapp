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FA"/>
    <a:srgbClr val="EEF7E9"/>
    <a:srgbClr val="FDF0E7"/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96" d="100"/>
          <a:sy n="96" d="100"/>
        </p:scale>
        <p:origin x="3528" y="8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17/04/1448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rgbClr val="EEF7E9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rgbClr val="ECF3FA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rgbClr val="FDF0E7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40467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  <a:endParaRPr lang="en-US" sz="853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2"/>
            <a:ext cx="1182038" cy="105501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9268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576668" y="8352829"/>
            <a:ext cx="1883849" cy="276999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12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29694" y="90838"/>
            <a:ext cx="1424410" cy="193696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DueNotesDays=7 (default=3)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112172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288636" y="23185"/>
            <a:ext cx="2176215" cy="452230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6811</TotalTime>
  <Words>517</Words>
  <Application>Microsoft Office PowerPoint</Application>
  <PresentationFormat>Custom</PresentationFormat>
  <Paragraphs>305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588</cp:revision>
  <cp:lastPrinted>2026-07-18T08:45:37Z</cp:lastPrinted>
  <dcterms:modified xsi:type="dcterms:W3CDTF">2026-09-29T06:10:53Z</dcterms:modified>
</cp:coreProperties>
</file>