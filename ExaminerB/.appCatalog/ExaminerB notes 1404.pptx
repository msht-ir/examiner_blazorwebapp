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2" r:id="rId2"/>
    <p:sldId id="267" r:id="rId3"/>
    <p:sldId id="266" r:id="rId4"/>
    <p:sldId id="264" r:id="rId5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 varScale="1">
        <p:scale>
          <a:sx n="107" d="100"/>
          <a:sy n="107" d="100"/>
        </p:scale>
        <p:origin x="3564" y="1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21/06/1447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2945467" y="2650458"/>
            <a:ext cx="1338093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2936776" y="670022"/>
            <a:ext cx="1345888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1712640" y="4365104"/>
            <a:ext cx="947050" cy="137360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238749" y="4365104"/>
            <a:ext cx="1298639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1433833" y="2979164"/>
            <a:ext cx="1428350" cy="799309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08695" y="692697"/>
            <a:ext cx="1656073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14510" y="672164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409384" y="1078700"/>
            <a:ext cx="959412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566270" y="22856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31288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964218" y="58567"/>
            <a:ext cx="1881022" cy="2573215"/>
          </a:xfrm>
          <a:prstGeom prst="bentConnector3">
            <a:avLst>
              <a:gd name="adj1" fmla="val 1121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5400000" flipH="1" flipV="1">
            <a:off x="4481241" y="-466857"/>
            <a:ext cx="265358" cy="2008401"/>
          </a:xfrm>
          <a:prstGeom prst="bentConnector3">
            <a:avLst>
              <a:gd name="adj1" fmla="val 18614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2036705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58" idx="3"/>
            <a:endCxn id="13" idx="2"/>
          </p:cNvCxnSpPr>
          <p:nvPr/>
        </p:nvCxnSpPr>
        <p:spPr>
          <a:xfrm flipV="1">
            <a:off x="2710762" y="4406833"/>
            <a:ext cx="2884492" cy="289981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H="1" flipV="1">
            <a:off x="3609720" y="2159039"/>
            <a:ext cx="4794" cy="49141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1282615" y="1942012"/>
            <a:ext cx="1506140" cy="533862"/>
          </a:xfrm>
          <a:prstGeom prst="borderCallout2">
            <a:avLst>
              <a:gd name="adj1" fmla="val 51289"/>
              <a:gd name="adj2" fmla="val 100433"/>
              <a:gd name="adj3" fmla="val 50700"/>
              <a:gd name="adj4" fmla="val 115464"/>
              <a:gd name="adj5" fmla="val 27228"/>
              <a:gd name="adj6" fmla="val 12346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 mode</a:t>
            </a:r>
          </a:p>
          <a:p>
            <a:pPr algn="l" rtl="0">
              <a:buNone/>
            </a:pPr>
            <a:r>
              <a:rPr lang="en-US" sz="9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real exam mode</a:t>
            </a:r>
            <a:endParaRPr lang="fa-IR" sz="90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686132" y="589088"/>
            <a:ext cx="959434" cy="422443"/>
          </a:xfrm>
          <a:prstGeom prst="borderCallout2">
            <a:avLst>
              <a:gd name="adj1" fmla="val 72579"/>
              <a:gd name="adj2" fmla="val -1795"/>
              <a:gd name="adj3" fmla="val 84259"/>
              <a:gd name="adj4" fmla="val -22225"/>
              <a:gd name="adj5" fmla="val 234468"/>
              <a:gd name="adj6" fmla="val -7130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42856" y="3973179"/>
            <a:ext cx="1359523" cy="1078730"/>
          </a:xfrm>
          <a:prstGeom prst="borderCallout2">
            <a:avLst>
              <a:gd name="adj1" fmla="val 79785"/>
              <a:gd name="adj2" fmla="val 105"/>
              <a:gd name="adj3" fmla="val 79499"/>
              <a:gd name="adj4" fmla="val -13697"/>
              <a:gd name="adj5" fmla="val 31824"/>
              <a:gd name="adj6" fmla="val -2541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problem report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900" kern="10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573912" y="5953472"/>
            <a:ext cx="1121928" cy="388281"/>
          </a:xfrm>
          <a:prstGeom prst="borderCallout2">
            <a:avLst>
              <a:gd name="adj1" fmla="val 44106"/>
              <a:gd name="adj2" fmla="val 103494"/>
              <a:gd name="adj3" fmla="val -12924"/>
              <a:gd name="adj4" fmla="val 147080"/>
              <a:gd name="adj5" fmla="val -47344"/>
              <a:gd name="adj6" fmla="val 14739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options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174373" y="5399472"/>
            <a:ext cx="1001746" cy="388281"/>
          </a:xfrm>
          <a:prstGeom prst="borderCallout2">
            <a:avLst>
              <a:gd name="adj1" fmla="val 24994"/>
              <a:gd name="adj2" fmla="val 98922"/>
              <a:gd name="adj3" fmla="val 8692"/>
              <a:gd name="adj4" fmla="val 111910"/>
              <a:gd name="adj5" fmla="val -35543"/>
              <a:gd name="adj6" fmla="val 11379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32" y="14468"/>
            <a:ext cx="920915" cy="208302"/>
          </a:xfrm>
          <a:prstGeom prst="rect">
            <a:avLst/>
          </a:prstGeom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6653968" y="1160416"/>
            <a:ext cx="1496377" cy="933533"/>
          </a:xfrm>
          <a:prstGeom prst="borderCallout2">
            <a:avLst>
              <a:gd name="adj1" fmla="val 98983"/>
              <a:gd name="adj2" fmla="val 42080"/>
              <a:gd name="adj3" fmla="val 214696"/>
              <a:gd name="adj4" fmla="val 48232"/>
              <a:gd name="adj5" fmla="val 215517"/>
              <a:gd name="adj6" fmla="val 6444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ReviewCourseTests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310797" y="5296390"/>
            <a:ext cx="1718015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3"/>
          </p:cNvCxnSpPr>
          <p:nvPr/>
        </p:nvCxnSpPr>
        <p:spPr bwMode="auto">
          <a:xfrm rot="5400000">
            <a:off x="2498432" y="3935825"/>
            <a:ext cx="1277341" cy="95482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4579052" y="5298184"/>
            <a:ext cx="1565596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5224014" y="3554997"/>
            <a:ext cx="3105159" cy="2829486"/>
          </a:xfrm>
          <a:prstGeom prst="bentConnector3">
            <a:avLst>
              <a:gd name="adj1" fmla="val 1073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71" idx="0"/>
          </p:cNvCxnSpPr>
          <p:nvPr/>
        </p:nvCxnSpPr>
        <p:spPr bwMode="auto">
          <a:xfrm rot="16200000" flipH="1">
            <a:off x="3726374" y="3662707"/>
            <a:ext cx="1523617" cy="1747336"/>
          </a:xfrm>
          <a:prstGeom prst="bentConnector3">
            <a:avLst>
              <a:gd name="adj1" fmla="val 8398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17221F67-B11B-3ADB-2B3A-42D1D53419F6}"/>
              </a:ext>
            </a:extLst>
          </p:cNvPr>
          <p:cNvSpPr txBox="1"/>
          <p:nvPr/>
        </p:nvSpPr>
        <p:spPr>
          <a:xfrm>
            <a:off x="150957" y="174539"/>
            <a:ext cx="892767" cy="2616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0"/>
            <a:r>
              <a:rPr lang="en-US" sz="1050"/>
              <a:t>x.msht.ir</a:t>
            </a:r>
            <a:endParaRPr lang="fa-IR" sz="1050"/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03258" y="60147"/>
            <a:ext cx="959412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874235" y="2285684"/>
            <a:ext cx="989122" cy="113147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54" idx="0"/>
            <a:endCxn id="22" idx="3"/>
          </p:cNvCxnSpPr>
          <p:nvPr/>
        </p:nvCxnSpPr>
        <p:spPr bwMode="auto">
          <a:xfrm rot="16200000" flipV="1">
            <a:off x="8620477" y="1144100"/>
            <a:ext cx="1749551" cy="2651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54" idx="0"/>
            <a:endCxn id="11" idx="3"/>
          </p:cNvCxnSpPr>
          <p:nvPr/>
        </p:nvCxnSpPr>
        <p:spPr bwMode="auto">
          <a:xfrm rot="16200000" flipV="1">
            <a:off x="9140268" y="1663891"/>
            <a:ext cx="716094" cy="25903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483818" y="2151457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4035949" y="276788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2571949" y="327848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2422730" y="4566062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1265466" y="458827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896881" y="62520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87934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599602" y="109548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11401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357513" y="216056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186610" y="49047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174725" y="2336734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5834543" y="569197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7697576" y="569196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E946DC9-7A59-6BE0-1CBA-FC8B91288750}"/>
              </a:ext>
            </a:extLst>
          </p:cNvPr>
          <p:cNvCxnSpPr>
            <a:cxnSpLocks/>
            <a:stCxn id="11" idx="2"/>
            <a:endCxn id="65" idx="0"/>
          </p:cNvCxnSpPr>
          <p:nvPr/>
        </p:nvCxnSpPr>
        <p:spPr bwMode="auto">
          <a:xfrm rot="5400000">
            <a:off x="8536873" y="1808350"/>
            <a:ext cx="368543" cy="335893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8337376" y="4157059"/>
            <a:ext cx="1250132" cy="136936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MessageText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9242078" y="444619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9319D0F3-A912-BF84-B602-F0E020620C11}"/>
              </a:ext>
            </a:extLst>
          </p:cNvPr>
          <p:cNvCxnSpPr>
            <a:cxnSpLocks/>
            <a:stCxn id="12" idx="2"/>
            <a:endCxn id="97" idx="0"/>
          </p:cNvCxnSpPr>
          <p:nvPr/>
        </p:nvCxnSpPr>
        <p:spPr bwMode="auto">
          <a:xfrm rot="16200000" flipH="1">
            <a:off x="8206940" y="3401557"/>
            <a:ext cx="739898" cy="7711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9EE47BF5-345D-EF76-76F7-A8F4A6BBEBEE}"/>
              </a:ext>
            </a:extLst>
          </p:cNvPr>
          <p:cNvCxnSpPr>
            <a:cxnSpLocks/>
            <a:stCxn id="23" idx="2"/>
            <a:endCxn id="97" idx="0"/>
          </p:cNvCxnSpPr>
          <p:nvPr/>
        </p:nvCxnSpPr>
        <p:spPr bwMode="auto">
          <a:xfrm rot="5400000">
            <a:off x="8795669" y="3583932"/>
            <a:ext cx="739900" cy="4063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2941444" y="5526426"/>
            <a:ext cx="1342117" cy="1224136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2DB2978-5C52-2BDC-A137-444FBE76C194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 bwMode="auto">
          <a:xfrm rot="5400000">
            <a:off x="2737580" y="4649491"/>
            <a:ext cx="1751859" cy="2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4B78B2CF-C7E0-D77A-D051-BB3E404C393B}"/>
              </a:ext>
            </a:extLst>
          </p:cNvPr>
          <p:cNvSpPr/>
          <p:nvPr/>
        </p:nvSpPr>
        <p:spPr bwMode="auto">
          <a:xfrm>
            <a:off x="3991969" y="587242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Callout: Bent Line 14">
            <a:extLst>
              <a:ext uri="{FF2B5EF4-FFF2-40B4-BE49-F238E27FC236}">
                <a16:creationId xmlns:a16="http://schemas.microsoft.com/office/drawing/2014/main" id="{67A1F549-A3AC-7F1E-3DDA-FEE24206EC9D}"/>
              </a:ext>
            </a:extLst>
          </p:cNvPr>
          <p:cNvSpPr/>
          <p:nvPr/>
        </p:nvSpPr>
        <p:spPr bwMode="auto">
          <a:xfrm>
            <a:off x="8372104" y="5736724"/>
            <a:ext cx="1359523" cy="873690"/>
          </a:xfrm>
          <a:prstGeom prst="borderCallout2">
            <a:avLst>
              <a:gd name="adj1" fmla="val -2091"/>
              <a:gd name="adj2" fmla="val 22525"/>
              <a:gd name="adj3" fmla="val -10209"/>
              <a:gd name="adj4" fmla="val 21991"/>
              <a:gd name="adj5" fmla="val -23593"/>
              <a:gd name="adj6" fmla="val 809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Ans:Yes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Ans:No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TypeIsFeedback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14EF010-6938-3C0E-341D-9EE998AD6FD7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53D40F2-248D-C49B-596D-4E0C4AE172E3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7E3C7A9-90D4-DC90-8651-67223AFDE4C3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9C87FAB-49CC-4EE8-8467-65D95E3714B5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D331A2-D0CF-213F-4491-652B37D1055D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6DF96DEE-DFCA-3749-6990-805281444A84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EC950A-D2FD-4B81-2960-0CD32E90850D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4882DD05-9430-2BA5-23ED-80FF95F13443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C8FD1387-B4E9-3F30-94DF-2D6012FDF22D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202F33A5-5051-3C5A-BD19-F10D186B9A5E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29DAE4-DB41-AE5D-2417-8AC4E763DAA2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A4F46B05-C1D6-F158-8E80-E93D71D2B353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D5523E-B334-F32F-3F68-3790949AB52A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988DA9B-B721-6C1E-CD14-B3ABEDC9F985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CABFBC-96D5-F197-4F1B-A3122FDC0E82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1662</TotalTime>
  <Words>305</Words>
  <Application>Microsoft Office PowerPoint</Application>
  <PresentationFormat>A4 Paper (210x297 mm)</PresentationFormat>
  <Paragraphs>226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352</cp:revision>
  <cp:lastPrinted>2025-11-13T08:39:11Z</cp:lastPrinted>
  <dcterms:modified xsi:type="dcterms:W3CDTF">2025-12-10T21:39:31Z</dcterms:modified>
</cp:coreProperties>
</file>