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62" r:id="rId2"/>
    <p:sldId id="263" r:id="rId3"/>
    <p:sldId id="265" r:id="rId4"/>
    <p:sldId id="264" r:id="rId5"/>
  </p:sldIdLst>
  <p:sldSz cx="9906000" cy="6858000" type="A4"/>
  <p:notesSz cx="6645275" cy="9777413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FA"/>
    <a:srgbClr val="EEF7E9"/>
    <a:srgbClr val="FDF0E7"/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 varScale="1">
        <p:scale>
          <a:sx n="68" d="100"/>
          <a:sy n="68" d="100"/>
        </p:scale>
        <p:origin x="918" y="60"/>
      </p:cViewPr>
      <p:guideLst>
        <p:guide orient="horz" pos="2613"/>
        <p:guide pos="2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697622" y="5003872"/>
            <a:ext cx="5929793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2" y="1122496"/>
            <a:ext cx="7429742" cy="2387886"/>
          </a:xfrm>
        </p:spPr>
        <p:txBody>
          <a:bodyPr anchor="b"/>
          <a:lstStyle>
            <a:lvl1pPr algn="ctr">
              <a:defRPr sz="932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2" y="3602472"/>
            <a:ext cx="7429742" cy="1655961"/>
          </a:xfrm>
        </p:spPr>
        <p:txBody>
          <a:bodyPr/>
          <a:lstStyle>
            <a:lvl1pPr marL="0" indent="0" algn="ctr">
              <a:buNone/>
              <a:defRPr sz="373"/>
            </a:lvl1pPr>
            <a:lvl2pPr marL="71002" indent="0" algn="ctr">
              <a:buNone/>
              <a:defRPr sz="310"/>
            </a:lvl2pPr>
            <a:lvl3pPr marL="142007" indent="0" algn="ctr">
              <a:buNone/>
              <a:defRPr sz="279"/>
            </a:lvl3pPr>
            <a:lvl4pPr marL="213008" indent="0" algn="ctr">
              <a:buNone/>
              <a:defRPr sz="249"/>
            </a:lvl4pPr>
            <a:lvl5pPr marL="284012" indent="0" algn="ctr">
              <a:buNone/>
              <a:defRPr sz="249"/>
            </a:lvl5pPr>
            <a:lvl6pPr marL="355016" indent="0" algn="ctr">
              <a:buNone/>
              <a:defRPr sz="249"/>
            </a:lvl6pPr>
            <a:lvl7pPr marL="426019" indent="0" algn="ctr">
              <a:buNone/>
              <a:defRPr sz="249"/>
            </a:lvl7pPr>
            <a:lvl8pPr marL="497022" indent="0" algn="ctr">
              <a:buNone/>
              <a:defRPr sz="249"/>
            </a:lvl8pPr>
            <a:lvl9pPr marL="568024" indent="0" algn="ctr">
              <a:buNone/>
              <a:defRPr sz="249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4" y="1709945"/>
            <a:ext cx="8544204" cy="2853078"/>
          </a:xfrm>
        </p:spPr>
        <p:txBody>
          <a:bodyPr anchor="b"/>
          <a:lstStyle>
            <a:lvl1pPr>
              <a:defRPr sz="932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4" y="4590015"/>
            <a:ext cx="8544204" cy="1500366"/>
          </a:xfrm>
        </p:spPr>
        <p:txBody>
          <a:bodyPr/>
          <a:lstStyle>
            <a:lvl1pPr marL="0" indent="0">
              <a:buNone/>
              <a:defRPr sz="373">
                <a:solidFill>
                  <a:schemeClr val="tx1">
                    <a:tint val="75000"/>
                  </a:schemeClr>
                </a:solidFill>
              </a:defRPr>
            </a:lvl1pPr>
            <a:lvl2pPr marL="71002" indent="0">
              <a:buNone/>
              <a:defRPr sz="310">
                <a:solidFill>
                  <a:schemeClr val="tx1">
                    <a:tint val="75000"/>
                  </a:schemeClr>
                </a:solidFill>
              </a:defRPr>
            </a:lvl2pPr>
            <a:lvl3pPr marL="142007" indent="0">
              <a:buNone/>
              <a:defRPr sz="279">
                <a:solidFill>
                  <a:schemeClr val="tx1">
                    <a:tint val="75000"/>
                  </a:schemeClr>
                </a:solidFill>
              </a:defRPr>
            </a:lvl3pPr>
            <a:lvl4pPr marL="213008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4pPr>
            <a:lvl5pPr marL="284012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5pPr>
            <a:lvl6pPr marL="355016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6pPr>
            <a:lvl7pPr marL="426019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7pPr>
            <a:lvl8pPr marL="497022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8pPr>
            <a:lvl9pPr marL="568024" indent="0">
              <a:buNone/>
              <a:defRPr sz="24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5" y="1825853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9" y="1825853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3" y="365173"/>
            <a:ext cx="8544204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7" y="1681365"/>
            <a:ext cx="4190837" cy="824010"/>
          </a:xfrm>
        </p:spPr>
        <p:txBody>
          <a:bodyPr anchor="b"/>
          <a:lstStyle>
            <a:lvl1pPr marL="0" indent="0">
              <a:buNone/>
              <a:defRPr sz="373" b="1"/>
            </a:lvl1pPr>
            <a:lvl2pPr marL="71002" indent="0">
              <a:buNone/>
              <a:defRPr sz="310" b="1"/>
            </a:lvl2pPr>
            <a:lvl3pPr marL="142007" indent="0">
              <a:buNone/>
              <a:defRPr sz="279" b="1"/>
            </a:lvl3pPr>
            <a:lvl4pPr marL="213008" indent="0">
              <a:buNone/>
              <a:defRPr sz="249" b="1"/>
            </a:lvl4pPr>
            <a:lvl5pPr marL="284012" indent="0">
              <a:buNone/>
              <a:defRPr sz="249" b="1"/>
            </a:lvl5pPr>
            <a:lvl6pPr marL="355016" indent="0">
              <a:buNone/>
              <a:defRPr sz="249" b="1"/>
            </a:lvl6pPr>
            <a:lvl7pPr marL="426019" indent="0">
              <a:buNone/>
              <a:defRPr sz="249" b="1"/>
            </a:lvl7pPr>
            <a:lvl8pPr marL="497022" indent="0">
              <a:buNone/>
              <a:defRPr sz="249" b="1"/>
            </a:lvl8pPr>
            <a:lvl9pPr marL="568024" indent="0">
              <a:buNone/>
              <a:defRPr sz="249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7" y="2505378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8" y="1681365"/>
            <a:ext cx="4211476" cy="824010"/>
          </a:xfrm>
        </p:spPr>
        <p:txBody>
          <a:bodyPr anchor="b"/>
          <a:lstStyle>
            <a:lvl1pPr marL="0" indent="0">
              <a:buNone/>
              <a:defRPr sz="373" b="1"/>
            </a:lvl1pPr>
            <a:lvl2pPr marL="71002" indent="0">
              <a:buNone/>
              <a:defRPr sz="310" b="1"/>
            </a:lvl2pPr>
            <a:lvl3pPr marL="142007" indent="0">
              <a:buNone/>
              <a:defRPr sz="279" b="1"/>
            </a:lvl3pPr>
            <a:lvl4pPr marL="213008" indent="0">
              <a:buNone/>
              <a:defRPr sz="249" b="1"/>
            </a:lvl4pPr>
            <a:lvl5pPr marL="284012" indent="0">
              <a:buNone/>
              <a:defRPr sz="249" b="1"/>
            </a:lvl5pPr>
            <a:lvl6pPr marL="355016" indent="0">
              <a:buNone/>
              <a:defRPr sz="249" b="1"/>
            </a:lvl6pPr>
            <a:lvl7pPr marL="426019" indent="0">
              <a:buNone/>
              <a:defRPr sz="249" b="1"/>
            </a:lvl7pPr>
            <a:lvl8pPr marL="497022" indent="0">
              <a:buNone/>
              <a:defRPr sz="249" b="1"/>
            </a:lvl8pPr>
            <a:lvl9pPr marL="568024" indent="0">
              <a:buNone/>
              <a:defRPr sz="249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8" y="2505378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2" y="457260"/>
            <a:ext cx="3195047" cy="1600391"/>
          </a:xfrm>
        </p:spPr>
        <p:txBody>
          <a:bodyPr anchor="b"/>
          <a:lstStyle>
            <a:lvl1pPr>
              <a:defRPr sz="49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81" y="987544"/>
            <a:ext cx="5015074" cy="4874208"/>
          </a:xfrm>
        </p:spPr>
        <p:txBody>
          <a:bodyPr/>
          <a:lstStyle>
            <a:lvl1pPr>
              <a:defRPr sz="497"/>
            </a:lvl1pPr>
            <a:lvl2pPr>
              <a:defRPr sz="434"/>
            </a:lvl2pPr>
            <a:lvl3pPr>
              <a:defRPr sz="373"/>
            </a:lvl3pPr>
            <a:lvl4pPr>
              <a:defRPr sz="310"/>
            </a:lvl4pPr>
            <a:lvl5pPr>
              <a:defRPr sz="310"/>
            </a:lvl5pPr>
            <a:lvl6pPr>
              <a:defRPr sz="310"/>
            </a:lvl6pPr>
            <a:lvl7pPr>
              <a:defRPr sz="310"/>
            </a:lvl7pPr>
            <a:lvl8pPr>
              <a:defRPr sz="310"/>
            </a:lvl8pPr>
            <a:lvl9pPr>
              <a:defRPr sz="310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2" y="2057652"/>
            <a:ext cx="3195047" cy="3812043"/>
          </a:xfrm>
        </p:spPr>
        <p:txBody>
          <a:bodyPr/>
          <a:lstStyle>
            <a:lvl1pPr marL="0" indent="0">
              <a:buNone/>
              <a:defRPr sz="249"/>
            </a:lvl1pPr>
            <a:lvl2pPr marL="71002" indent="0">
              <a:buNone/>
              <a:defRPr sz="218"/>
            </a:lvl2pPr>
            <a:lvl3pPr marL="142007" indent="0">
              <a:buNone/>
              <a:defRPr sz="187"/>
            </a:lvl3pPr>
            <a:lvl4pPr marL="213008" indent="0">
              <a:buNone/>
              <a:defRPr sz="155"/>
            </a:lvl4pPr>
            <a:lvl5pPr marL="284012" indent="0">
              <a:buNone/>
              <a:defRPr sz="155"/>
            </a:lvl5pPr>
            <a:lvl6pPr marL="355016" indent="0">
              <a:buNone/>
              <a:defRPr sz="155"/>
            </a:lvl6pPr>
            <a:lvl7pPr marL="426019" indent="0">
              <a:buNone/>
              <a:defRPr sz="155"/>
            </a:lvl7pPr>
            <a:lvl8pPr marL="497022" indent="0">
              <a:buNone/>
              <a:defRPr sz="155"/>
            </a:lvl8pPr>
            <a:lvl9pPr marL="568024" indent="0">
              <a:buNone/>
              <a:defRPr sz="155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2" y="457260"/>
            <a:ext cx="3195047" cy="1600391"/>
          </a:xfrm>
        </p:spPr>
        <p:txBody>
          <a:bodyPr anchor="b"/>
          <a:lstStyle>
            <a:lvl1pPr>
              <a:defRPr sz="49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81" y="987544"/>
            <a:ext cx="5015074" cy="4874208"/>
          </a:xfrm>
        </p:spPr>
        <p:txBody>
          <a:bodyPr anchor="t"/>
          <a:lstStyle>
            <a:lvl1pPr marL="0" indent="0">
              <a:buNone/>
              <a:defRPr sz="497"/>
            </a:lvl1pPr>
            <a:lvl2pPr marL="71002" indent="0">
              <a:buNone/>
              <a:defRPr sz="434"/>
            </a:lvl2pPr>
            <a:lvl3pPr marL="142007" indent="0">
              <a:buNone/>
              <a:defRPr sz="373"/>
            </a:lvl3pPr>
            <a:lvl4pPr marL="213008" indent="0">
              <a:buNone/>
              <a:defRPr sz="310"/>
            </a:lvl4pPr>
            <a:lvl5pPr marL="284012" indent="0">
              <a:buNone/>
              <a:defRPr sz="310"/>
            </a:lvl5pPr>
            <a:lvl6pPr marL="355016" indent="0">
              <a:buNone/>
              <a:defRPr sz="310"/>
            </a:lvl6pPr>
            <a:lvl7pPr marL="426019" indent="0">
              <a:buNone/>
              <a:defRPr sz="310"/>
            </a:lvl7pPr>
            <a:lvl8pPr marL="497022" indent="0">
              <a:buNone/>
              <a:defRPr sz="310"/>
            </a:lvl8pPr>
            <a:lvl9pPr marL="568024" indent="0">
              <a:buNone/>
              <a:defRPr sz="310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2" y="2057652"/>
            <a:ext cx="3195047" cy="3812043"/>
          </a:xfrm>
        </p:spPr>
        <p:txBody>
          <a:bodyPr/>
          <a:lstStyle>
            <a:lvl1pPr marL="0" indent="0">
              <a:buNone/>
              <a:defRPr sz="249"/>
            </a:lvl1pPr>
            <a:lvl2pPr marL="71002" indent="0">
              <a:buNone/>
              <a:defRPr sz="218"/>
            </a:lvl2pPr>
            <a:lvl3pPr marL="142007" indent="0">
              <a:buNone/>
              <a:defRPr sz="187"/>
            </a:lvl3pPr>
            <a:lvl4pPr marL="213008" indent="0">
              <a:buNone/>
              <a:defRPr sz="155"/>
            </a:lvl4pPr>
            <a:lvl5pPr marL="284012" indent="0">
              <a:buNone/>
              <a:defRPr sz="155"/>
            </a:lvl5pPr>
            <a:lvl6pPr marL="355016" indent="0">
              <a:buNone/>
              <a:defRPr sz="155"/>
            </a:lvl6pPr>
            <a:lvl7pPr marL="426019" indent="0">
              <a:buNone/>
              <a:defRPr sz="155"/>
            </a:lvl7pPr>
            <a:lvl8pPr marL="497022" indent="0">
              <a:buNone/>
              <a:defRPr sz="155"/>
            </a:lvl8pPr>
            <a:lvl9pPr marL="568024" indent="0">
              <a:buNone/>
              <a:defRPr sz="155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6" y="365173"/>
            <a:ext cx="2136048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7" y="365173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5" y="365173"/>
            <a:ext cx="8544204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5" y="1825853"/>
            <a:ext cx="8544204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2" y="6357114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17/05/1448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2" y="6357114"/>
            <a:ext cx="3343384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41" y="6357114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2007" rtl="0">
        <a:lnSpc>
          <a:spcPct val="90000"/>
        </a:lnSpc>
        <a:spcBef>
          <a:spcPts val="0"/>
        </a:spcBef>
        <a:buNone/>
        <a:defRPr sz="684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5501" indent="-35501" algn="l" defTabSz="142007" rtl="0">
        <a:lnSpc>
          <a:spcPct val="90000"/>
        </a:lnSpc>
        <a:spcBef>
          <a:spcPts val="155"/>
        </a:spcBef>
        <a:buFont typeface="Arial"/>
        <a:buChar char="•"/>
        <a:defRPr sz="434">
          <a:solidFill>
            <a:schemeClr val="tx1"/>
          </a:solidFill>
          <a:latin typeface="+mn-lt"/>
          <a:ea typeface="+mn-ea"/>
          <a:cs typeface="+mn-cs"/>
        </a:defRPr>
      </a:lvl1pPr>
      <a:lvl2pPr marL="106504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373">
          <a:solidFill>
            <a:schemeClr val="tx1"/>
          </a:solidFill>
          <a:latin typeface="+mn-lt"/>
          <a:ea typeface="+mn-ea"/>
          <a:cs typeface="+mn-cs"/>
        </a:defRPr>
      </a:lvl2pPr>
      <a:lvl3pPr marL="177507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310">
          <a:solidFill>
            <a:schemeClr val="tx1"/>
          </a:solidFill>
          <a:latin typeface="+mn-lt"/>
          <a:ea typeface="+mn-ea"/>
          <a:cs typeface="+mn-cs"/>
        </a:defRPr>
      </a:lvl3pPr>
      <a:lvl4pPr marL="248510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4pPr>
      <a:lvl5pPr marL="319514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5pPr>
      <a:lvl6pPr marL="390518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6pPr>
      <a:lvl7pPr marL="461520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7pPr>
      <a:lvl8pPr marL="532523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8pPr>
      <a:lvl9pPr marL="603526" indent="-35501" algn="l" defTabSz="142007" rtl="0">
        <a:lnSpc>
          <a:spcPct val="90000"/>
        </a:lnSpc>
        <a:spcBef>
          <a:spcPts val="78"/>
        </a:spcBef>
        <a:buFont typeface="Arial"/>
        <a:buChar char="•"/>
        <a:defRPr sz="279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1pPr>
      <a:lvl2pPr marL="71002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2pPr>
      <a:lvl3pPr marL="142007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3pPr>
      <a:lvl4pPr marL="213008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4pPr>
      <a:lvl5pPr marL="284012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5pPr>
      <a:lvl6pPr marL="355016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6pPr>
      <a:lvl7pPr marL="426019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7pPr>
      <a:lvl8pPr marL="497022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8pPr>
      <a:lvl9pPr marL="568024" algn="l" defTabSz="142007" rtl="0">
        <a:defRPr sz="279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7997755" y="-28469"/>
            <a:ext cx="1851789" cy="272703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1172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1172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6981716" y="5089156"/>
            <a:ext cx="1171856" cy="172422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  <a:endParaRPr lang="en-US" sz="1250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33"/>
              <a:t>ReferenceId</a:t>
            </a:r>
          </a:p>
          <a:p>
            <a:pPr rtl="0"/>
            <a:r>
              <a:rPr lang="en-US" sz="833"/>
              <a:t>ReferenceType</a:t>
            </a:r>
          </a:p>
          <a:p>
            <a:pPr rtl="0"/>
            <a:r>
              <a:rPr lang="en-US" sz="833"/>
              <a:t>NoteDateTime</a:t>
            </a:r>
          </a:p>
          <a:p>
            <a:pPr rtl="0"/>
            <a:r>
              <a:rPr lang="en-US" sz="833"/>
              <a:t>NoteDueDateTime</a:t>
            </a:r>
            <a:endParaRPr lang="en-US" sz="833" dirty="0"/>
          </a:p>
          <a:p>
            <a:pPr rtl="0"/>
            <a:r>
              <a:rPr lang="en-US" sz="833"/>
              <a:t>NoteText</a:t>
            </a:r>
            <a:endParaRPr lang="en-US" sz="833" dirty="0"/>
          </a:p>
          <a:p>
            <a:pPr rtl="0"/>
            <a:r>
              <a:rPr lang="en-US" sz="833">
                <a:solidFill>
                  <a:schemeClr val="tx1"/>
                </a:solidFill>
              </a:rPr>
              <a:t>CreatorId</a:t>
            </a:r>
            <a:endParaRPr lang="fa-IR" sz="833">
              <a:solidFill>
                <a:schemeClr val="tx1"/>
              </a:solidFill>
            </a:endParaRPr>
          </a:p>
          <a:p>
            <a:pPr rtl="0"/>
            <a:r>
              <a:rPr lang="en-US" sz="83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1:IsRtl       2:IsTodo</a:t>
            </a:r>
          </a:p>
          <a:p>
            <a:pPr rtl="0">
              <a:buNone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4:IsDone   8:IsShared</a:t>
            </a:r>
          </a:p>
          <a:p>
            <a:pPr rtl="0">
              <a:buNone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16:IsReadonly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8532430" y="1088581"/>
            <a:ext cx="1177028" cy="2167906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3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3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CalendarFa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ShowReminders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Days=7/14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Admin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SuperUser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8464352" y="296220"/>
            <a:ext cx="1313184" cy="677613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400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8651220" y="3326481"/>
            <a:ext cx="936104" cy="89460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8B95D18-7C27-8370-E9F6-BA74672209FE}"/>
              </a:ext>
            </a:extLst>
          </p:cNvPr>
          <p:cNvGrpSpPr/>
          <p:nvPr/>
        </p:nvGrpSpPr>
        <p:grpSpPr>
          <a:xfrm>
            <a:off x="3889005" y="44624"/>
            <a:ext cx="4304355" cy="4810887"/>
            <a:chOff x="3430131" y="114242"/>
            <a:chExt cx="4304355" cy="4810887"/>
          </a:xfrm>
        </p:grpSpPr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29305A89-9006-1B18-3D16-C1AE653D5420}"/>
                </a:ext>
              </a:extLst>
            </p:cNvPr>
            <p:cNvSpPr/>
            <p:nvPr/>
          </p:nvSpPr>
          <p:spPr bwMode="auto">
            <a:xfrm>
              <a:off x="4767046" y="698804"/>
              <a:ext cx="2374442" cy="2620569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  <a:prstDash val="solid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r" rtl="1"/>
              <a:endParaRPr lang="en-US" sz="44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6" name="Rectangle: Rounded Corners 1">
              <a:extLst>
                <a:ext uri="{FF2B5EF4-FFF2-40B4-BE49-F238E27FC236}">
                  <a16:creationId xmlns:a16="http://schemas.microsoft.com/office/drawing/2014/main" id="{2D9A8BCD-8338-6E14-60CD-CFB84381B1E1}"/>
                </a:ext>
              </a:extLst>
            </p:cNvPr>
            <p:cNvSpPr/>
            <p:nvPr/>
          </p:nvSpPr>
          <p:spPr bwMode="auto">
            <a:xfrm>
              <a:off x="5964124" y="2562514"/>
              <a:ext cx="1368152" cy="1066471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SCT</a:t>
              </a:r>
              <a:endParaRPr lang="en-US" sz="1050" b="1">
                <a:solidFill>
                  <a:schemeClr val="tx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900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StudentCourse</a:t>
              </a:r>
              <a:r>
                <a:rPr lang="en-US" sz="900" b="1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Test</a:t>
              </a:r>
              <a:r>
                <a:rPr lang="en-US" sz="900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TestKey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UserAns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</a:t>
              </a:r>
            </a:p>
          </p:txBody>
        </p:sp>
        <p:sp>
          <p:nvSpPr>
            <p:cNvPr id="9" name="Rectangle: Rounded Corners 19">
              <a:extLst>
                <a:ext uri="{FF2B5EF4-FFF2-40B4-BE49-F238E27FC236}">
                  <a16:creationId xmlns:a16="http://schemas.microsoft.com/office/drawing/2014/main" id="{DD6B732D-B216-0CD6-2673-6626C242CCCB}"/>
                </a:ext>
              </a:extLst>
            </p:cNvPr>
            <p:cNvSpPr/>
            <p:nvPr/>
          </p:nvSpPr>
          <p:spPr bwMode="auto">
            <a:xfrm>
              <a:off x="3430131" y="659334"/>
              <a:ext cx="1154658" cy="960135"/>
            </a:xfrm>
            <a:prstGeom prst="roundRect">
              <a:avLst>
                <a:gd name="adj" fmla="val 8737"/>
              </a:avLst>
            </a:prstGeom>
            <a:solidFill>
              <a:schemeClr val="bg1"/>
            </a:solidFill>
            <a:ln>
              <a:solidFill>
                <a:schemeClr val="accent5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FF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EC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ExamCompositionId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TopicId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TopicNTests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TestsLevel</a:t>
              </a:r>
            </a:p>
          </p:txBody>
        </p:sp>
        <p:sp>
          <p:nvSpPr>
            <p:cNvPr id="71" name="Rectangle: Rounded Corners 1">
              <a:extLst>
                <a:ext uri="{FF2B5EF4-FFF2-40B4-BE49-F238E27FC236}">
                  <a16:creationId xmlns:a16="http://schemas.microsoft.com/office/drawing/2014/main" id="{955CB0B1-CE89-9B80-8575-451D6A2177CB}"/>
                </a:ext>
              </a:extLst>
            </p:cNvPr>
            <p:cNvSpPr/>
            <p:nvPr/>
          </p:nvSpPr>
          <p:spPr bwMode="auto">
            <a:xfrm>
              <a:off x="6522842" y="1338378"/>
              <a:ext cx="1211644" cy="1454102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SC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NumberOfTests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CorrectAnswers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StudentCourseTags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act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2: retry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4: rev</a:t>
              </a:r>
            </a:p>
          </p:txBody>
        </p:sp>
        <p:sp>
          <p:nvSpPr>
            <p:cNvPr id="6" name="Rectangle: Rounded Corners 8">
              <a:extLst>
                <a:ext uri="{FF2B5EF4-FFF2-40B4-BE49-F238E27FC236}">
                  <a16:creationId xmlns:a16="http://schemas.microsoft.com/office/drawing/2014/main" id="{EE42FACE-31AC-E394-D5A6-8AEE58DE6DF5}"/>
                </a:ext>
              </a:extLst>
            </p:cNvPr>
            <p:cNvSpPr/>
            <p:nvPr/>
          </p:nvSpPr>
          <p:spPr bwMode="auto">
            <a:xfrm>
              <a:off x="4809216" y="2850546"/>
              <a:ext cx="1053062" cy="1464997"/>
            </a:xfrm>
            <a:prstGeom prst="roundRect">
              <a:avLst>
                <a:gd name="adj" fmla="val 6530"/>
              </a:avLst>
            </a:prstGeom>
            <a:solidFill>
              <a:schemeClr val="bg1"/>
            </a:solidFill>
            <a:ln w="28575">
              <a:solidFill>
                <a:schemeClr val="accent6"/>
              </a:solidFill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T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TopicId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TestType {</a:t>
              </a:r>
              <a:r>
                <a:rPr lang="en-US" sz="833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</a:t>
              </a: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, 2:5}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TestLevel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TestTags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testRtl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optRtl</a:t>
              </a:r>
            </a:p>
          </p:txBody>
        </p:sp>
        <p:sp>
          <p:nvSpPr>
            <p:cNvPr id="4" name="Rectangle: Rounded Corners 14">
              <a:extLst>
                <a:ext uri="{FF2B5EF4-FFF2-40B4-BE49-F238E27FC236}">
                  <a16:creationId xmlns:a16="http://schemas.microsoft.com/office/drawing/2014/main" id="{211F08BA-A356-BC1A-8518-562FEBB416AC}"/>
                </a:ext>
              </a:extLst>
            </p:cNvPr>
            <p:cNvSpPr/>
            <p:nvPr/>
          </p:nvSpPr>
          <p:spPr bwMode="auto">
            <a:xfrm>
              <a:off x="5430230" y="1242340"/>
              <a:ext cx="994478" cy="1204124"/>
            </a:xfrm>
            <a:prstGeom prst="roundRect">
              <a:avLst>
                <a:gd name="adj" fmla="val 8023"/>
              </a:avLst>
            </a:prstGeom>
            <a:solidFill>
              <a:schemeClr val="bg1"/>
            </a:solidFill>
            <a:ln w="28575">
              <a:solidFill>
                <a:schemeClr val="accent6"/>
              </a:solidFill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C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UserId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CourseName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CourseUnits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CourseRtl</a:t>
              </a:r>
            </a:p>
          </p:txBody>
        </p:sp>
        <p:sp>
          <p:nvSpPr>
            <p:cNvPr id="10" name="Rectangle: Rounded Corners 21">
              <a:extLst>
                <a:ext uri="{FF2B5EF4-FFF2-40B4-BE49-F238E27FC236}">
                  <a16:creationId xmlns:a16="http://schemas.microsoft.com/office/drawing/2014/main" id="{D6FA2A03-AB4A-1FE4-DF8B-396B2745C718}"/>
                </a:ext>
              </a:extLst>
            </p:cNvPr>
            <p:cNvSpPr/>
            <p:nvPr/>
          </p:nvSpPr>
          <p:spPr bwMode="auto">
            <a:xfrm>
              <a:off x="3540464" y="2252902"/>
              <a:ext cx="1008112" cy="1066471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>
              <a:solidFill>
                <a:schemeClr val="accent5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FF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ET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PercentCorrect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PercentIncorrect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PercentHelped</a:t>
              </a:r>
            </a:p>
          </p:txBody>
        </p:sp>
        <p:sp>
          <p:nvSpPr>
            <p:cNvPr id="8" name="Rectangle: Rounded Corners 18">
              <a:extLst>
                <a:ext uri="{FF2B5EF4-FFF2-40B4-BE49-F238E27FC236}">
                  <a16:creationId xmlns:a16="http://schemas.microsoft.com/office/drawing/2014/main" id="{CF51E3CE-E401-764F-903E-3F496D6649AD}"/>
                </a:ext>
              </a:extLst>
            </p:cNvPr>
            <p:cNvSpPr/>
            <p:nvPr/>
          </p:nvSpPr>
          <p:spPr bwMode="auto">
            <a:xfrm>
              <a:off x="4877794" y="346348"/>
              <a:ext cx="1008113" cy="665113"/>
            </a:xfrm>
            <a:prstGeom prst="roundRect">
              <a:avLst>
                <a:gd name="adj" fmla="val 5397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CT</a:t>
              </a:r>
              <a:endParaRPr sz="125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CourseTopicId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CourseTopicTitle</a:t>
              </a:r>
            </a:p>
          </p:txBody>
        </p:sp>
        <p:sp>
          <p:nvSpPr>
            <p:cNvPr id="21" name="Rectangle: Rounded Corners 14">
              <a:extLst>
                <a:ext uri="{FF2B5EF4-FFF2-40B4-BE49-F238E27FC236}">
                  <a16:creationId xmlns:a16="http://schemas.microsoft.com/office/drawing/2014/main" id="{2CAA5E73-6596-454B-3046-FFE7FE6C87F7}"/>
                </a:ext>
              </a:extLst>
            </p:cNvPr>
            <p:cNvSpPr/>
            <p:nvPr/>
          </p:nvSpPr>
          <p:spPr bwMode="auto">
            <a:xfrm>
              <a:off x="5964124" y="114242"/>
              <a:ext cx="1157633" cy="1013269"/>
            </a:xfrm>
            <a:prstGeom prst="roundRect">
              <a:avLst>
                <a:gd name="adj" fmla="val 8023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CF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CourseFolderId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CourseFolderTitle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ea typeface="Arial"/>
                  <a:cs typeface="Segoe UI" panose="020B0502040204020203" pitchFamily="34" charset="0"/>
                </a:rPr>
                <a:t>CourseFolderUrl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CourseFolderActive</a:t>
              </a:r>
            </a:p>
          </p:txBody>
        </p:sp>
        <p:sp>
          <p:nvSpPr>
            <p:cNvPr id="5" name="Rectangle: Rounded Corners 15">
              <a:extLst>
                <a:ext uri="{FF2B5EF4-FFF2-40B4-BE49-F238E27FC236}">
                  <a16:creationId xmlns:a16="http://schemas.microsoft.com/office/drawing/2014/main" id="{5C397EF3-C98C-AF05-D30B-E81FD4229C99}"/>
                </a:ext>
              </a:extLst>
            </p:cNvPr>
            <p:cNvSpPr/>
            <p:nvPr/>
          </p:nvSpPr>
          <p:spPr bwMode="auto">
            <a:xfrm>
              <a:off x="4309062" y="1410386"/>
              <a:ext cx="1008112" cy="1326054"/>
            </a:xfrm>
            <a:prstGeom prst="roundRect">
              <a:avLst>
                <a:gd name="adj" fmla="val 5608"/>
              </a:avLst>
            </a:prstGeom>
            <a:solidFill>
              <a:schemeClr val="bg1"/>
            </a:solidFill>
            <a:ln w="28575">
              <a:solidFill>
                <a:schemeClr val="accent5"/>
              </a:solidFill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FF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E</a:t>
              </a:r>
              <a:r>
                <a:rPr lang="en-US" sz="1250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xams</a:t>
              </a:r>
              <a:endParaRPr sz="125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CourseId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ExamDateTime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ExamDuration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ExamNTests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ExamTags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1:act 2:training</a:t>
              </a:r>
            </a:p>
          </p:txBody>
        </p:sp>
        <p:sp>
          <p:nvSpPr>
            <p:cNvPr id="7" name="Rectangle: Rounded Corners 17">
              <a:extLst>
                <a:ext uri="{FF2B5EF4-FFF2-40B4-BE49-F238E27FC236}">
                  <a16:creationId xmlns:a16="http://schemas.microsoft.com/office/drawing/2014/main" id="{4F4ACF69-08CD-DFAE-F33C-193AF9A03787}"/>
                </a:ext>
              </a:extLst>
            </p:cNvPr>
            <p:cNvSpPr/>
            <p:nvPr/>
          </p:nvSpPr>
          <p:spPr bwMode="auto">
            <a:xfrm>
              <a:off x="5430230" y="3858658"/>
              <a:ext cx="1053062" cy="1066471"/>
            </a:xfrm>
            <a:prstGeom prst="roundRect">
              <a:avLst>
                <a:gd name="adj" fmla="val 8085"/>
              </a:avLst>
            </a:prstGeom>
            <a:solidFill>
              <a:schemeClr val="bg1"/>
            </a:solidFill>
            <a:ln>
              <a:solidFill>
                <a:schemeClr val="accent6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8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TO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TestOptionId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TestOptionTitle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TestOptionTags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 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forceLast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2: isAns</a:t>
              </a:r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37DAFAD9-6785-7C62-6831-542018CE827E}"/>
              </a:ext>
            </a:extLst>
          </p:cNvPr>
          <p:cNvGrpSpPr/>
          <p:nvPr/>
        </p:nvGrpSpPr>
        <p:grpSpPr>
          <a:xfrm>
            <a:off x="269950" y="1421470"/>
            <a:ext cx="3238192" cy="5033859"/>
            <a:chOff x="289767" y="661002"/>
            <a:chExt cx="3238192" cy="5033859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BB24ECB-4544-DDC1-38CF-3249968A31D0}"/>
                </a:ext>
              </a:extLst>
            </p:cNvPr>
            <p:cNvSpPr/>
            <p:nvPr/>
          </p:nvSpPr>
          <p:spPr bwMode="auto">
            <a:xfrm>
              <a:off x="377382" y="661002"/>
              <a:ext cx="1981667" cy="3151794"/>
            </a:xfrm>
            <a:prstGeom prst="ellipse">
              <a:avLst/>
            </a:prstGeom>
            <a:noFill/>
            <a:ln w="76200">
              <a:solidFill>
                <a:schemeClr val="tx1"/>
              </a:solidFill>
              <a:prstDash val="solid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r" rtl="1"/>
              <a:endParaRPr lang="en-US" sz="4400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2" name="Rectangle: Rounded Corners 45">
              <a:extLst>
                <a:ext uri="{FF2B5EF4-FFF2-40B4-BE49-F238E27FC236}">
                  <a16:creationId xmlns:a16="http://schemas.microsoft.com/office/drawing/2014/main" id="{BA734567-42EC-389F-1475-ABC0C5B466CF}"/>
                </a:ext>
              </a:extLst>
            </p:cNvPr>
            <p:cNvSpPr/>
            <p:nvPr/>
          </p:nvSpPr>
          <p:spPr bwMode="auto">
            <a:xfrm>
              <a:off x="292297" y="973122"/>
              <a:ext cx="1154658" cy="2271474"/>
            </a:xfrm>
            <a:prstGeom prst="roundRect">
              <a:avLst>
                <a:gd name="adj" fmla="val 3991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0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</a:t>
              </a:r>
              <a:endParaRPr sz="125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DepartmentId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StudentName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StudentPass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StudentNickname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StudentTags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IsActive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2: ChangePass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4: -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8: -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16: ShowDueNotes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32: DueNtDays=14 (def.=7)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64: IsSelected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128: -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256: CalendarFa</a:t>
              </a:r>
            </a:p>
          </p:txBody>
        </p:sp>
        <p:sp>
          <p:nvSpPr>
            <p:cNvPr id="26" name="Rectangle: Rounded Corners 45">
              <a:extLst>
                <a:ext uri="{FF2B5EF4-FFF2-40B4-BE49-F238E27FC236}">
                  <a16:creationId xmlns:a16="http://schemas.microsoft.com/office/drawing/2014/main" id="{7266CE16-7587-170A-225B-764671352673}"/>
                </a:ext>
              </a:extLst>
            </p:cNvPr>
            <p:cNvSpPr/>
            <p:nvPr/>
          </p:nvSpPr>
          <p:spPr bwMode="auto">
            <a:xfrm>
              <a:off x="1580173" y="2850308"/>
              <a:ext cx="1290936" cy="1815258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tx1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 sz="1668" b="1">
                  <a:solidFill>
                    <a:schemeClr val="bg1"/>
                  </a:solidFill>
                  <a:highlight>
                    <a:srgbClr val="800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SM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/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StudentMessageId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DateTimeSent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DateTimeRead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StudentMessageTags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  read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2  bookmarked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4  deleted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8  Feedback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16 ans:Yes</a:t>
              </a:r>
            </a:p>
            <a:p>
              <a:pPr rtl="0">
                <a:buNone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32 ans:No</a:t>
              </a:r>
            </a:p>
          </p:txBody>
        </p:sp>
        <p:sp>
          <p:nvSpPr>
            <p:cNvPr id="27" name="Rectangle: Rounded Corners 45">
              <a:extLst>
                <a:ext uri="{FF2B5EF4-FFF2-40B4-BE49-F238E27FC236}">
                  <a16:creationId xmlns:a16="http://schemas.microsoft.com/office/drawing/2014/main" id="{B392505D-16CA-D342-9B83-37748EF8E34B}"/>
                </a:ext>
              </a:extLst>
            </p:cNvPr>
            <p:cNvSpPr/>
            <p:nvPr/>
          </p:nvSpPr>
          <p:spPr bwMode="auto">
            <a:xfrm>
              <a:off x="289767" y="3383060"/>
              <a:ext cx="1154658" cy="1301696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tx1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 sz="1668" b="1">
                  <a:solidFill>
                    <a:schemeClr val="bg1"/>
                  </a:solidFill>
                  <a:highlight>
                    <a:srgbClr val="00000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SG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/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StudentGroupId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GroupId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DateTimeJoined</a:t>
              </a:r>
            </a:p>
            <a:p>
              <a:pPr rtl="0"/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StudentGroup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Tags</a:t>
              </a:r>
            </a:p>
            <a:p>
              <a:pPr rtl="0"/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act</a:t>
              </a:r>
            </a:p>
            <a:p>
              <a:pPr rtl="0"/>
              <a:endPara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/>
              <a:endPara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Rectangle: Rounded Corners 1">
              <a:extLst>
                <a:ext uri="{FF2B5EF4-FFF2-40B4-BE49-F238E27FC236}">
                  <a16:creationId xmlns:a16="http://schemas.microsoft.com/office/drawing/2014/main" id="{65B081CF-47C3-25F8-F8A9-121311585B5C}"/>
                </a:ext>
              </a:extLst>
            </p:cNvPr>
            <p:cNvSpPr/>
            <p:nvPr/>
          </p:nvSpPr>
          <p:spPr bwMode="auto">
            <a:xfrm>
              <a:off x="2067287" y="1308670"/>
              <a:ext cx="1460672" cy="1301696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>
              <a:solidFill>
                <a:schemeClr val="accent5"/>
              </a:solidFill>
              <a:prstDash val="lgDash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FF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SE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ExamId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DateTimeStart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DateTimeFinish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StudentExamTags</a:t>
              </a:r>
            </a:p>
            <a:p>
              <a:pPr rtl="0">
                <a:defRPr/>
              </a:pPr>
              <a:r>
                <a:rPr lang="en-US" sz="489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1:act 2:strt, 4:fin, 8:rev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StudentExamPoint </a:t>
              </a:r>
              <a:r>
                <a:rPr lang="en-US" sz="833" i="1">
                  <a:solidFill>
                    <a:srgbClr val="FF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double</a:t>
              </a:r>
            </a:p>
          </p:txBody>
        </p:sp>
        <p:sp>
          <p:nvSpPr>
            <p:cNvPr id="97" name="Rectangle: Rounded Corners 45">
              <a:extLst>
                <a:ext uri="{FF2B5EF4-FFF2-40B4-BE49-F238E27FC236}">
                  <a16:creationId xmlns:a16="http://schemas.microsoft.com/office/drawing/2014/main" id="{E6BA6EAB-7AC6-19DD-11F7-782C47CCE5CC}"/>
                </a:ext>
              </a:extLst>
            </p:cNvPr>
            <p:cNvSpPr/>
            <p:nvPr/>
          </p:nvSpPr>
          <p:spPr bwMode="auto">
            <a:xfrm>
              <a:off x="2242651" y="4393165"/>
              <a:ext cx="1107186" cy="1301696"/>
            </a:xfrm>
            <a:prstGeom prst="roundRect">
              <a:avLst>
                <a:gd name="adj" fmla="val 8076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  <a:prstDash val="solid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80008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M</a:t>
              </a:r>
              <a:endParaRPr sz="1250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UserId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DateTimeCreated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MessageTitle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MessageBody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Message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Tags 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act   2: IsSelected</a:t>
              </a:r>
            </a:p>
            <a:p>
              <a:pPr defTabSz="893264"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4: - , 8: -</a:t>
              </a:r>
            </a:p>
          </p:txBody>
        </p:sp>
        <p:sp>
          <p:nvSpPr>
            <p:cNvPr id="11" name="Rectangle: Rounded Corners 44">
              <a:extLst>
                <a:ext uri="{FF2B5EF4-FFF2-40B4-BE49-F238E27FC236}">
                  <a16:creationId xmlns:a16="http://schemas.microsoft.com/office/drawing/2014/main" id="{5D5FF3D4-447A-77CB-8B35-8B1F447EF331}"/>
                </a:ext>
              </a:extLst>
            </p:cNvPr>
            <p:cNvSpPr/>
            <p:nvPr/>
          </p:nvSpPr>
          <p:spPr bwMode="auto">
            <a:xfrm>
              <a:off x="445228" y="4505184"/>
              <a:ext cx="881022" cy="954746"/>
            </a:xfrm>
            <a:prstGeom prst="roundRect">
              <a:avLst>
                <a:gd name="adj" fmla="val 9941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  <a:prstDash val="solid"/>
            </a:ln>
            <a:effectLst/>
          </p:spPr>
          <p:style>
            <a:lnRef idx="0">
              <a:schemeClr val="accent4"/>
            </a:lnRef>
            <a:fillRef idx="3">
              <a:schemeClr val="accent4"/>
            </a:fillRef>
            <a:effectRef idx="3">
              <a:schemeClr val="accent4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>
                <a:defRPr/>
              </a:pPr>
              <a:r>
                <a:rPr lang="en-US" sz="1668" b="1">
                  <a:solidFill>
                    <a:schemeClr val="bg1"/>
                  </a:solidFill>
                  <a:highlight>
                    <a:srgbClr val="000000"/>
                  </a:highlight>
                  <a:latin typeface="Segoe UI" panose="020B0502040204020203" pitchFamily="34" charset="0"/>
                  <a:cs typeface="Segoe UI" panose="020B0502040204020203" pitchFamily="34" charset="0"/>
                </a:rPr>
                <a:t>G</a:t>
              </a:r>
              <a:r>
                <a:rPr lang="en-US" sz="1250" b="1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roups</a:t>
              </a:r>
              <a:endParaRPr sz="125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pPr rtl="0">
                <a:defRPr/>
              </a:pPr>
              <a:r>
                <a:rPr lang="en-US" sz="833" i="1">
                  <a:solidFill>
                    <a:schemeClr val="accent5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GroupId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GroupName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UserId</a:t>
              </a:r>
            </a:p>
            <a:p>
              <a:pPr rtl="0">
                <a:defRPr/>
              </a:pPr>
              <a:r>
                <a:rPr lang="en-US" sz="833">
                  <a:solidFill>
                    <a:schemeClr val="tx1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Group</a:t>
              </a:r>
              <a:r>
                <a:rPr lang="en-US" sz="833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Ta</a:t>
              </a: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gs</a:t>
              </a:r>
            </a:p>
            <a:p>
              <a:pPr rtl="0">
                <a:defRPr/>
              </a:pPr>
              <a:r>
                <a:rPr lang="en-US" sz="782">
                  <a:solidFill>
                    <a:srgbClr val="C00000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1: act</a:t>
              </a:r>
            </a:p>
          </p:txBody>
        </p:sp>
      </p:grp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3656856" y="3357592"/>
            <a:ext cx="1359841" cy="2663696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sz="125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3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  visited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  bookmarked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answered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  helped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revised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probl. rep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IsSelected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 AnsAcceptedByT</a:t>
            </a: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8238953" y="5533173"/>
            <a:ext cx="1567962" cy="1272502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ReferenceTypes: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 1: S: quickNote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 2: S: sectionNote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11: T: quickNote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12: T: sectionNote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13: T: note on Student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14: T: note on Group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15: T: note on Course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16: T: note on Exam</a:t>
            </a:r>
          </a:p>
          <a:p>
            <a:pPr rtl="0">
              <a:buNone/>
            </a:pPr>
            <a:r>
              <a:rPr lang="en-US" sz="833">
                <a:solidFill>
                  <a:schemeClr val="dk1"/>
                </a:solidFill>
              </a:rPr>
              <a:t>17: T: note on StudentExam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7484944" y="4674060"/>
            <a:ext cx="932614" cy="765612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  <a:endParaRPr lang="en-US" sz="1250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3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33"/>
              <a:t>NoteAId</a:t>
            </a:r>
          </a:p>
          <a:p>
            <a:pPr rtl="0"/>
            <a:r>
              <a:rPr lang="en-US" sz="833"/>
              <a:t>NoteBId</a:t>
            </a:r>
            <a:endParaRPr lang="en-US" sz="833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5169024" y="5831819"/>
            <a:ext cx="1025670" cy="909549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  <a:endParaRPr lang="en-US" sz="833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3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33">
                <a:solidFill>
                  <a:schemeClr val="tx1"/>
                </a:solidFill>
              </a:rPr>
              <a:t>ProjectId</a:t>
            </a:r>
            <a:endParaRPr lang="fa-IR" sz="833">
              <a:solidFill>
                <a:schemeClr val="tx1"/>
              </a:solidFill>
            </a:endParaRPr>
          </a:p>
          <a:p>
            <a:pPr rtl="0"/>
            <a:r>
              <a:rPr lang="en-US" sz="833"/>
              <a:t>SubprojectName</a:t>
            </a:r>
          </a:p>
          <a:p>
            <a:pPr rtl="0"/>
            <a:r>
              <a:rPr lang="en-US" sz="833"/>
              <a:t>Subproject</a:t>
            </a:r>
            <a:r>
              <a:rPr lang="en-US" sz="833">
                <a:solidFill>
                  <a:srgbClr val="C00000"/>
                </a:solidFill>
              </a:rPr>
              <a:t>Tags</a:t>
            </a:r>
            <a:endParaRPr lang="en-US" sz="833" dirty="0">
              <a:solidFill>
                <a:srgbClr val="C00000"/>
              </a:solidFill>
            </a:endParaRPr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614432" y="858114"/>
            <a:ext cx="1182784" cy="107272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  <a:p>
            <a:pPr rtl="0">
              <a:defRPr/>
            </a:pPr>
            <a:endParaRPr lang="en-US" sz="83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2660688" y="59766"/>
            <a:ext cx="1094922" cy="148217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560512" y="50808"/>
            <a:ext cx="881022" cy="157799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  <a:endParaRPr sz="125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3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1:Read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2:Imp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3:Bookmark </a:t>
            </a:r>
          </a:p>
          <a:p>
            <a:pPr rtl="0">
              <a:defRPr/>
            </a:pPr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4:Del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5933098" y="5085184"/>
            <a:ext cx="950484" cy="131568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668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  <a:endParaRPr lang="en-US" sz="833" b="1" dirty="0"/>
          </a:p>
          <a:p>
            <a:pPr rtl="0"/>
            <a:r>
              <a:rPr lang="en-US" sz="83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3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3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58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33" dirty="0"/>
          </a:p>
          <a:p>
            <a:pPr rtl="0"/>
            <a:r>
              <a:rPr lang="en-US" sz="833" dirty="0" err="1"/>
              <a:t>ProjectName</a:t>
            </a:r>
            <a:endParaRPr lang="en-US" sz="833" dirty="0"/>
          </a:p>
          <a:p>
            <a:pPr rtl="0"/>
            <a:r>
              <a:rPr lang="en-US" sz="83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782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1:active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4687942" y="420583"/>
            <a:ext cx="5009538" cy="1266122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432938" y="162118"/>
            <a:ext cx="4025514" cy="990588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628501" y="1384012"/>
            <a:ext cx="3583391" cy="650242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675127" y="1822395"/>
            <a:ext cx="9144506" cy="1415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597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 webapp / </a:t>
            </a:r>
            <a:r>
              <a:rPr lang="en-US" sz="8597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75A42-F184-A7EC-28AC-465493B25BF0}"/>
              </a:ext>
            </a:extLst>
          </p:cNvPr>
          <p:cNvSpPr txBox="1"/>
          <p:nvPr/>
        </p:nvSpPr>
        <p:spPr>
          <a:xfrm>
            <a:off x="848544" y="5445224"/>
            <a:ext cx="8476452" cy="8499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4923" i="1">
                <a:solidFill>
                  <a:schemeClr val="tx1"/>
                </a:solidFill>
                <a:latin typeface="Stormax Demo" pitchFamily="50" charset="0"/>
                <a:ea typeface="Dotum" panose="020B0600000101010101" pitchFamily="34" charset="-127"/>
                <a:cs typeface="Mj_Ebrahim" pitchFamily="2" charset="-78"/>
              </a:rPr>
              <a:t>e</a:t>
            </a:r>
            <a:r>
              <a:rPr lang="en-US" sz="4923" i="1">
                <a:solidFill>
                  <a:srgbClr val="C00000"/>
                </a:solidFill>
                <a:latin typeface="Stormax Demo" pitchFamily="50" charset="0"/>
                <a:ea typeface="Dotum" panose="020B0600000101010101" pitchFamily="34" charset="-127"/>
                <a:cs typeface="Mj_Ebrahim" pitchFamily="2" charset="-78"/>
              </a:rPr>
              <a:t>x</a:t>
            </a:r>
            <a:r>
              <a:rPr lang="en-US" sz="4923" i="1">
                <a:solidFill>
                  <a:schemeClr val="tx1"/>
                </a:solidFill>
                <a:latin typeface="Stormax Demo" pitchFamily="50" charset="0"/>
                <a:ea typeface="Dotum" panose="020B0600000101010101" pitchFamily="34" charset="-127"/>
                <a:cs typeface="Mj_Ebrahim" pitchFamily="2" charset="-78"/>
              </a:rPr>
              <a:t>aminer   </a:t>
            </a:r>
            <a:r>
              <a:rPr lang="en-US" sz="4923" i="1">
                <a:solidFill>
                  <a:srgbClr val="C00000"/>
                </a:solidFill>
                <a:latin typeface="Stormax Demo" pitchFamily="50" charset="0"/>
                <a:ea typeface="Dotum" panose="020B0600000101010101" pitchFamily="34" charset="-127"/>
                <a:cs typeface="Mj_Ebrahim" pitchFamily="2" charset="-78"/>
              </a:rPr>
              <a:t>s</a:t>
            </a:r>
            <a:r>
              <a:rPr lang="en-US" sz="4923" i="1">
                <a:solidFill>
                  <a:schemeClr val="tx1"/>
                </a:solidFill>
                <a:latin typeface="Stormax Demo" pitchFamily="50" charset="0"/>
                <a:ea typeface="Dotum" panose="020B0600000101010101" pitchFamily="34" charset="-127"/>
                <a:cs typeface="Mj_Ebrahim" pitchFamily="2" charset="-78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C0A78B-D08A-A63A-0903-BD16CD9C23B0}"/>
              </a:ext>
            </a:extLst>
          </p:cNvPr>
          <p:cNvSpPr txBox="1"/>
          <p:nvPr/>
        </p:nvSpPr>
        <p:spPr>
          <a:xfrm>
            <a:off x="380747" y="3786839"/>
            <a:ext cx="9144506" cy="1415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597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aminer-Web / </a:t>
            </a:r>
            <a:r>
              <a:rPr lang="en-US" sz="8597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</a:t>
            </a:r>
            <a:r>
              <a:rPr lang="en-US" sz="8597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eacher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85D6D-CBF5-371E-4D03-1B60C8638E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99EEBA2-CD4C-6B64-9D44-FA5656944A54}"/>
              </a:ext>
            </a:extLst>
          </p:cNvPr>
          <p:cNvSpPr txBox="1"/>
          <p:nvPr/>
        </p:nvSpPr>
        <p:spPr>
          <a:xfrm>
            <a:off x="560512" y="5949280"/>
            <a:ext cx="91445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3200">
                <a:solidFill>
                  <a:schemeClr val="tx1"/>
                </a:solidFill>
                <a:latin typeface="Takobe Demo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3200">
                <a:solidFill>
                  <a:srgbClr val="C00000"/>
                </a:solidFill>
                <a:latin typeface="Takobe Demo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3200">
                <a:solidFill>
                  <a:schemeClr val="tx1"/>
                </a:solidFill>
                <a:latin typeface="Takobe Demo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 webapp / </a:t>
            </a:r>
            <a:r>
              <a:rPr lang="en-US" sz="3200">
                <a:solidFill>
                  <a:srgbClr val="C00000"/>
                </a:solidFill>
                <a:latin typeface="Takobe Demo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3200">
                <a:solidFill>
                  <a:schemeClr val="tx1"/>
                </a:solidFill>
                <a:latin typeface="Takobe Demo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542C89-B88B-B466-BB4E-C23D746331F0}"/>
              </a:ext>
            </a:extLst>
          </p:cNvPr>
          <p:cNvSpPr txBox="1"/>
          <p:nvPr/>
        </p:nvSpPr>
        <p:spPr>
          <a:xfrm>
            <a:off x="380747" y="3136612"/>
            <a:ext cx="84764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7200" i="1">
                <a:solidFill>
                  <a:schemeClr val="tx1"/>
                </a:solidFill>
                <a:latin typeface="Brush Script MT" panose="03060802040406070304" pitchFamily="66" charset="0"/>
                <a:ea typeface="Dotum" panose="020B0600000101010101" pitchFamily="34" charset="-127"/>
                <a:cs typeface="Mj_Ebrahim" pitchFamily="2" charset="-78"/>
              </a:rPr>
              <a:t>e</a:t>
            </a:r>
            <a:r>
              <a:rPr lang="en-US" sz="7200" i="1">
                <a:solidFill>
                  <a:srgbClr val="C00000"/>
                </a:solidFill>
                <a:latin typeface="Brush Script MT" panose="03060802040406070304" pitchFamily="66" charset="0"/>
                <a:ea typeface="Dotum" panose="020B0600000101010101" pitchFamily="34" charset="-127"/>
                <a:cs typeface="Mj_Ebrahim" pitchFamily="2" charset="-78"/>
              </a:rPr>
              <a:t>x</a:t>
            </a:r>
            <a:r>
              <a:rPr lang="en-US" sz="7200" i="1">
                <a:solidFill>
                  <a:schemeClr val="tx1"/>
                </a:solidFill>
                <a:latin typeface="Brush Script MT" panose="03060802040406070304" pitchFamily="66" charset="0"/>
                <a:ea typeface="Dotum" panose="020B0600000101010101" pitchFamily="34" charset="-127"/>
                <a:cs typeface="Mj_Ebrahim" pitchFamily="2" charset="-78"/>
              </a:rPr>
              <a:t>aminer   </a:t>
            </a:r>
            <a:r>
              <a:rPr lang="en-US" sz="7200" i="1">
                <a:solidFill>
                  <a:srgbClr val="C00000"/>
                </a:solidFill>
                <a:latin typeface="Brush Script MT" panose="03060802040406070304" pitchFamily="66" charset="0"/>
                <a:ea typeface="Dotum" panose="020B0600000101010101" pitchFamily="34" charset="-127"/>
                <a:cs typeface="Mj_Ebrahim" pitchFamily="2" charset="-78"/>
              </a:rPr>
              <a:t>s</a:t>
            </a:r>
            <a:r>
              <a:rPr lang="en-US" sz="7200" i="1">
                <a:solidFill>
                  <a:schemeClr val="tx1"/>
                </a:solidFill>
                <a:latin typeface="Brush Script MT" panose="03060802040406070304" pitchFamily="66" charset="0"/>
                <a:ea typeface="Dotum" panose="020B0600000101010101" pitchFamily="34" charset="-127"/>
                <a:cs typeface="Mj_Ebrahim" pitchFamily="2" charset="-78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F7C7A78-3DCC-BCCD-976F-06B6E8D77426}"/>
              </a:ext>
            </a:extLst>
          </p:cNvPr>
          <p:cNvSpPr txBox="1"/>
          <p:nvPr/>
        </p:nvSpPr>
        <p:spPr>
          <a:xfrm>
            <a:off x="391196" y="323945"/>
            <a:ext cx="91445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3200">
                <a:solidFill>
                  <a:schemeClr val="tx1"/>
                </a:solidFill>
                <a:latin typeface="Sigokae Demo" panose="02000600000000000000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3200">
                <a:solidFill>
                  <a:srgbClr val="C00000"/>
                </a:solidFill>
                <a:latin typeface="Sigokae Demo" panose="02000600000000000000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3200">
                <a:solidFill>
                  <a:schemeClr val="tx1"/>
                </a:solidFill>
                <a:latin typeface="Sigokae Demo" panose="02000600000000000000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2765953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-423698" y="-580383"/>
            <a:ext cx="2532242" cy="3305983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-204488" y="-431513"/>
            <a:ext cx="2102012" cy="3435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-204488" y="-8714"/>
            <a:ext cx="2102012" cy="3435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-204488" y="700349"/>
            <a:ext cx="2102012" cy="3435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-204488" y="1119762"/>
            <a:ext cx="2102012" cy="3435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279703" y="1881520"/>
            <a:ext cx="1125441" cy="255585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367">
                <a:solidFill>
                  <a:sysClr val="windowText" lastClr="000000"/>
                </a:solidFill>
              </a:rPr>
              <a:t>Login</a:t>
            </a:r>
            <a:endParaRPr lang="fa-IR" sz="1367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2350418" y="-650724"/>
            <a:ext cx="4079724" cy="8018768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367">
                  <a:solidFill>
                    <a:schemeClr val="accent1"/>
                  </a:solidFill>
                </a:rPr>
                <a:t>Entry outlook</a:t>
              </a:r>
              <a:endParaRPr lang="fa-IR" sz="1563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7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7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074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074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172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367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1663475" y="-343642"/>
            <a:ext cx="200241" cy="167767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1663474" y="105796"/>
            <a:ext cx="200241" cy="167767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7871</TotalTime>
  <Words>494</Words>
  <Application>Microsoft Office PowerPoint</Application>
  <PresentationFormat>A4 Paper (210x297 mm)</PresentationFormat>
  <Paragraphs>276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4" baseType="lpstr">
      <vt:lpstr>Arial</vt:lpstr>
      <vt:lpstr>Brush Script MT</vt:lpstr>
      <vt:lpstr>Consolas</vt:lpstr>
      <vt:lpstr>Rastanty Cortez</vt:lpstr>
      <vt:lpstr>Segoe UI</vt:lpstr>
      <vt:lpstr>Sigokae Demo</vt:lpstr>
      <vt:lpstr>Stormax Demo</vt:lpstr>
      <vt:lpstr>Tahoma</vt:lpstr>
      <vt:lpstr>Takobe Demo</vt:lpstr>
      <vt:lpstr>Blank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606</cp:revision>
  <cp:lastPrinted>2026-10-21T04:56:04Z</cp:lastPrinted>
  <dcterms:modified xsi:type="dcterms:W3CDTF">2026-10-28T15:17:17Z</dcterms:modified>
</cp:coreProperties>
</file>