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62" r:id="rId2"/>
    <p:sldId id="267" r:id="rId3"/>
    <p:sldId id="268" r:id="rId4"/>
    <p:sldId id="266" r:id="rId5"/>
    <p:sldId id="264" r:id="rId6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 varScale="1">
        <p:scale>
          <a:sx n="107" d="100"/>
          <a:sy n="107" d="100"/>
        </p:scale>
        <p:origin x="3564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27/06/1447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2953463" y="2199903"/>
            <a:ext cx="1223745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2958144" y="211791"/>
            <a:ext cx="1219064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3715022" y="3909435"/>
            <a:ext cx="822776" cy="148672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4939154" y="4811615"/>
            <a:ext cx="1249047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2085107" y="3423961"/>
            <a:ext cx="1223746" cy="803391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31271" y="351849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37086" y="331316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275515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375276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212275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868721" y="154064"/>
            <a:ext cx="1881022" cy="2382221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16200000" flipH="1">
            <a:off x="4496461" y="-716995"/>
            <a:ext cx="192873" cy="2050445"/>
          </a:xfrm>
          <a:prstGeom prst="bentConnector3">
            <a:avLst>
              <a:gd name="adj1" fmla="val -5668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1986401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4732500" y="4306224"/>
            <a:ext cx="862754" cy="346912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3565336" y="1700808"/>
            <a:ext cx="2340" cy="49909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1509204" y="1741381"/>
            <a:ext cx="1312832" cy="357539"/>
          </a:xfrm>
          <a:prstGeom prst="borderCallout2">
            <a:avLst>
              <a:gd name="adj1" fmla="val 29050"/>
              <a:gd name="adj2" fmla="val 100961"/>
              <a:gd name="adj3" fmla="val 30685"/>
              <a:gd name="adj4" fmla="val 114253"/>
              <a:gd name="adj5" fmla="val -21698"/>
              <a:gd name="adj6" fmla="val 12103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 mode</a:t>
            </a: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686132" y="589088"/>
            <a:ext cx="959434" cy="422443"/>
          </a:xfrm>
          <a:prstGeom prst="borderCallout2">
            <a:avLst>
              <a:gd name="adj1" fmla="val 72579"/>
              <a:gd name="adj2" fmla="val -1795"/>
              <a:gd name="adj3" fmla="val 84259"/>
              <a:gd name="adj4" fmla="val -22225"/>
              <a:gd name="adj5" fmla="val 236590"/>
              <a:gd name="adj6" fmla="val -6570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51047" y="3556055"/>
            <a:ext cx="1191770" cy="1078730"/>
          </a:xfrm>
          <a:prstGeom prst="borderCallout2">
            <a:avLst>
              <a:gd name="adj1" fmla="val 90104"/>
              <a:gd name="adj2" fmla="val -1065"/>
              <a:gd name="adj3" fmla="val 89081"/>
              <a:gd name="adj4" fmla="val -13697"/>
              <a:gd name="adj5" fmla="val 62045"/>
              <a:gd name="adj6" fmla="val -2783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problem rep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900" kern="10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3715022" y="5651879"/>
            <a:ext cx="853095" cy="388281"/>
          </a:xfrm>
          <a:prstGeom prst="borderCallout2">
            <a:avLst>
              <a:gd name="adj1" fmla="val 1102"/>
              <a:gd name="adj2" fmla="val 81036"/>
              <a:gd name="adj3" fmla="val -43641"/>
              <a:gd name="adj4" fmla="val 79878"/>
              <a:gd name="adj5" fmla="val -69870"/>
              <a:gd name="adj6" fmla="val 5584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5670692" y="5811866"/>
            <a:ext cx="1035018" cy="367286"/>
          </a:xfrm>
          <a:prstGeom prst="borderCallout2">
            <a:avLst>
              <a:gd name="adj1" fmla="val -3150"/>
              <a:gd name="adj2" fmla="val 89704"/>
              <a:gd name="adj3" fmla="val -45430"/>
              <a:gd name="adj4" fmla="val 85021"/>
              <a:gd name="adj5" fmla="val -48532"/>
              <a:gd name="adj6" fmla="val 4004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43" y="3929607"/>
            <a:ext cx="1316348" cy="297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52899" y="1160416"/>
            <a:ext cx="1292337" cy="933533"/>
          </a:xfrm>
          <a:prstGeom prst="borderCallout2">
            <a:avLst>
              <a:gd name="adj1" fmla="val 103242"/>
              <a:gd name="adj2" fmla="val 46183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56440" y="5157192"/>
            <a:ext cx="1718015" cy="1221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 bwMode="auto">
          <a:xfrm rot="16200000" flipH="1">
            <a:off x="2975786" y="3913562"/>
            <a:ext cx="1328787" cy="14968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1910355" y="5157192"/>
            <a:ext cx="1367880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3815236" y="2196221"/>
            <a:ext cx="2964167" cy="5406047"/>
          </a:xfrm>
          <a:prstGeom prst="bentConnector3">
            <a:avLst>
              <a:gd name="adj1" fmla="val 1077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68" idx="3"/>
          </p:cNvCxnSpPr>
          <p:nvPr/>
        </p:nvCxnSpPr>
        <p:spPr bwMode="auto">
          <a:xfrm rot="5400000">
            <a:off x="2251164" y="4432348"/>
            <a:ext cx="2422509" cy="205837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697416" y="2285684"/>
            <a:ext cx="1005361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537599" y="1226978"/>
            <a:ext cx="1829487" cy="17934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54" idx="0"/>
            <a:endCxn id="64" idx="3"/>
          </p:cNvCxnSpPr>
          <p:nvPr/>
        </p:nvCxnSpPr>
        <p:spPr bwMode="auto">
          <a:xfrm rot="16200000" flipV="1">
            <a:off x="9131848" y="1821227"/>
            <a:ext cx="719122" cy="10120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397997" y="223139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3953640" y="259267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3070776" y="371726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4444468" y="45223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4704891" y="508303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944888" y="6888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901920" y="6888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640631" y="69309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152772" y="138151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183580" y="225093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007624" y="32358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204036" y="247115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2968131" y="561576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1429949" y="563850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265368" y="3480500"/>
            <a:ext cx="1250132" cy="104188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166986" y="3647932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26" idx="1"/>
          </p:cNvCxnSpPr>
          <p:nvPr/>
        </p:nvCxnSpPr>
        <p:spPr bwMode="auto">
          <a:xfrm rot="16200000" flipH="1">
            <a:off x="7242131" y="4175372"/>
            <a:ext cx="1794350" cy="2779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3"/>
            <a:endCxn id="98" idx="3"/>
          </p:cNvCxnSpPr>
          <p:nvPr/>
        </p:nvCxnSpPr>
        <p:spPr bwMode="auto">
          <a:xfrm flipH="1">
            <a:off x="9558354" y="2851422"/>
            <a:ext cx="144423" cy="927262"/>
          </a:xfrm>
          <a:prstGeom prst="bentConnector3">
            <a:avLst>
              <a:gd name="adj1" fmla="val -7138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38362" y="2294380"/>
            <a:ext cx="1342117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4B78B2CF-C7E0-D77A-D051-BB3E404C393B}"/>
              </a:ext>
            </a:extLst>
          </p:cNvPr>
          <p:cNvSpPr/>
          <p:nvPr/>
        </p:nvSpPr>
        <p:spPr bwMode="auto">
          <a:xfrm>
            <a:off x="1595385" y="2642963"/>
            <a:ext cx="33944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8278270" y="4617758"/>
            <a:ext cx="1515506" cy="11875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408A2-7579-F8B0-AEEF-745D9491957E}"/>
              </a:ext>
            </a:extLst>
          </p:cNvPr>
          <p:cNvSpPr/>
          <p:nvPr/>
        </p:nvSpPr>
        <p:spPr bwMode="auto">
          <a:xfrm>
            <a:off x="9491445" y="490881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67A1F549-A3AC-7F1E-3DDA-FEE24206EC9D}"/>
              </a:ext>
            </a:extLst>
          </p:cNvPr>
          <p:cNvSpPr/>
          <p:nvPr/>
        </p:nvSpPr>
        <p:spPr bwMode="auto">
          <a:xfrm>
            <a:off x="8304971" y="5900011"/>
            <a:ext cx="1349565" cy="886576"/>
          </a:xfrm>
          <a:prstGeom prst="borderCallout2">
            <a:avLst>
              <a:gd name="adj1" fmla="val -1181"/>
              <a:gd name="adj2" fmla="val 95055"/>
              <a:gd name="adj3" fmla="val -19311"/>
              <a:gd name="adj4" fmla="val 95265"/>
              <a:gd name="adj5" fmla="val -22280"/>
              <a:gd name="adj6" fmla="val 8474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TypeIsFeedback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0A0B7755-0308-C645-5F18-8BD18AF57B12}"/>
              </a:ext>
            </a:extLst>
          </p:cNvPr>
          <p:cNvCxnSpPr>
            <a:cxnSpLocks/>
            <a:stCxn id="4" idx="1"/>
            <a:endCxn id="41" idx="3"/>
          </p:cNvCxnSpPr>
          <p:nvPr/>
        </p:nvCxnSpPr>
        <p:spPr bwMode="auto">
          <a:xfrm flipH="1">
            <a:off x="1986755" y="2761958"/>
            <a:ext cx="966708" cy="117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2CA28B1-E10F-16B5-8CBC-C0B8B06ED81E}"/>
              </a:ext>
            </a:extLst>
          </p:cNvPr>
          <p:cNvSpPr/>
          <p:nvPr/>
        </p:nvSpPr>
        <p:spPr bwMode="auto">
          <a:xfrm>
            <a:off x="1595387" y="264296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613550" y="1422400"/>
            <a:ext cx="1465365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4664968" y="104380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Login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8697416" y="3102616"/>
            <a:ext cx="1070636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8412633" y="2791618"/>
            <a:ext cx="1355419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826699" y="1728389"/>
            <a:ext cx="1245979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613550" y="2575987"/>
            <a:ext cx="1459130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829576" y="2864761"/>
            <a:ext cx="124934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604440" y="4376525"/>
            <a:ext cx="1468239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823340" y="4694241"/>
            <a:ext cx="124934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1823080" y="3639853"/>
            <a:ext cx="124597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4582577" y="3167497"/>
            <a:ext cx="1724120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336256" y="2863051"/>
            <a:ext cx="1965017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4341679" y="1767550"/>
            <a:ext cx="196501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4592960" y="2087377"/>
            <a:ext cx="1713737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209583" y="1415366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25607" y="1727337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206708" y="2567494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422732" y="2852936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200472" y="4372804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1416238" y="3639853"/>
            <a:ext cx="403966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416496" y="4703313"/>
            <a:ext cx="403969" cy="23785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8306049" y="310261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8021265" y="279161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3955272" y="285716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4191208" y="316749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3961021" y="17711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4201591" y="2081492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Rectangle: Rounded Corners 44">
            <a:extLst>
              <a:ext uri="{FF2B5EF4-FFF2-40B4-BE49-F238E27FC236}">
                <a16:creationId xmlns:a16="http://schemas.microsoft.com/office/drawing/2014/main" id="{50C3D96D-85B0-4E5F-F5C0-F508F1A82CB5}"/>
              </a:ext>
            </a:extLst>
          </p:cNvPr>
          <p:cNvSpPr/>
          <p:nvPr/>
        </p:nvSpPr>
        <p:spPr bwMode="auto">
          <a:xfrm>
            <a:off x="610677" y="780122"/>
            <a:ext cx="1212404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968FA60-D131-D2E0-E416-712EECC32398}"/>
              </a:ext>
            </a:extLst>
          </p:cNvPr>
          <p:cNvSpPr/>
          <p:nvPr/>
        </p:nvSpPr>
        <p:spPr bwMode="auto">
          <a:xfrm>
            <a:off x="206708" y="774695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6" name="Rectangle: Rounded Corners 44">
            <a:extLst>
              <a:ext uri="{FF2B5EF4-FFF2-40B4-BE49-F238E27FC236}">
                <a16:creationId xmlns:a16="http://schemas.microsoft.com/office/drawing/2014/main" id="{57E3E993-722C-8235-6607-66129CE60A34}"/>
              </a:ext>
            </a:extLst>
          </p:cNvPr>
          <p:cNvSpPr/>
          <p:nvPr/>
        </p:nvSpPr>
        <p:spPr bwMode="auto">
          <a:xfrm>
            <a:off x="604441" y="5615768"/>
            <a:ext cx="1468238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E9FFDB9-2FEB-E09E-E68B-B010B5307EC6}"/>
              </a:ext>
            </a:extLst>
          </p:cNvPr>
          <p:cNvSpPr/>
          <p:nvPr/>
        </p:nvSpPr>
        <p:spPr bwMode="auto">
          <a:xfrm>
            <a:off x="206708" y="5612047"/>
            <a:ext cx="397733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Rectangle: Rounded Corners 44">
            <a:extLst>
              <a:ext uri="{FF2B5EF4-FFF2-40B4-BE49-F238E27FC236}">
                <a16:creationId xmlns:a16="http://schemas.microsoft.com/office/drawing/2014/main" id="{FCE95780-500B-3264-5CDD-47FC649AE466}"/>
              </a:ext>
            </a:extLst>
          </p:cNvPr>
          <p:cNvSpPr/>
          <p:nvPr/>
        </p:nvSpPr>
        <p:spPr bwMode="auto">
          <a:xfrm>
            <a:off x="4331065" y="5612047"/>
            <a:ext cx="1975631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70EB11C-5B71-475A-3D12-98529697C7B2}"/>
              </a:ext>
            </a:extLst>
          </p:cNvPr>
          <p:cNvSpPr/>
          <p:nvPr/>
        </p:nvSpPr>
        <p:spPr bwMode="auto">
          <a:xfrm>
            <a:off x="3950081" y="560616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4">
            <a:extLst>
              <a:ext uri="{FF2B5EF4-FFF2-40B4-BE49-F238E27FC236}">
                <a16:creationId xmlns:a16="http://schemas.microsoft.com/office/drawing/2014/main" id="{74B95C77-F7E4-D1F5-12D6-3BBED57D2BB6}"/>
              </a:ext>
            </a:extLst>
          </p:cNvPr>
          <p:cNvSpPr/>
          <p:nvPr/>
        </p:nvSpPr>
        <p:spPr bwMode="auto">
          <a:xfrm>
            <a:off x="4341449" y="1081435"/>
            <a:ext cx="196501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28560BB-2A81-9463-6A0A-E99E7140BB46}"/>
              </a:ext>
            </a:extLst>
          </p:cNvPr>
          <p:cNvSpPr/>
          <p:nvPr/>
        </p:nvSpPr>
        <p:spPr bwMode="auto">
          <a:xfrm>
            <a:off x="3960791" y="108504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2CFA1-6A1B-222E-19F9-A3E5F6093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11A6DC2C-ED6B-1DD7-CA08-8BA74CB869A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CB9065F4-27F5-2DBB-CB41-1999A768C41F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3DD969A-5E51-C544-D6FB-B95C19157184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5DD61A54-308D-305B-4AF6-A359BB1D8E47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C9CC079-778B-5E3A-CF5B-987BDA784E1A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167AA020-0F3E-9A3E-EF3B-6C9468EC9889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1DED26CF-5451-BA19-F39D-73B62E14E2D5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72B2E0F7-02EE-CFE0-5CAA-511591BECE16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A4171152-B881-B5FF-A039-FEE2BDD4BFD4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43435041-2AA6-8C1F-57D0-9D64337B2BD4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E3D226E7-6D9C-2AEB-87F0-BE05FB5D9FE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DFD69A0F-29E8-6801-A053-B44A60CDFB1E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F3BE2F15-7F03-2203-5767-CE410C3B0EBA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9B723CD1-870B-F1D9-904E-BB51CFF4BD3E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6080E5C-D8C9-9E8C-02D1-E99EC371D685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7024351-485F-424D-7291-C7F93BFABC31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333EBA63-8C63-96D9-5C3E-09A8CE1A6809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4AD03AE6-9C63-CE38-05F0-8EC8D9FF7530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11D042B-6E34-C7D3-79E9-5508D4F12DA8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301641C3-6585-0970-3518-761892F8F480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9333389-94BF-6673-1033-075FF5B01F23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DA18C47A-3E61-BC73-F2AE-CB016FC4A557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BCFF6109-C876-60F7-A34F-57BCE4A0300F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34A8D625-56CF-A678-F747-6AFC24CD5093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CB69B02-422A-FBEC-9AC6-5263E8C1FD0B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C39DA48-DBE3-984F-39EE-894EE925454B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4A854A-FBCC-4457-2B96-8A299F1C6F46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174BE1D-EE52-CC6D-06D2-CBC5072183EF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50BF565-2419-95FE-1EAF-D5FCC7AAC74E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E29A3FE-25D3-F9C6-ED15-003AD022653B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C7BDD06-6A8D-3E52-307D-64782A79A56E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160EC1B-4B71-E273-C714-99BBE9238054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9F0621-F3B6-1F74-3844-3A7D99E6126C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356503-0BFB-C229-B47B-4B613AF78ED2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6DE8E9-07D3-9A65-ED1F-2054192C11EE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A2ED031-2B85-82EA-45FA-7DB097327E86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F6308A9-AD85-EA40-0941-ED22A9F5DC51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A4B78C6-C6E9-967A-826D-EC84D87E8D3D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FECC264-7954-CE3C-C672-3EF591A99DAF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4CBD4E0-877A-0244-8CDC-3908FCC7F4A8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8DF2BF3-34F1-912B-3C3C-8125695C8301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7DB4B19-ACBC-9BB8-BE08-B7521EA47E64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526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338</Words>
  <Application>Microsoft Office PowerPoint</Application>
  <PresentationFormat>A4 Paper (210x297 mm)</PresentationFormat>
  <Paragraphs>266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376</cp:revision>
  <cp:lastPrinted>2025-11-13T08:39:11Z</cp:lastPrinted>
  <dcterms:modified xsi:type="dcterms:W3CDTF">2025-12-17T19:09:53Z</dcterms:modified>
</cp:coreProperties>
</file>