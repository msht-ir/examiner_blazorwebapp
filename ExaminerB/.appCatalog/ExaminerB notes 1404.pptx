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62" r:id="rId2"/>
    <p:sldId id="269" r:id="rId3"/>
    <p:sldId id="267" r:id="rId4"/>
    <p:sldId id="266" r:id="rId5"/>
    <p:sldId id="264" r:id="rId6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47" autoAdjust="0"/>
  </p:normalViewPr>
  <p:slideViewPr>
    <p:cSldViewPr>
      <p:cViewPr varScale="1">
        <p:scale>
          <a:sx n="107" d="100"/>
          <a:sy n="107" d="100"/>
        </p:scale>
        <p:origin x="3564" y="1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86265-D541-1B7F-20CB-2FB8ECA9A90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5775B05-A91F-D021-ED02-C5628296539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8937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01/07/1447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12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jpe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E50017C7-25C6-1333-0D16-A39669495EFD}"/>
              </a:ext>
            </a:extLst>
          </p:cNvPr>
          <p:cNvSpPr/>
          <p:nvPr/>
        </p:nvSpPr>
        <p:spPr>
          <a:xfrm>
            <a:off x="4772437" y="3814315"/>
            <a:ext cx="864892" cy="357539"/>
          </a:xfrm>
          <a:prstGeom prst="borderCallout2">
            <a:avLst>
              <a:gd name="adj1" fmla="val 29050"/>
              <a:gd name="adj2" fmla="val 100961"/>
              <a:gd name="adj3" fmla="val 23163"/>
              <a:gd name="adj4" fmla="val 104924"/>
              <a:gd name="adj5" fmla="val -16683"/>
              <a:gd name="adj6" fmla="val 10860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algn="l"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training</a:t>
            </a: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D7E64E7D-3118-5742-B119-C2FB1880E470}"/>
              </a:ext>
            </a:extLst>
          </p:cNvPr>
          <p:cNvSpPr/>
          <p:nvPr/>
        </p:nvSpPr>
        <p:spPr bwMode="auto">
          <a:xfrm>
            <a:off x="2000671" y="3140968"/>
            <a:ext cx="878899" cy="319441"/>
          </a:xfrm>
          <a:prstGeom prst="borderCallout2">
            <a:avLst>
              <a:gd name="adj1" fmla="val 106533"/>
              <a:gd name="adj2" fmla="val 88840"/>
              <a:gd name="adj3" fmla="val 120335"/>
              <a:gd name="adj4" fmla="val 102048"/>
              <a:gd name="adj5" fmla="val 45598"/>
              <a:gd name="adj6" fmla="val 121174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started</a:t>
            </a:r>
          </a:p>
          <a:p>
            <a:pPr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finished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109424" y="5554571"/>
            <a:ext cx="1122710" cy="919701"/>
          </a:xfrm>
          <a:prstGeom prst="borderCallout2">
            <a:avLst>
              <a:gd name="adj1" fmla="val -1024"/>
              <a:gd name="adj2" fmla="val 85567"/>
              <a:gd name="adj3" fmla="val -11331"/>
              <a:gd name="adj4" fmla="val 94136"/>
              <a:gd name="adj5" fmla="val -13467"/>
              <a:gd name="adj6" fmla="val 116072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problem rep</a:t>
            </a:r>
          </a:p>
          <a:p>
            <a:pPr rtl="0"/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chemeClr val="tx1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69FFBDA1-76DB-9C13-D1A3-04DF7178F3E8}"/>
              </a:ext>
            </a:extLst>
          </p:cNvPr>
          <p:cNvSpPr/>
          <p:nvPr/>
        </p:nvSpPr>
        <p:spPr bwMode="auto">
          <a:xfrm>
            <a:off x="7582630" y="2313337"/>
            <a:ext cx="853095" cy="332993"/>
          </a:xfrm>
          <a:prstGeom prst="borderCallout2">
            <a:avLst>
              <a:gd name="adj1" fmla="val 1102"/>
              <a:gd name="adj2" fmla="val 81036"/>
              <a:gd name="adj3" fmla="val -43641"/>
              <a:gd name="adj4" fmla="val 79878"/>
              <a:gd name="adj5" fmla="val -69870"/>
              <a:gd name="adj6" fmla="val 55844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08F38092-EF2E-5615-C0E1-67A12A1FDC18}"/>
              </a:ext>
            </a:extLst>
          </p:cNvPr>
          <p:cNvSpPr/>
          <p:nvPr/>
        </p:nvSpPr>
        <p:spPr bwMode="auto">
          <a:xfrm>
            <a:off x="8673166" y="2309131"/>
            <a:ext cx="1035018" cy="332993"/>
          </a:xfrm>
          <a:prstGeom prst="borderCallout2">
            <a:avLst>
              <a:gd name="adj1" fmla="val -3150"/>
              <a:gd name="adj2" fmla="val 89704"/>
              <a:gd name="adj3" fmla="val -45430"/>
              <a:gd name="adj4" fmla="val 85021"/>
              <a:gd name="adj5" fmla="val -60736"/>
              <a:gd name="adj6" fmla="val 83347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5439" y="6050336"/>
            <a:ext cx="972942" cy="221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909732A0-AF41-FD8A-F9B0-673183051227}"/>
              </a:ext>
            </a:extLst>
          </p:cNvPr>
          <p:cNvSpPr/>
          <p:nvPr/>
        </p:nvSpPr>
        <p:spPr bwMode="auto">
          <a:xfrm>
            <a:off x="109424" y="3694306"/>
            <a:ext cx="1069742" cy="798126"/>
          </a:xfrm>
          <a:prstGeom prst="borderCallout2">
            <a:avLst>
              <a:gd name="adj1" fmla="val -1432"/>
              <a:gd name="adj2" fmla="val 4480"/>
              <a:gd name="adj3" fmla="val -46505"/>
              <a:gd name="adj4" fmla="val 3771"/>
              <a:gd name="adj5" fmla="val -63931"/>
              <a:gd name="adj6" fmla="val 1992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7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7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  <a:p>
            <a:pPr rtl="0">
              <a:buNone/>
            </a:pPr>
            <a:r>
              <a:rPr lang="en-US" sz="7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Review Exam</a:t>
            </a:r>
          </a:p>
          <a:p>
            <a:pPr rtl="0">
              <a:buNone/>
            </a:pPr>
            <a:r>
              <a:rPr lang="en-US" sz="7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CourseTests</a:t>
            </a:r>
          </a:p>
          <a:p>
            <a:pPr rtl="0">
              <a:buNone/>
            </a:pPr>
            <a:r>
              <a:rPr lang="en-US" sz="7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TryCorrect</a:t>
            </a:r>
          </a:p>
          <a:p>
            <a:pPr rtl="0">
              <a:buNone/>
            </a:pPr>
            <a:r>
              <a:rPr lang="en-US" sz="7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RevCourseTests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200471" y="259513"/>
            <a:ext cx="1004775" cy="100879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F872925-F812-5F7F-7962-EA8A5893688B}"/>
              </a:ext>
            </a:extLst>
          </p:cNvPr>
          <p:cNvSpPr/>
          <p:nvPr/>
        </p:nvSpPr>
        <p:spPr>
          <a:xfrm>
            <a:off x="353587" y="23145"/>
            <a:ext cx="648071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585363" y="1308494"/>
            <a:ext cx="1223745" cy="81944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18E4A2B-81D9-DB87-C68F-365A406B346E}"/>
              </a:ext>
            </a:extLst>
          </p:cNvPr>
          <p:cNvSpPr/>
          <p:nvPr/>
        </p:nvSpPr>
        <p:spPr bwMode="auto">
          <a:xfrm>
            <a:off x="5401491" y="1588080"/>
            <a:ext cx="407617" cy="254556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6006680" y="1655387"/>
            <a:ext cx="1347296" cy="621485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BB2ADB5-F0B2-1FF9-BC93-0DDC57590F10}"/>
              </a:ext>
            </a:extLst>
          </p:cNvPr>
          <p:cNvSpPr/>
          <p:nvPr/>
        </p:nvSpPr>
        <p:spPr bwMode="auto">
          <a:xfrm>
            <a:off x="6958821" y="1799345"/>
            <a:ext cx="390352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7483494" y="764704"/>
            <a:ext cx="1035018" cy="1512167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EC5DF399-2F96-0017-6446-683B0E704AE9}"/>
              </a:ext>
            </a:extLst>
          </p:cNvPr>
          <p:cNvSpPr/>
          <p:nvPr/>
        </p:nvSpPr>
        <p:spPr bwMode="auto">
          <a:xfrm>
            <a:off x="8188635" y="1424119"/>
            <a:ext cx="326353" cy="261502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88335" y="764705"/>
            <a:ext cx="1261210" cy="1512166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7756936-C772-4141-3759-CD6B24FD3287}"/>
              </a:ext>
            </a:extLst>
          </p:cNvPr>
          <p:cNvSpPr/>
          <p:nvPr/>
        </p:nvSpPr>
        <p:spPr bwMode="auto">
          <a:xfrm>
            <a:off x="9426781" y="1424118"/>
            <a:ext cx="422763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595072" y="2703419"/>
            <a:ext cx="1219622" cy="1090076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515FA25-B5DF-9DE9-B0C6-1FD69AFA9CE3}"/>
              </a:ext>
            </a:extLst>
          </p:cNvPr>
          <p:cNvSpPr/>
          <p:nvPr/>
        </p:nvSpPr>
        <p:spPr bwMode="auto">
          <a:xfrm>
            <a:off x="5401491" y="3112462"/>
            <a:ext cx="407617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2922849" y="4005064"/>
            <a:ext cx="1411491" cy="1559088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0511258-28D4-B458-FCE3-5CCC6BCF5BC8}"/>
              </a:ext>
            </a:extLst>
          </p:cNvPr>
          <p:cNvSpPr/>
          <p:nvPr/>
        </p:nvSpPr>
        <p:spPr bwMode="auto">
          <a:xfrm>
            <a:off x="3800873" y="4497087"/>
            <a:ext cx="532698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6008073" y="2703419"/>
            <a:ext cx="1341100" cy="1086687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7CE6D09-0D8B-FDDC-B56B-CF5D65E11E25}"/>
              </a:ext>
            </a:extLst>
          </p:cNvPr>
          <p:cNvSpPr/>
          <p:nvPr/>
        </p:nvSpPr>
        <p:spPr bwMode="auto">
          <a:xfrm>
            <a:off x="6958821" y="3210414"/>
            <a:ext cx="390352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4585363" y="118320"/>
            <a:ext cx="1163384" cy="819901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1567156-0444-EB90-EAFA-97D7DC0C9D15}"/>
              </a:ext>
            </a:extLst>
          </p:cNvPr>
          <p:cNvSpPr/>
          <p:nvPr/>
        </p:nvSpPr>
        <p:spPr bwMode="auto">
          <a:xfrm>
            <a:off x="5401491" y="390998"/>
            <a:ext cx="347256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150520" y="2556222"/>
            <a:ext cx="1046533" cy="108668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2AE3DBF-9B8D-4F2A-7AC7-6FEDEF90A41F}"/>
              </a:ext>
            </a:extLst>
          </p:cNvPr>
          <p:cNvSpPr/>
          <p:nvPr/>
        </p:nvSpPr>
        <p:spPr bwMode="auto">
          <a:xfrm>
            <a:off x="497602" y="2330450"/>
            <a:ext cx="360040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2909974" y="2696323"/>
            <a:ext cx="1424366" cy="109378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9ABB80-9187-9826-86D7-700ADFD1489F}"/>
              </a:ext>
            </a:extLst>
          </p:cNvPr>
          <p:cNvSpPr/>
          <p:nvPr/>
        </p:nvSpPr>
        <p:spPr bwMode="auto">
          <a:xfrm>
            <a:off x="3800872" y="2945803"/>
            <a:ext cx="527119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1365737" y="4005064"/>
            <a:ext cx="1395495" cy="155908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C3C8E1F9-5196-B96E-FC89-253C53708953}"/>
              </a:ext>
            </a:extLst>
          </p:cNvPr>
          <p:cNvSpPr/>
          <p:nvPr/>
        </p:nvSpPr>
        <p:spPr bwMode="auto">
          <a:xfrm>
            <a:off x="2216696" y="4503167"/>
            <a:ext cx="549327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2909974" y="1304098"/>
            <a:ext cx="1389064" cy="822064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EF47CA0-71D8-5C0F-49C4-112844EA3D2D}"/>
              </a:ext>
            </a:extLst>
          </p:cNvPr>
          <p:cNvSpPr/>
          <p:nvPr/>
        </p:nvSpPr>
        <p:spPr bwMode="auto">
          <a:xfrm>
            <a:off x="3800872" y="1622289"/>
            <a:ext cx="497439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1365737" y="1310792"/>
            <a:ext cx="1395495" cy="822064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F9BCAC12-F31C-0497-BB0C-AC322D487CAA}"/>
              </a:ext>
            </a:extLst>
          </p:cNvPr>
          <p:cNvSpPr/>
          <p:nvPr/>
        </p:nvSpPr>
        <p:spPr bwMode="auto">
          <a:xfrm>
            <a:off x="2216696" y="1628981"/>
            <a:ext cx="544536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4595072" y="5769617"/>
            <a:ext cx="1222024" cy="91970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5D163C5-26A7-39B7-59C4-699A178CB4E5}"/>
              </a:ext>
            </a:extLst>
          </p:cNvPr>
          <p:cNvSpPr/>
          <p:nvPr/>
        </p:nvSpPr>
        <p:spPr bwMode="auto">
          <a:xfrm>
            <a:off x="5401490" y="5949280"/>
            <a:ext cx="415605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  <a:endParaRPr lang="fa-IR" sz="10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905366" y="5769618"/>
            <a:ext cx="1389064" cy="91970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408A2-7579-F8B0-AEEF-745D9491957E}"/>
              </a:ext>
            </a:extLst>
          </p:cNvPr>
          <p:cNvSpPr/>
          <p:nvPr/>
        </p:nvSpPr>
        <p:spPr bwMode="auto">
          <a:xfrm>
            <a:off x="3800872" y="6105397"/>
            <a:ext cx="497439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Callout: Bent Line 14">
            <a:extLst>
              <a:ext uri="{FF2B5EF4-FFF2-40B4-BE49-F238E27FC236}">
                <a16:creationId xmlns:a16="http://schemas.microsoft.com/office/drawing/2014/main" id="{67A1F549-A3AC-7F1E-3DDA-FEE24206EC9D}"/>
              </a:ext>
            </a:extLst>
          </p:cNvPr>
          <p:cNvSpPr/>
          <p:nvPr/>
        </p:nvSpPr>
        <p:spPr bwMode="auto">
          <a:xfrm>
            <a:off x="1640677" y="5769617"/>
            <a:ext cx="1222023" cy="919701"/>
          </a:xfrm>
          <a:prstGeom prst="borderCallout2">
            <a:avLst>
              <a:gd name="adj1" fmla="val 51399"/>
              <a:gd name="adj2" fmla="val 100368"/>
              <a:gd name="adj3" fmla="val 70100"/>
              <a:gd name="adj4" fmla="val 100133"/>
              <a:gd name="adj5" fmla="val 85667"/>
              <a:gd name="adj6" fmla="val 10054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TypeIsFeedback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6008073" y="764704"/>
            <a:ext cx="1342116" cy="808956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2CA28B1-E10F-16B5-8CBC-C0B8B06ED81E}"/>
              </a:ext>
            </a:extLst>
          </p:cNvPr>
          <p:cNvSpPr/>
          <p:nvPr/>
        </p:nvSpPr>
        <p:spPr bwMode="auto">
          <a:xfrm>
            <a:off x="6958821" y="939542"/>
            <a:ext cx="391368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18808" y="116632"/>
            <a:ext cx="1402657" cy="822064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8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45810DB-45F3-2403-AB48-E204455D5AD1}"/>
              </a:ext>
            </a:extLst>
          </p:cNvPr>
          <p:cNvSpPr/>
          <p:nvPr/>
        </p:nvSpPr>
        <p:spPr bwMode="auto">
          <a:xfrm>
            <a:off x="3800872" y="390999"/>
            <a:ext cx="520593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487246" y="5065504"/>
            <a:ext cx="981135" cy="560581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8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1C4AC80-720F-56D6-754D-5FAA3D365BDA}"/>
              </a:ext>
            </a:extLst>
          </p:cNvPr>
          <p:cNvSpPr/>
          <p:nvPr/>
        </p:nvSpPr>
        <p:spPr bwMode="auto">
          <a:xfrm>
            <a:off x="9026602" y="5189003"/>
            <a:ext cx="441779" cy="26150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  <a:endParaRPr lang="fa-IR" sz="10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8164827" y="6420391"/>
            <a:ext cx="1723549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11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11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5738D46-E03E-81D9-C101-908BEBF37E8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E4FB161C-4617-3F0F-8A9B-FB1E9339148D}"/>
              </a:ext>
            </a:extLst>
          </p:cNvPr>
          <p:cNvSpPr/>
          <p:nvPr/>
        </p:nvSpPr>
        <p:spPr bwMode="auto">
          <a:xfrm>
            <a:off x="2001063" y="2854177"/>
            <a:ext cx="1223745" cy="978852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E1A57C82-7459-2D8C-EA72-D2F9CEC6C9F3}"/>
              </a:ext>
            </a:extLst>
          </p:cNvPr>
          <p:cNvSpPr/>
          <p:nvPr/>
        </p:nvSpPr>
        <p:spPr bwMode="auto">
          <a:xfrm>
            <a:off x="2002743" y="211791"/>
            <a:ext cx="1219064" cy="1489017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D9EAE168-CAB6-8CE4-4FE8-27F10631D037}"/>
              </a:ext>
            </a:extLst>
          </p:cNvPr>
          <p:cNvSpPr/>
          <p:nvPr/>
        </p:nvSpPr>
        <p:spPr bwMode="auto">
          <a:xfrm>
            <a:off x="3440832" y="3909435"/>
            <a:ext cx="822776" cy="148672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AFFCB048-9545-0ADD-5EBB-19F165DBDC53}"/>
              </a:ext>
            </a:extLst>
          </p:cNvPr>
          <p:cNvSpPr/>
          <p:nvPr/>
        </p:nvSpPr>
        <p:spPr bwMode="auto">
          <a:xfrm>
            <a:off x="4664964" y="4811615"/>
            <a:ext cx="1249047" cy="911120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AF404099-DFEE-62D0-2D52-B50E915C445F}"/>
              </a:ext>
            </a:extLst>
          </p:cNvPr>
          <p:cNvSpPr/>
          <p:nvPr/>
        </p:nvSpPr>
        <p:spPr bwMode="auto">
          <a:xfrm>
            <a:off x="65013" y="4120688"/>
            <a:ext cx="1342116" cy="803391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C7CE8735-E956-8625-189A-0D3812C1702F}"/>
              </a:ext>
            </a:extLst>
          </p:cNvPr>
          <p:cNvSpPr/>
          <p:nvPr/>
        </p:nvSpPr>
        <p:spPr bwMode="auto">
          <a:xfrm>
            <a:off x="275870" y="351849"/>
            <a:ext cx="1656073" cy="116758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9798843F-60A1-F18F-B9E5-93F6BBBF92FB}"/>
              </a:ext>
            </a:extLst>
          </p:cNvPr>
          <p:cNvSpPr/>
          <p:nvPr/>
        </p:nvSpPr>
        <p:spPr bwMode="auto">
          <a:xfrm>
            <a:off x="272480" y="1569742"/>
            <a:ext cx="1139090" cy="1167586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112B6D7A-1A89-0D62-EFC4-B82AA62FD605}"/>
              </a:ext>
            </a:extLst>
          </p:cNvPr>
          <p:cNvSpPr/>
          <p:nvPr/>
        </p:nvSpPr>
        <p:spPr bwMode="auto">
          <a:xfrm>
            <a:off x="8100425" y="4682591"/>
            <a:ext cx="1505435" cy="71332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8897BE1A-FDD9-B3B3-250B-1D30D53D682B}"/>
              </a:ext>
            </a:extLst>
          </p:cNvPr>
          <p:cNvSpPr/>
          <p:nvPr/>
        </p:nvSpPr>
        <p:spPr bwMode="auto">
          <a:xfrm>
            <a:off x="6983066" y="1832786"/>
            <a:ext cx="1250132" cy="11314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67E4A96D-D7C5-B613-DEDA-DF7C1B5F38A7}"/>
              </a:ext>
            </a:extLst>
          </p:cNvPr>
          <p:cNvSpPr/>
          <p:nvPr/>
        </p:nvSpPr>
        <p:spPr bwMode="auto">
          <a:xfrm>
            <a:off x="4379141" y="2093949"/>
            <a:ext cx="1883845" cy="2212275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0B496A48-F94D-A44A-B8A1-4E8EA8C6DD59}"/>
              </a:ext>
            </a:extLst>
          </p:cNvPr>
          <p:cNvSpPr/>
          <p:nvPr/>
        </p:nvSpPr>
        <p:spPr bwMode="auto">
          <a:xfrm>
            <a:off x="4379144" y="404664"/>
            <a:ext cx="1929574" cy="161804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F17CDD3-EE50-A714-309D-33C2239A034D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16200000" flipV="1">
            <a:off x="5761971" y="-13376"/>
            <a:ext cx="1428122" cy="2264201"/>
          </a:xfrm>
          <a:prstGeom prst="bentConnector3">
            <a:avLst>
              <a:gd name="adj1" fmla="val 12102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C78B804-6DC4-DC8C-988E-203E7070B5A5}"/>
              </a:ext>
            </a:extLst>
          </p:cNvPr>
          <p:cNvCxnSpPr>
            <a:cxnSpLocks/>
            <a:stCxn id="5" idx="0"/>
            <a:endCxn id="14" idx="0"/>
          </p:cNvCxnSpPr>
          <p:nvPr/>
        </p:nvCxnSpPr>
        <p:spPr>
          <a:xfrm rot="16200000" flipH="1">
            <a:off x="3881666" y="-1057601"/>
            <a:ext cx="192873" cy="2731656"/>
          </a:xfrm>
          <a:prstGeom prst="bentConnector3">
            <a:avLst>
              <a:gd name="adj1" fmla="val -6274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DE67854-2D7E-66B1-914C-4C3BFA7CF52A}"/>
              </a:ext>
            </a:extLst>
          </p:cNvPr>
          <p:cNvCxnSpPr>
            <a:cxnSpLocks/>
            <a:stCxn id="14" idx="1"/>
            <a:endCxn id="13" idx="1"/>
          </p:cNvCxnSpPr>
          <p:nvPr/>
        </p:nvCxnSpPr>
        <p:spPr>
          <a:xfrm rot="10800000" flipV="1">
            <a:off x="4379142" y="1213685"/>
            <a:ext cx="3" cy="1986401"/>
          </a:xfrm>
          <a:prstGeom prst="bentConnector3">
            <a:avLst>
              <a:gd name="adj1" fmla="val 762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0D0D4556-53C9-9BD3-FACF-C3B8624347CB}"/>
              </a:ext>
            </a:extLst>
          </p:cNvPr>
          <p:cNvCxnSpPr>
            <a:cxnSpLocks/>
            <a:stCxn id="58" idx="3"/>
            <a:endCxn id="13" idx="2"/>
          </p:cNvCxnSpPr>
          <p:nvPr/>
        </p:nvCxnSpPr>
        <p:spPr>
          <a:xfrm flipV="1">
            <a:off x="4458310" y="4306224"/>
            <a:ext cx="862754" cy="346912"/>
          </a:xfrm>
          <a:prstGeom prst="bent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669C54F-3F4C-72BA-5C59-2AF624F72692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2609935" y="1700808"/>
            <a:ext cx="2340" cy="115336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8C43F332-F7FF-1EB0-57CB-82D44376ED10}"/>
              </a:ext>
            </a:extLst>
          </p:cNvPr>
          <p:cNvSpPr/>
          <p:nvPr/>
        </p:nvSpPr>
        <p:spPr>
          <a:xfrm>
            <a:off x="1521951" y="1732450"/>
            <a:ext cx="864892" cy="357539"/>
          </a:xfrm>
          <a:prstGeom prst="borderCallout2">
            <a:avLst>
              <a:gd name="adj1" fmla="val 29050"/>
              <a:gd name="adj2" fmla="val 100961"/>
              <a:gd name="adj3" fmla="val 30685"/>
              <a:gd name="adj4" fmla="val 114253"/>
              <a:gd name="adj5" fmla="val -21698"/>
              <a:gd name="adj6" fmla="val 121038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training</a:t>
            </a: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770FE970-C014-E585-455C-4CBE9AEE491B}"/>
              </a:ext>
            </a:extLst>
          </p:cNvPr>
          <p:cNvSpPr/>
          <p:nvPr/>
        </p:nvSpPr>
        <p:spPr bwMode="auto">
          <a:xfrm>
            <a:off x="5495237" y="743568"/>
            <a:ext cx="959434" cy="422443"/>
          </a:xfrm>
          <a:prstGeom prst="borderCallout2">
            <a:avLst>
              <a:gd name="adj1" fmla="val 104411"/>
              <a:gd name="adj2" fmla="val 39318"/>
              <a:gd name="adj3" fmla="val 205219"/>
              <a:gd name="adj4" fmla="val 40379"/>
              <a:gd name="adj5" fmla="val 209001"/>
              <a:gd name="adj6" fmla="val 25868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started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finished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5384FA5F-6D91-35A5-9F54-53AD4A1D09F4}"/>
              </a:ext>
            </a:extLst>
          </p:cNvPr>
          <p:cNvSpPr/>
          <p:nvPr/>
        </p:nvSpPr>
        <p:spPr bwMode="auto">
          <a:xfrm>
            <a:off x="6315681" y="3214136"/>
            <a:ext cx="1191770" cy="1078730"/>
          </a:xfrm>
          <a:prstGeom prst="borderCallout2">
            <a:avLst>
              <a:gd name="adj1" fmla="val 90104"/>
              <a:gd name="adj2" fmla="val -1065"/>
              <a:gd name="adj3" fmla="val 89081"/>
              <a:gd name="adj4" fmla="val -13697"/>
              <a:gd name="adj5" fmla="val 92794"/>
              <a:gd name="adj6" fmla="val -22567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problem rep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900" kern="10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E0F79A40-E913-ACD8-D962-FE1E39528FEE}"/>
              </a:ext>
            </a:extLst>
          </p:cNvPr>
          <p:cNvSpPr/>
          <p:nvPr/>
        </p:nvSpPr>
        <p:spPr bwMode="auto">
          <a:xfrm>
            <a:off x="3440832" y="5651879"/>
            <a:ext cx="853095" cy="388281"/>
          </a:xfrm>
          <a:prstGeom prst="borderCallout2">
            <a:avLst>
              <a:gd name="adj1" fmla="val 1102"/>
              <a:gd name="adj2" fmla="val 81036"/>
              <a:gd name="adj3" fmla="val -43641"/>
              <a:gd name="adj4" fmla="val 79878"/>
              <a:gd name="adj5" fmla="val -69870"/>
              <a:gd name="adj6" fmla="val 55844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700C7AF3-A4C2-2656-F6D9-AD770B2E546B}"/>
              </a:ext>
            </a:extLst>
          </p:cNvPr>
          <p:cNvSpPr/>
          <p:nvPr/>
        </p:nvSpPr>
        <p:spPr bwMode="auto">
          <a:xfrm>
            <a:off x="4921820" y="5863577"/>
            <a:ext cx="1035018" cy="367286"/>
          </a:xfrm>
          <a:prstGeom prst="borderCallout2">
            <a:avLst>
              <a:gd name="adj1" fmla="val -3150"/>
              <a:gd name="adj2" fmla="val 89704"/>
              <a:gd name="adj3" fmla="val -45430"/>
              <a:gd name="adj4" fmla="val 85021"/>
              <a:gd name="adj5" fmla="val -60736"/>
              <a:gd name="adj6" fmla="val 83347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D815322C-4873-B06F-9DE8-C6B6604C1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40" y="27047"/>
            <a:ext cx="852707" cy="192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C31E968E-8042-512F-5D4C-55798BEE21EC}"/>
              </a:ext>
            </a:extLst>
          </p:cNvPr>
          <p:cNvSpPr/>
          <p:nvPr/>
        </p:nvSpPr>
        <p:spPr bwMode="auto">
          <a:xfrm>
            <a:off x="6565742" y="463548"/>
            <a:ext cx="1356942" cy="933533"/>
          </a:xfrm>
          <a:prstGeom prst="borderCallout2">
            <a:avLst>
              <a:gd name="adj1" fmla="val 100360"/>
              <a:gd name="adj2" fmla="val 13679"/>
              <a:gd name="adj3" fmla="val 242545"/>
              <a:gd name="adj4" fmla="val 18337"/>
              <a:gd name="adj5" fmla="val 243365"/>
              <a:gd name="adj6" fmla="val 3372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Review Exam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CourseTests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TryCorrect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RevCourseTests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0045CD30-8E33-31D1-6F29-1757C21AE0B0}"/>
              </a:ext>
            </a:extLst>
          </p:cNvPr>
          <p:cNvSpPr/>
          <p:nvPr/>
        </p:nvSpPr>
        <p:spPr bwMode="auto">
          <a:xfrm>
            <a:off x="56440" y="5157192"/>
            <a:ext cx="1718015" cy="1221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45F70AA0-7383-2879-2351-79D7E35BBCE2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 bwMode="auto">
          <a:xfrm rot="16200000" flipH="1">
            <a:off x="2616999" y="3828966"/>
            <a:ext cx="819770" cy="827896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41E1605E-EA0E-4B32-35D3-044C248E3FC5}"/>
              </a:ext>
            </a:extLst>
          </p:cNvPr>
          <p:cNvSpPr/>
          <p:nvPr/>
        </p:nvSpPr>
        <p:spPr bwMode="auto">
          <a:xfrm>
            <a:off x="1910355" y="5157192"/>
            <a:ext cx="1367880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</p:txBody>
      </p: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831EEAC6-008B-3CA6-4090-04DED1518B7C}"/>
              </a:ext>
            </a:extLst>
          </p:cNvPr>
          <p:cNvCxnSpPr>
            <a:cxnSpLocks/>
            <a:stCxn id="12" idx="2"/>
            <a:endCxn id="71" idx="2"/>
          </p:cNvCxnSpPr>
          <p:nvPr/>
        </p:nvCxnSpPr>
        <p:spPr bwMode="auto">
          <a:xfrm rot="5400000">
            <a:off x="3392681" y="2165876"/>
            <a:ext cx="3417067" cy="5013837"/>
          </a:xfrm>
          <a:prstGeom prst="bentConnector3">
            <a:avLst>
              <a:gd name="adj1" fmla="val 10669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4FA41B28-8613-8653-A39B-6A9159CAF3EF}"/>
              </a:ext>
            </a:extLst>
          </p:cNvPr>
          <p:cNvCxnSpPr>
            <a:cxnSpLocks/>
            <a:stCxn id="4" idx="2"/>
            <a:endCxn id="68" idx="0"/>
          </p:cNvCxnSpPr>
          <p:nvPr/>
        </p:nvCxnSpPr>
        <p:spPr bwMode="auto">
          <a:xfrm rot="16200000" flipH="1">
            <a:off x="2144118" y="4301847"/>
            <a:ext cx="1129686" cy="192050"/>
          </a:xfrm>
          <a:prstGeom prst="bentConnector3">
            <a:avLst>
              <a:gd name="adj1" fmla="val 7222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0B48DF3C-5237-0493-0677-9C109B5480BE}"/>
              </a:ext>
            </a:extLst>
          </p:cNvPr>
          <p:cNvSpPr/>
          <p:nvPr/>
        </p:nvSpPr>
        <p:spPr bwMode="auto">
          <a:xfrm>
            <a:off x="8760213" y="44584"/>
            <a:ext cx="1017323" cy="6835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AADCEAF2-89DA-4EDF-6C7D-AD285C9096E4}"/>
              </a:ext>
            </a:extLst>
          </p:cNvPr>
          <p:cNvSpPr/>
          <p:nvPr/>
        </p:nvSpPr>
        <p:spPr bwMode="auto">
          <a:xfrm>
            <a:off x="8759337" y="1234403"/>
            <a:ext cx="1012651" cy="101975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0C40886E-8786-8B11-67B4-B7C2BE50EB8A}"/>
              </a:ext>
            </a:extLst>
          </p:cNvPr>
          <p:cNvCxnSpPr>
            <a:cxnSpLocks/>
            <a:stCxn id="23" idx="1"/>
            <a:endCxn id="22" idx="1"/>
          </p:cNvCxnSpPr>
          <p:nvPr/>
        </p:nvCxnSpPr>
        <p:spPr bwMode="auto">
          <a:xfrm rot="10800000" flipH="1">
            <a:off x="8759337" y="386344"/>
            <a:ext cx="876" cy="1357939"/>
          </a:xfrm>
          <a:prstGeom prst="bentConnector3">
            <a:avLst>
              <a:gd name="adj1" fmla="val -2609589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66CB84A-3954-F0C5-C1C5-F25F895A79B1}"/>
              </a:ext>
            </a:extLst>
          </p:cNvPr>
          <p:cNvSpPr/>
          <p:nvPr/>
        </p:nvSpPr>
        <p:spPr>
          <a:xfrm>
            <a:off x="9389314" y="1175385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2AD9EFD-26EA-1473-1461-79B2D750A4E5}"/>
              </a:ext>
            </a:extLst>
          </p:cNvPr>
          <p:cNvSpPr/>
          <p:nvPr/>
        </p:nvSpPr>
        <p:spPr bwMode="auto">
          <a:xfrm>
            <a:off x="2885102" y="279476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525548C5-8696-9850-D546-865EA187AEDD}"/>
              </a:ext>
            </a:extLst>
          </p:cNvPr>
          <p:cNvSpPr/>
          <p:nvPr/>
        </p:nvSpPr>
        <p:spPr bwMode="auto">
          <a:xfrm>
            <a:off x="1177957" y="442357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772629D-1A58-3306-FE87-EA235F2DEE41}"/>
              </a:ext>
            </a:extLst>
          </p:cNvPr>
          <p:cNvSpPr/>
          <p:nvPr/>
        </p:nvSpPr>
        <p:spPr bwMode="auto">
          <a:xfrm>
            <a:off x="4170278" y="452238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FB2CCE89-8686-FC33-1E32-8D26CAA36672}"/>
              </a:ext>
            </a:extLst>
          </p:cNvPr>
          <p:cNvSpPr/>
          <p:nvPr/>
        </p:nvSpPr>
        <p:spPr bwMode="auto">
          <a:xfrm>
            <a:off x="4430701" y="508303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D0B2380-3BDC-B8E1-1C2E-CCF2854A261E}"/>
              </a:ext>
            </a:extLst>
          </p:cNvPr>
          <p:cNvSpPr/>
          <p:nvPr/>
        </p:nvSpPr>
        <p:spPr bwMode="auto">
          <a:xfrm>
            <a:off x="2989487" y="6888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5C858A23-1528-5781-0CCF-910C5CDF96D8}"/>
              </a:ext>
            </a:extLst>
          </p:cNvPr>
          <p:cNvSpPr/>
          <p:nvPr/>
        </p:nvSpPr>
        <p:spPr bwMode="auto">
          <a:xfrm>
            <a:off x="1137314" y="1927242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4C8774EC-1650-4CC3-5E4C-7D266648942B}"/>
              </a:ext>
            </a:extLst>
          </p:cNvPr>
          <p:cNvSpPr/>
          <p:nvPr/>
        </p:nvSpPr>
        <p:spPr bwMode="auto">
          <a:xfrm>
            <a:off x="1685230" y="69309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616D0D53-4030-E332-E693-B727D5A72C25}"/>
              </a:ext>
            </a:extLst>
          </p:cNvPr>
          <p:cNvSpPr/>
          <p:nvPr/>
        </p:nvSpPr>
        <p:spPr bwMode="auto">
          <a:xfrm>
            <a:off x="9207277" y="4580715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A6DC3FA1-BEE2-A726-49A0-88F75254742F}"/>
              </a:ext>
            </a:extLst>
          </p:cNvPr>
          <p:cNvSpPr/>
          <p:nvPr/>
        </p:nvSpPr>
        <p:spPr bwMode="auto">
          <a:xfrm>
            <a:off x="7783100" y="177281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D6EB984E-F513-E377-5897-46EF06974004}"/>
              </a:ext>
            </a:extLst>
          </p:cNvPr>
          <p:cNvSpPr/>
          <p:nvPr/>
        </p:nvSpPr>
        <p:spPr bwMode="auto">
          <a:xfrm>
            <a:off x="5733434" y="32358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A7276DF0-BED9-4320-8D1D-0FAB244353AF}"/>
              </a:ext>
            </a:extLst>
          </p:cNvPr>
          <p:cNvSpPr/>
          <p:nvPr/>
        </p:nvSpPr>
        <p:spPr bwMode="auto">
          <a:xfrm>
            <a:off x="5929846" y="247115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8C0A51C5-59BB-6B14-E287-384ACD6C4333}"/>
              </a:ext>
            </a:extLst>
          </p:cNvPr>
          <p:cNvSpPr/>
          <p:nvPr/>
        </p:nvSpPr>
        <p:spPr bwMode="auto">
          <a:xfrm>
            <a:off x="2609302" y="4962715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40AF1633-126C-B4C3-9E65-FEB19F2E4168}"/>
              </a:ext>
            </a:extLst>
          </p:cNvPr>
          <p:cNvSpPr/>
          <p:nvPr/>
        </p:nvSpPr>
        <p:spPr bwMode="auto">
          <a:xfrm>
            <a:off x="1429949" y="563850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61046D94-0A61-93AF-1948-7E7F9378D6F7}"/>
              </a:ext>
            </a:extLst>
          </p:cNvPr>
          <p:cNvSpPr/>
          <p:nvPr/>
        </p:nvSpPr>
        <p:spPr bwMode="auto">
          <a:xfrm>
            <a:off x="7900188" y="3200987"/>
            <a:ext cx="1250132" cy="104188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22577858-3AB3-2710-1DA8-3A2E91AC4E2B}"/>
              </a:ext>
            </a:extLst>
          </p:cNvPr>
          <p:cNvSpPr/>
          <p:nvPr/>
        </p:nvSpPr>
        <p:spPr bwMode="auto">
          <a:xfrm>
            <a:off x="8636436" y="2992125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3D5BDB6-F62C-4861-0D62-B687098DB91D}"/>
              </a:ext>
            </a:extLst>
          </p:cNvPr>
          <p:cNvCxnSpPr>
            <a:cxnSpLocks/>
            <a:stCxn id="12" idx="2"/>
            <a:endCxn id="34" idx="3"/>
          </p:cNvCxnSpPr>
          <p:nvPr/>
        </p:nvCxnSpPr>
        <p:spPr bwMode="auto">
          <a:xfrm rot="5400000">
            <a:off x="6547235" y="3916144"/>
            <a:ext cx="2012780" cy="1090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1874B1FE-FEB7-3A65-231D-400CF37B0C5D}"/>
              </a:ext>
            </a:extLst>
          </p:cNvPr>
          <p:cNvCxnSpPr>
            <a:cxnSpLocks/>
            <a:stCxn id="23" idx="2"/>
            <a:endCxn id="98" idx="3"/>
          </p:cNvCxnSpPr>
          <p:nvPr/>
        </p:nvCxnSpPr>
        <p:spPr bwMode="auto">
          <a:xfrm rot="5400000">
            <a:off x="8712376" y="2569589"/>
            <a:ext cx="868717" cy="23785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53400A2F-DFC8-68C8-861D-9B4F27CC8E17}"/>
              </a:ext>
            </a:extLst>
          </p:cNvPr>
          <p:cNvSpPr/>
          <p:nvPr/>
        </p:nvSpPr>
        <p:spPr bwMode="auto">
          <a:xfrm>
            <a:off x="68108" y="2903873"/>
            <a:ext cx="1342117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AF1B88E2-5F80-A9BD-1E2A-453A4CB12A37}"/>
              </a:ext>
            </a:extLst>
          </p:cNvPr>
          <p:cNvSpPr/>
          <p:nvPr/>
        </p:nvSpPr>
        <p:spPr bwMode="auto">
          <a:xfrm>
            <a:off x="5974954" y="4401734"/>
            <a:ext cx="1520283" cy="11875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7CAE570-B9E5-8E3D-F3A0-93A64D4DF56A}"/>
              </a:ext>
            </a:extLst>
          </p:cNvPr>
          <p:cNvSpPr/>
          <p:nvPr/>
        </p:nvSpPr>
        <p:spPr bwMode="auto">
          <a:xfrm>
            <a:off x="7107750" y="484628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Callout: Bent Line 14">
            <a:extLst>
              <a:ext uri="{FF2B5EF4-FFF2-40B4-BE49-F238E27FC236}">
                <a16:creationId xmlns:a16="http://schemas.microsoft.com/office/drawing/2014/main" id="{CECA450B-C418-9DE0-8843-748A05DC05D7}"/>
              </a:ext>
            </a:extLst>
          </p:cNvPr>
          <p:cNvSpPr/>
          <p:nvPr/>
        </p:nvSpPr>
        <p:spPr bwMode="auto">
          <a:xfrm>
            <a:off x="6154825" y="5698108"/>
            <a:ext cx="1349565" cy="886576"/>
          </a:xfrm>
          <a:prstGeom prst="borderCallout2">
            <a:avLst>
              <a:gd name="adj1" fmla="val -1181"/>
              <a:gd name="adj2" fmla="val 83762"/>
              <a:gd name="adj3" fmla="val -16277"/>
              <a:gd name="adj4" fmla="val 80651"/>
              <a:gd name="adj5" fmla="val -18236"/>
              <a:gd name="adj6" fmla="val 7877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TypeIsFeedback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E4EB9D88-EE3C-93EA-F97F-CAF895F7572A}"/>
              </a:ext>
            </a:extLst>
          </p:cNvPr>
          <p:cNvCxnSpPr>
            <a:cxnSpLocks/>
            <a:stCxn id="4" idx="1"/>
            <a:endCxn id="41" idx="3"/>
          </p:cNvCxnSpPr>
          <p:nvPr/>
        </p:nvCxnSpPr>
        <p:spPr bwMode="auto">
          <a:xfrm flipH="1" flipV="1">
            <a:off x="1478103" y="3335177"/>
            <a:ext cx="522960" cy="842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56687E02-291E-DDCF-6D44-8612CD49732C}"/>
              </a:ext>
            </a:extLst>
          </p:cNvPr>
          <p:cNvSpPr/>
          <p:nvPr/>
        </p:nvSpPr>
        <p:spPr bwMode="auto">
          <a:xfrm>
            <a:off x="1086735" y="3204425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271B386D-FBD1-3C15-A1A2-860957B16A0B}"/>
              </a:ext>
            </a:extLst>
          </p:cNvPr>
          <p:cNvSpPr/>
          <p:nvPr/>
        </p:nvSpPr>
        <p:spPr bwMode="auto">
          <a:xfrm>
            <a:off x="8090355" y="5552138"/>
            <a:ext cx="1515506" cy="103640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42F0124-05DE-D9AF-B582-EF46064FBA92}"/>
              </a:ext>
            </a:extLst>
          </p:cNvPr>
          <p:cNvSpPr/>
          <p:nvPr/>
        </p:nvSpPr>
        <p:spPr bwMode="auto">
          <a:xfrm>
            <a:off x="9303530" y="584319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39D56CA4-B6FB-E20E-045A-223D13BA3440}"/>
              </a:ext>
            </a:extLst>
          </p:cNvPr>
          <p:cNvCxnSpPr>
            <a:cxnSpLocks/>
            <a:stCxn id="23" idx="2"/>
            <a:endCxn id="64" idx="0"/>
          </p:cNvCxnSpPr>
          <p:nvPr/>
        </p:nvCxnSpPr>
        <p:spPr bwMode="auto">
          <a:xfrm rot="16200000" flipH="1">
            <a:off x="8145201" y="3374622"/>
            <a:ext cx="2326555" cy="85630"/>
          </a:xfrm>
          <a:prstGeom prst="bentConnector3">
            <a:avLst>
              <a:gd name="adj1" fmla="val 372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6753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69906567-1748-EB94-8006-F3D0E914851F}"/>
              </a:ext>
            </a:extLst>
          </p:cNvPr>
          <p:cNvSpPr/>
          <p:nvPr/>
        </p:nvSpPr>
        <p:spPr bwMode="auto">
          <a:xfrm>
            <a:off x="613550" y="1422400"/>
            <a:ext cx="1465365" cy="26150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D3031B41-2B32-6AB7-2299-14E6EE009D30}"/>
              </a:ext>
            </a:extLst>
          </p:cNvPr>
          <p:cNvSpPr/>
          <p:nvPr/>
        </p:nvSpPr>
        <p:spPr bwMode="auto">
          <a:xfrm>
            <a:off x="4664968" y="104380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Login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504F84C-D7B1-DDB8-2F2F-1EA4D0AE6DEB}"/>
              </a:ext>
            </a:extLst>
          </p:cNvPr>
          <p:cNvSpPr/>
          <p:nvPr/>
        </p:nvSpPr>
        <p:spPr bwMode="auto">
          <a:xfrm>
            <a:off x="8697416" y="3102616"/>
            <a:ext cx="1070636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E0D4AAD0-4FCC-DCAC-2CFE-47086B3960EC}"/>
              </a:ext>
            </a:extLst>
          </p:cNvPr>
          <p:cNvSpPr/>
          <p:nvPr/>
        </p:nvSpPr>
        <p:spPr bwMode="auto">
          <a:xfrm>
            <a:off x="8412633" y="2791618"/>
            <a:ext cx="1355419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8CC5854-1C9F-9FFB-C272-BFA80B7E88CE}"/>
              </a:ext>
            </a:extLst>
          </p:cNvPr>
          <p:cNvSpPr/>
          <p:nvPr/>
        </p:nvSpPr>
        <p:spPr bwMode="auto">
          <a:xfrm>
            <a:off x="826699" y="1728389"/>
            <a:ext cx="1245979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D426AC9F-86C4-1D75-2424-EEE2B887EA5F}"/>
              </a:ext>
            </a:extLst>
          </p:cNvPr>
          <p:cNvSpPr/>
          <p:nvPr/>
        </p:nvSpPr>
        <p:spPr bwMode="auto">
          <a:xfrm>
            <a:off x="613550" y="2575987"/>
            <a:ext cx="1459130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0FBE8528-8F9D-985F-1619-ED3C166E36F2}"/>
              </a:ext>
            </a:extLst>
          </p:cNvPr>
          <p:cNvSpPr/>
          <p:nvPr/>
        </p:nvSpPr>
        <p:spPr bwMode="auto">
          <a:xfrm>
            <a:off x="829576" y="2864761"/>
            <a:ext cx="124934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83EC89F0-FB6B-26C4-BAE9-6F1903A7C4EC}"/>
              </a:ext>
            </a:extLst>
          </p:cNvPr>
          <p:cNvSpPr/>
          <p:nvPr/>
        </p:nvSpPr>
        <p:spPr bwMode="auto">
          <a:xfrm>
            <a:off x="604440" y="4376525"/>
            <a:ext cx="1468239" cy="26150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E4DC8906-044A-3598-BB48-FEB146D5C8DF}"/>
              </a:ext>
            </a:extLst>
          </p:cNvPr>
          <p:cNvSpPr/>
          <p:nvPr/>
        </p:nvSpPr>
        <p:spPr bwMode="auto">
          <a:xfrm>
            <a:off x="823340" y="4694241"/>
            <a:ext cx="124934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18CC620E-7B58-01B7-312E-4F4C46088563}"/>
              </a:ext>
            </a:extLst>
          </p:cNvPr>
          <p:cNvSpPr/>
          <p:nvPr/>
        </p:nvSpPr>
        <p:spPr bwMode="auto">
          <a:xfrm>
            <a:off x="1823080" y="3639853"/>
            <a:ext cx="1245978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962DA797-003B-D107-57F2-ADEB04BDCB4F}"/>
              </a:ext>
            </a:extLst>
          </p:cNvPr>
          <p:cNvSpPr/>
          <p:nvPr/>
        </p:nvSpPr>
        <p:spPr bwMode="auto">
          <a:xfrm>
            <a:off x="4582577" y="3167497"/>
            <a:ext cx="1724120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9E32A226-C218-8310-2A70-265895BD5674}"/>
              </a:ext>
            </a:extLst>
          </p:cNvPr>
          <p:cNvSpPr/>
          <p:nvPr/>
        </p:nvSpPr>
        <p:spPr bwMode="auto">
          <a:xfrm>
            <a:off x="4336256" y="2863051"/>
            <a:ext cx="1965017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BCF2EE6E-51C3-3B13-89A3-E1DF170923A4}"/>
              </a:ext>
            </a:extLst>
          </p:cNvPr>
          <p:cNvSpPr/>
          <p:nvPr/>
        </p:nvSpPr>
        <p:spPr bwMode="auto">
          <a:xfrm>
            <a:off x="4341679" y="1767550"/>
            <a:ext cx="1965018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4F5CD034-3F22-CDE2-EB0D-7EE7BB2FADE9}"/>
              </a:ext>
            </a:extLst>
          </p:cNvPr>
          <p:cNvSpPr/>
          <p:nvPr/>
        </p:nvSpPr>
        <p:spPr bwMode="auto">
          <a:xfrm>
            <a:off x="4592960" y="2087377"/>
            <a:ext cx="1713737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6E5A19-E85E-77F7-057B-7B3341F86A4F}"/>
              </a:ext>
            </a:extLst>
          </p:cNvPr>
          <p:cNvSpPr/>
          <p:nvPr/>
        </p:nvSpPr>
        <p:spPr bwMode="auto">
          <a:xfrm>
            <a:off x="209583" y="1415366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823AB6-0A51-32D0-C7BA-2E155E6C4A95}"/>
              </a:ext>
            </a:extLst>
          </p:cNvPr>
          <p:cNvSpPr/>
          <p:nvPr/>
        </p:nvSpPr>
        <p:spPr bwMode="auto">
          <a:xfrm>
            <a:off x="425607" y="1727337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506A92-C627-2D82-BCD4-0E2E9C9E2A93}"/>
              </a:ext>
            </a:extLst>
          </p:cNvPr>
          <p:cNvSpPr/>
          <p:nvPr/>
        </p:nvSpPr>
        <p:spPr bwMode="auto">
          <a:xfrm>
            <a:off x="206708" y="2567494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141F14-86F4-09B7-F9BC-DD3DFB3C5568}"/>
              </a:ext>
            </a:extLst>
          </p:cNvPr>
          <p:cNvSpPr/>
          <p:nvPr/>
        </p:nvSpPr>
        <p:spPr bwMode="auto">
          <a:xfrm>
            <a:off x="422732" y="2852936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4AC010-6D83-33EC-62E6-3D3628888634}"/>
              </a:ext>
            </a:extLst>
          </p:cNvPr>
          <p:cNvSpPr/>
          <p:nvPr/>
        </p:nvSpPr>
        <p:spPr bwMode="auto">
          <a:xfrm>
            <a:off x="200472" y="4372804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218F53-4E7E-7846-3A64-AEA25DC1DA78}"/>
              </a:ext>
            </a:extLst>
          </p:cNvPr>
          <p:cNvSpPr/>
          <p:nvPr/>
        </p:nvSpPr>
        <p:spPr bwMode="auto">
          <a:xfrm>
            <a:off x="1416238" y="3639853"/>
            <a:ext cx="403966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1CBD1C-529C-95A9-CD00-77CFBEDE60FB}"/>
              </a:ext>
            </a:extLst>
          </p:cNvPr>
          <p:cNvSpPr/>
          <p:nvPr/>
        </p:nvSpPr>
        <p:spPr bwMode="auto">
          <a:xfrm>
            <a:off x="416496" y="4703313"/>
            <a:ext cx="403969" cy="23785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31348A-FBF9-A1ED-AC2F-6CA801913EB2}"/>
              </a:ext>
            </a:extLst>
          </p:cNvPr>
          <p:cNvSpPr/>
          <p:nvPr/>
        </p:nvSpPr>
        <p:spPr bwMode="auto">
          <a:xfrm>
            <a:off x="8306049" y="310261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91D76E8-7214-17C6-F9ED-7155246EDE04}"/>
              </a:ext>
            </a:extLst>
          </p:cNvPr>
          <p:cNvSpPr/>
          <p:nvPr/>
        </p:nvSpPr>
        <p:spPr bwMode="auto">
          <a:xfrm>
            <a:off x="8021265" y="279161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A4A9FD8-959B-38C0-1D77-3997B806CA72}"/>
              </a:ext>
            </a:extLst>
          </p:cNvPr>
          <p:cNvSpPr/>
          <p:nvPr/>
        </p:nvSpPr>
        <p:spPr bwMode="auto">
          <a:xfrm>
            <a:off x="3955272" y="2857165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635EA43-F3DB-E2F8-479F-52C5BE0D6683}"/>
              </a:ext>
            </a:extLst>
          </p:cNvPr>
          <p:cNvSpPr/>
          <p:nvPr/>
        </p:nvSpPr>
        <p:spPr bwMode="auto">
          <a:xfrm>
            <a:off x="4191208" y="316749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EF6A6F-25B6-33A8-027B-D62A4D82E484}"/>
              </a:ext>
            </a:extLst>
          </p:cNvPr>
          <p:cNvSpPr/>
          <p:nvPr/>
        </p:nvSpPr>
        <p:spPr bwMode="auto">
          <a:xfrm>
            <a:off x="3961021" y="17711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D7D786-C6AB-16AF-9442-77A87021CC54}"/>
              </a:ext>
            </a:extLst>
          </p:cNvPr>
          <p:cNvSpPr/>
          <p:nvPr/>
        </p:nvSpPr>
        <p:spPr bwMode="auto">
          <a:xfrm>
            <a:off x="4201591" y="2081492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Rectangle: Rounded Corners 44">
            <a:extLst>
              <a:ext uri="{FF2B5EF4-FFF2-40B4-BE49-F238E27FC236}">
                <a16:creationId xmlns:a16="http://schemas.microsoft.com/office/drawing/2014/main" id="{50C3D96D-85B0-4E5F-F5C0-F508F1A82CB5}"/>
              </a:ext>
            </a:extLst>
          </p:cNvPr>
          <p:cNvSpPr/>
          <p:nvPr/>
        </p:nvSpPr>
        <p:spPr bwMode="auto">
          <a:xfrm>
            <a:off x="610677" y="780122"/>
            <a:ext cx="1212404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968FA60-D131-D2E0-E416-712EECC32398}"/>
              </a:ext>
            </a:extLst>
          </p:cNvPr>
          <p:cNvSpPr/>
          <p:nvPr/>
        </p:nvSpPr>
        <p:spPr bwMode="auto">
          <a:xfrm>
            <a:off x="206708" y="774695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6" name="Rectangle: Rounded Corners 44">
            <a:extLst>
              <a:ext uri="{FF2B5EF4-FFF2-40B4-BE49-F238E27FC236}">
                <a16:creationId xmlns:a16="http://schemas.microsoft.com/office/drawing/2014/main" id="{57E3E993-722C-8235-6607-66129CE60A34}"/>
              </a:ext>
            </a:extLst>
          </p:cNvPr>
          <p:cNvSpPr/>
          <p:nvPr/>
        </p:nvSpPr>
        <p:spPr bwMode="auto">
          <a:xfrm>
            <a:off x="604441" y="5615768"/>
            <a:ext cx="1468238" cy="26150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E9FFDB9-2FEB-E09E-E68B-B010B5307EC6}"/>
              </a:ext>
            </a:extLst>
          </p:cNvPr>
          <p:cNvSpPr/>
          <p:nvPr/>
        </p:nvSpPr>
        <p:spPr bwMode="auto">
          <a:xfrm>
            <a:off x="206708" y="5612047"/>
            <a:ext cx="397733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8" name="Rectangle: Rounded Corners 44">
            <a:extLst>
              <a:ext uri="{FF2B5EF4-FFF2-40B4-BE49-F238E27FC236}">
                <a16:creationId xmlns:a16="http://schemas.microsoft.com/office/drawing/2014/main" id="{FCE95780-500B-3264-5CDD-47FC649AE466}"/>
              </a:ext>
            </a:extLst>
          </p:cNvPr>
          <p:cNvSpPr/>
          <p:nvPr/>
        </p:nvSpPr>
        <p:spPr bwMode="auto">
          <a:xfrm>
            <a:off x="4331065" y="5612047"/>
            <a:ext cx="1975631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70EB11C-5B71-475A-3D12-98529697C7B2}"/>
              </a:ext>
            </a:extLst>
          </p:cNvPr>
          <p:cNvSpPr/>
          <p:nvPr/>
        </p:nvSpPr>
        <p:spPr bwMode="auto">
          <a:xfrm>
            <a:off x="3950081" y="560616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4">
            <a:extLst>
              <a:ext uri="{FF2B5EF4-FFF2-40B4-BE49-F238E27FC236}">
                <a16:creationId xmlns:a16="http://schemas.microsoft.com/office/drawing/2014/main" id="{74B95C77-F7E4-D1F5-12D6-3BBED57D2BB6}"/>
              </a:ext>
            </a:extLst>
          </p:cNvPr>
          <p:cNvSpPr/>
          <p:nvPr/>
        </p:nvSpPr>
        <p:spPr bwMode="auto">
          <a:xfrm>
            <a:off x="4341449" y="1081435"/>
            <a:ext cx="1965018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228560BB-2A81-9463-6A0A-E99E7140BB46}"/>
              </a:ext>
            </a:extLst>
          </p:cNvPr>
          <p:cNvSpPr/>
          <p:nvPr/>
        </p:nvSpPr>
        <p:spPr bwMode="auto">
          <a:xfrm>
            <a:off x="3960791" y="1085045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Rectangle: Rounded Corners 44">
            <a:extLst>
              <a:ext uri="{FF2B5EF4-FFF2-40B4-BE49-F238E27FC236}">
                <a16:creationId xmlns:a16="http://schemas.microsoft.com/office/drawing/2014/main" id="{8AD179DE-09B5-7E6B-F8AE-0E1B9BC07E70}"/>
              </a:ext>
            </a:extLst>
          </p:cNvPr>
          <p:cNvSpPr/>
          <p:nvPr/>
        </p:nvSpPr>
        <p:spPr bwMode="auto">
          <a:xfrm>
            <a:off x="4336256" y="3997884"/>
            <a:ext cx="1965017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AAAF298-036A-F07E-CF69-BE50A1F18AED}"/>
              </a:ext>
            </a:extLst>
          </p:cNvPr>
          <p:cNvSpPr/>
          <p:nvPr/>
        </p:nvSpPr>
        <p:spPr bwMode="auto">
          <a:xfrm>
            <a:off x="3955272" y="399199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589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7AEF-BC8E-3625-6141-27374DF2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FE9CA17-1F39-209F-FB1A-A4AFC054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080" y="2381604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006006-380F-8208-6E79-6E80A79AE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97" y="933661"/>
            <a:ext cx="720000" cy="11446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8D6585-812E-252F-8843-63057F5CF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880" y="971465"/>
            <a:ext cx="720000" cy="10690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3C1CD3-BDF3-2872-F4A7-5710A409F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75" y="1041167"/>
            <a:ext cx="720000" cy="9296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D7C107-8D49-61DE-4AFE-CCDBF1226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A35423-E2C2-BE78-0394-92A81262EEFC}"/>
              </a:ext>
            </a:extLst>
          </p:cNvPr>
          <p:cNvSpPr txBox="1"/>
          <p:nvPr/>
        </p:nvSpPr>
        <p:spPr>
          <a:xfrm>
            <a:off x="2301666" y="1513931"/>
            <a:ext cx="142668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a-IR" sz="1050"/>
              <a:t>start an exam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continue an exam</a:t>
            </a:r>
            <a:endParaRPr lang="fa-IR" sz="105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2F32F1A-3EBC-2B8D-BDC2-AC77588A95F5}"/>
              </a:ext>
            </a:extLst>
          </p:cNvPr>
          <p:cNvCxnSpPr>
            <a:cxnSpLocks/>
            <a:stCxn id="15" idx="2"/>
            <a:endCxn id="13" idx="1"/>
          </p:cNvCxnSpPr>
          <p:nvPr/>
        </p:nvCxnSpPr>
        <p:spPr>
          <a:xfrm rot="16200000" flipH="1">
            <a:off x="3382576" y="614797"/>
            <a:ext cx="827025" cy="37539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7DF0EDF-650B-37EC-F431-8318D6F9887C}"/>
              </a:ext>
            </a:extLst>
          </p:cNvPr>
          <p:cNvSpPr txBox="1"/>
          <p:nvPr/>
        </p:nvSpPr>
        <p:spPr>
          <a:xfrm>
            <a:off x="1918582" y="2683963"/>
            <a:ext cx="12114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report</a:t>
            </a:r>
            <a:endParaRPr lang="fa-IR" sz="105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0D5BCB-90CA-B767-0AA8-72AB0E7961A0}"/>
              </a:ext>
            </a:extLst>
          </p:cNvPr>
          <p:cNvSpPr txBox="1"/>
          <p:nvPr/>
        </p:nvSpPr>
        <p:spPr>
          <a:xfrm>
            <a:off x="1928566" y="3966470"/>
            <a:ext cx="144035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student courses</a:t>
            </a:r>
            <a:endParaRPr lang="fa-IR" sz="105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9A96C85-DBF0-2808-5C7C-0B3EFE91E87E}"/>
              </a:ext>
            </a:extLst>
          </p:cNvPr>
          <p:cNvCxnSpPr>
            <a:cxnSpLocks/>
            <a:stCxn id="15" idx="2"/>
            <a:endCxn id="39" idx="1"/>
          </p:cNvCxnSpPr>
          <p:nvPr/>
        </p:nvCxnSpPr>
        <p:spPr>
          <a:xfrm rot="16200000" flipH="1">
            <a:off x="2989391" y="1007982"/>
            <a:ext cx="4175497" cy="63160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E711E135-3571-986C-9C5A-E6404FC315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8235182" y="5872303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CA17D94-4A16-DCFA-2A36-70F08633FC4F}"/>
              </a:ext>
            </a:extLst>
          </p:cNvPr>
          <p:cNvSpPr txBox="1"/>
          <p:nvPr/>
        </p:nvSpPr>
        <p:spPr>
          <a:xfrm>
            <a:off x="7585296" y="5995695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Pass</a:t>
            </a:r>
            <a:endParaRPr lang="fa-IR" sz="105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6BFD7B9-DC3B-D3F4-C9CC-0CE365A54E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318727" y="417445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017FE2F7-1AD0-8692-A41B-A776C94B298E}"/>
              </a:ext>
            </a:extLst>
          </p:cNvPr>
          <p:cNvCxnSpPr>
            <a:cxnSpLocks/>
            <a:stCxn id="15" idx="2"/>
            <a:endCxn id="69" idx="1"/>
          </p:cNvCxnSpPr>
          <p:nvPr/>
        </p:nvCxnSpPr>
        <p:spPr>
          <a:xfrm rot="16200000" flipH="1">
            <a:off x="1826958" y="2170415"/>
            <a:ext cx="2089982" cy="19057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767ABB7-D60A-F383-FB51-5640A70041A0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2279097" y="1505969"/>
            <a:ext cx="15937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3C3BD6D-0228-FCF4-1836-2F45A3BBBF66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92880" y="1505969"/>
            <a:ext cx="22097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8F85BB0B-AC2E-0025-0E15-5295D9386B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4802" y="3735158"/>
            <a:ext cx="720000" cy="8662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B37BE8-EE3B-2395-9E5D-89A6C8E463CE}"/>
              </a:ext>
            </a:extLst>
          </p:cNvPr>
          <p:cNvSpPr txBox="1"/>
          <p:nvPr/>
        </p:nvSpPr>
        <p:spPr>
          <a:xfrm>
            <a:off x="4809498" y="1526439"/>
            <a:ext cx="1273985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select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finish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D2BA4D-E84B-75B5-F711-F24F4BECB18F}"/>
              </a:ext>
            </a:extLst>
          </p:cNvPr>
          <p:cNvSpPr txBox="1"/>
          <p:nvPr/>
        </p:nvSpPr>
        <p:spPr>
          <a:xfrm>
            <a:off x="2141955" y="4149018"/>
            <a:ext cx="1202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get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correct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 i="1" u="sng"/>
              <a:t>report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filter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wipe out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back</a:t>
            </a:r>
            <a:endParaRPr lang="fa-IR" sz="9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FE0884-8125-E687-06F4-F6BEF1E50AC9}"/>
              </a:ext>
            </a:extLst>
          </p:cNvPr>
          <p:cNvSpPr txBox="1"/>
          <p:nvPr/>
        </p:nvSpPr>
        <p:spPr>
          <a:xfrm>
            <a:off x="6686923" y="808230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</a:t>
            </a:r>
            <a:endParaRPr lang="fa-IR" sz="10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0AD901-C12A-6C4C-073A-A70D2C699710}"/>
              </a:ext>
            </a:extLst>
          </p:cNvPr>
          <p:cNvSpPr txBox="1"/>
          <p:nvPr/>
        </p:nvSpPr>
        <p:spPr>
          <a:xfrm>
            <a:off x="3728864" y="3500476"/>
            <a:ext cx="152630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StudentCourseTest</a:t>
            </a:r>
            <a:endParaRPr lang="fa-IR" sz="105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98E00BB-7010-6158-4BA4-FC6E97124267}"/>
              </a:ext>
            </a:extLst>
          </p:cNvPr>
          <p:cNvSpPr txBox="1"/>
          <p:nvPr/>
        </p:nvSpPr>
        <p:spPr>
          <a:xfrm>
            <a:off x="3810912" y="754631"/>
            <a:ext cx="13991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StudentExamTests</a:t>
            </a:r>
            <a:endParaRPr lang="fa-IR" sz="105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70DFEB-491B-F44E-645E-820950AFB988}"/>
              </a:ext>
            </a:extLst>
          </p:cNvPr>
          <p:cNvSpPr txBox="1"/>
          <p:nvPr/>
        </p:nvSpPr>
        <p:spPr>
          <a:xfrm>
            <a:off x="5682348" y="2162228"/>
            <a:ext cx="146434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ReportStudentExam</a:t>
            </a:r>
            <a:endParaRPr lang="fa-IR" sz="10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A92EE9-82D8-169F-384B-CDDC1E474CA7}"/>
              </a:ext>
            </a:extLst>
          </p:cNvPr>
          <p:cNvSpPr txBox="1"/>
          <p:nvPr/>
        </p:nvSpPr>
        <p:spPr>
          <a:xfrm>
            <a:off x="8145166" y="5589240"/>
            <a:ext cx="128295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ChangePassword</a:t>
            </a:r>
            <a:endParaRPr lang="fa-IR" sz="10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BF87914-220E-2627-74A2-5A1F5AB5287A}"/>
              </a:ext>
            </a:extLst>
          </p:cNvPr>
          <p:cNvSpPr txBox="1"/>
          <p:nvPr/>
        </p:nvSpPr>
        <p:spPr>
          <a:xfrm>
            <a:off x="272480" y="188640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Login</a:t>
            </a:r>
            <a:endParaRPr lang="fa-IR" sz="105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28DBBC-F96E-65A5-67A7-C24B34CD360F}"/>
              </a:ext>
            </a:extLst>
          </p:cNvPr>
          <p:cNvSpPr txBox="1"/>
          <p:nvPr/>
        </p:nvSpPr>
        <p:spPr>
          <a:xfrm>
            <a:off x="1496616" y="708694"/>
            <a:ext cx="11521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</a:t>
            </a:r>
            <a:endParaRPr lang="fa-IR" sz="1050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191D368-F9B7-D57B-60E0-39D6D69B0E9C}"/>
              </a:ext>
            </a:extLst>
          </p:cNvPr>
          <p:cNvCxnSpPr>
            <a:cxnSpLocks/>
            <a:stCxn id="43" idx="2"/>
            <a:endCxn id="15" idx="1"/>
          </p:cNvCxnSpPr>
          <p:nvPr/>
        </p:nvCxnSpPr>
        <p:spPr>
          <a:xfrm rot="16200000" flipH="1">
            <a:off x="956121" y="902992"/>
            <a:ext cx="325583" cy="880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80BDB0B-AD8C-4175-17E7-B145D887EEBD}"/>
              </a:ext>
            </a:extLst>
          </p:cNvPr>
          <p:cNvSpPr txBox="1"/>
          <p:nvPr/>
        </p:nvSpPr>
        <p:spPr>
          <a:xfrm>
            <a:off x="7567447" y="1218673"/>
            <a:ext cx="127398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clear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bookmark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help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866464-FAAB-66D6-4142-C82D448257B3}"/>
              </a:ext>
            </a:extLst>
          </p:cNvPr>
          <p:cNvSpPr txBox="1"/>
          <p:nvPr/>
        </p:nvSpPr>
        <p:spPr>
          <a:xfrm>
            <a:off x="6417715" y="3169523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FE65EBC-59CD-C9D9-185C-ABB199FF8116}"/>
              </a:ext>
            </a:extLst>
          </p:cNvPr>
          <p:cNvSpPr txBox="1"/>
          <p:nvPr/>
        </p:nvSpPr>
        <p:spPr>
          <a:xfrm>
            <a:off x="8985527" y="6343436"/>
            <a:ext cx="72000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save</a:t>
            </a:r>
            <a:endParaRPr lang="fa-IR" sz="10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AFE503-C83B-3F21-F3B2-42EA55617CE7}"/>
              </a:ext>
            </a:extLst>
          </p:cNvPr>
          <p:cNvSpPr txBox="1"/>
          <p:nvPr/>
        </p:nvSpPr>
        <p:spPr>
          <a:xfrm>
            <a:off x="4585554" y="4237638"/>
            <a:ext cx="12739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2FBC9C-2E07-D4BC-2CF2-272751ACD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920" y="4581128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C1807-490A-3DC1-DDB1-6C3ADF5DB796}"/>
              </a:ext>
            </a:extLst>
          </p:cNvPr>
          <p:cNvSpPr txBox="1"/>
          <p:nvPr/>
        </p:nvSpPr>
        <p:spPr>
          <a:xfrm>
            <a:off x="5682348" y="4345885"/>
            <a:ext cx="16341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ReportStudentCourse</a:t>
            </a:r>
            <a:endParaRPr lang="fa-IR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32CAB-FE1E-EFEA-3663-62E6A01AF1BB}"/>
              </a:ext>
            </a:extLst>
          </p:cNvPr>
          <p:cNvSpPr txBox="1"/>
          <p:nvPr/>
        </p:nvSpPr>
        <p:spPr>
          <a:xfrm>
            <a:off x="6479400" y="5345240"/>
            <a:ext cx="6894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4B39F15-CB1C-8191-CDEC-BD0B1B1FFD1A}"/>
              </a:ext>
            </a:extLst>
          </p:cNvPr>
          <p:cNvCxnSpPr>
            <a:cxnSpLocks/>
            <a:stCxn id="15" idx="2"/>
            <a:endCxn id="2" idx="1"/>
          </p:cNvCxnSpPr>
          <p:nvPr/>
        </p:nvCxnSpPr>
        <p:spPr>
          <a:xfrm rot="16200000" flipH="1">
            <a:off x="2294734" y="1702639"/>
            <a:ext cx="3026549" cy="3777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250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9A5AD-53B3-4E78-CCC9-9FDCC57B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64BB5-5E37-A712-F733-382E4CB3BB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991"/>
          <a:stretch>
            <a:fillRect/>
          </a:stretch>
        </p:blipFill>
        <p:spPr>
          <a:xfrm>
            <a:off x="202773" y="125755"/>
            <a:ext cx="1822523" cy="28300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6374C94-C534-B3DD-3E89-0E1B3A8568BF}"/>
              </a:ext>
            </a:extLst>
          </p:cNvPr>
          <p:cNvGrpSpPr/>
          <p:nvPr/>
        </p:nvGrpSpPr>
        <p:grpSpPr>
          <a:xfrm>
            <a:off x="1929778" y="3344309"/>
            <a:ext cx="1602036" cy="2164899"/>
            <a:chOff x="2828864" y="4041155"/>
            <a:chExt cx="1692088" cy="25741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AE06B5C-E89D-9FF4-A822-052BBEA4E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r="5995"/>
            <a:stretch>
              <a:fillRect/>
            </a:stretch>
          </p:blipFill>
          <p:spPr>
            <a:xfrm>
              <a:off x="2828864" y="4041155"/>
              <a:ext cx="1692088" cy="2574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D95B20A-8C2E-D8A4-7F61-6D9B126C504F}"/>
                </a:ext>
              </a:extLst>
            </p:cNvPr>
            <p:cNvSpPr/>
            <p:nvPr/>
          </p:nvSpPr>
          <p:spPr>
            <a:xfrm>
              <a:off x="2972880" y="468922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13AB64-401B-ECB9-FC9B-A06ECCB44DF4}"/>
                </a:ext>
              </a:extLst>
            </p:cNvPr>
            <p:cNvSpPr/>
            <p:nvPr/>
          </p:nvSpPr>
          <p:spPr>
            <a:xfrm>
              <a:off x="2972880" y="504926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22400DA-E2D4-B4F0-354E-46344E68E5A6}"/>
                </a:ext>
              </a:extLst>
            </p:cNvPr>
            <p:cNvSpPr/>
            <p:nvPr/>
          </p:nvSpPr>
          <p:spPr>
            <a:xfrm>
              <a:off x="2972880" y="6273403"/>
              <a:ext cx="640915" cy="144016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9AC5DE55-1D47-709A-CDCE-C3464028E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90"/>
          <a:stretch>
            <a:fillRect/>
          </a:stretch>
        </p:blipFill>
        <p:spPr>
          <a:xfrm>
            <a:off x="88088" y="3344309"/>
            <a:ext cx="1715159" cy="3137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9E432E-6781-BC28-592A-5430C6273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9414" y="352415"/>
            <a:ext cx="835683" cy="83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7F3C99-8A1D-6816-2DE7-65E0A60064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5AA40BE-34DE-69DD-92B0-276C2C1E6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326" y="161024"/>
            <a:ext cx="1655369" cy="2279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C4C359B-88CE-388F-6C66-BD8EE92E6D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0930" y="2564904"/>
            <a:ext cx="1172270" cy="1728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F4CEB-7EA3-F2C9-BDB7-43A08C7742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817" y="4676388"/>
            <a:ext cx="128537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86495B-2E74-0CAC-B320-8B26B076A2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868" y="2733377"/>
            <a:ext cx="1461667" cy="1382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C8CDC7-5908-7A3E-0272-E0ECAC111E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5570" y="4618179"/>
            <a:ext cx="1302264" cy="21740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B25455-C76C-3D22-C3C1-64D76EDE0D0E}"/>
              </a:ext>
            </a:extLst>
          </p:cNvPr>
          <p:cNvSpPr txBox="1"/>
          <p:nvPr/>
        </p:nvSpPr>
        <p:spPr>
          <a:xfrm>
            <a:off x="3843672" y="56002"/>
            <a:ext cx="114257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T_SwitchBoard</a:t>
            </a:r>
            <a:endParaRPr lang="fa-IR" sz="105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A188ABB-3C68-6A2C-1FAB-58553348D6F1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2025296" y="767573"/>
            <a:ext cx="1954118" cy="773224"/>
          </a:xfrm>
          <a:prstGeom prst="bentConnector3">
            <a:avLst>
              <a:gd name="adj1" fmla="val 9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56FCA8A-A7CA-BAEC-8300-02FA4CE3D917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815097" y="767573"/>
            <a:ext cx="1814229" cy="533242"/>
          </a:xfrm>
          <a:prstGeom prst="bentConnector3">
            <a:avLst>
              <a:gd name="adj1" fmla="val 11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6DF6AB0-4316-493C-BFEB-7A641D49518F}"/>
              </a:ext>
            </a:extLst>
          </p:cNvPr>
          <p:cNvCxnSpPr>
            <a:cxnSpLocks/>
            <a:stCxn id="24" idx="2"/>
            <a:endCxn id="26" idx="3"/>
          </p:cNvCxnSpPr>
          <p:nvPr/>
        </p:nvCxnSpPr>
        <p:spPr>
          <a:xfrm rot="5400000">
            <a:off x="6610909" y="2582897"/>
            <a:ext cx="988395" cy="7038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21FF219D-B755-D9F4-571A-841667923691}"/>
              </a:ext>
            </a:extLst>
          </p:cNvPr>
          <p:cNvCxnSpPr>
            <a:cxnSpLocks/>
            <a:stCxn id="24" idx="2"/>
            <a:endCxn id="19" idx="1"/>
          </p:cNvCxnSpPr>
          <p:nvPr/>
        </p:nvCxnSpPr>
        <p:spPr>
          <a:xfrm rot="16200000" flipH="1">
            <a:off x="7394513" y="2503102"/>
            <a:ext cx="983853" cy="858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12A8741-0281-45DD-6C1F-69C230F076F1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 flipH="1">
            <a:off x="6164505" y="4293096"/>
            <a:ext cx="2560" cy="3832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F8D17AE-1EAC-7655-438F-18C0B1DDD6CB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9046702" y="4115538"/>
            <a:ext cx="0" cy="502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089F8B9-B00B-6B6E-012B-6B5D8011787C}"/>
              </a:ext>
            </a:extLst>
          </p:cNvPr>
          <p:cNvSpPr txBox="1"/>
          <p:nvPr/>
        </p:nvSpPr>
        <p:spPr>
          <a:xfrm>
            <a:off x="2018699" y="114184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T_Students</a:t>
            </a:r>
            <a:endParaRPr lang="fa-IR" sz="10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18D59-E9B3-FE61-A5DD-EAF58602FBEE}"/>
              </a:ext>
            </a:extLst>
          </p:cNvPr>
          <p:cNvSpPr txBox="1"/>
          <p:nvPr/>
        </p:nvSpPr>
        <p:spPr>
          <a:xfrm>
            <a:off x="5795269" y="38912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T_Courses</a:t>
            </a:r>
            <a:endParaRPr lang="fa-IR" sz="10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7ACB3D-B591-A407-E231-77FFB80F3EDB}"/>
              </a:ext>
            </a:extLst>
          </p:cNvPr>
          <p:cNvSpPr txBox="1"/>
          <p:nvPr/>
        </p:nvSpPr>
        <p:spPr>
          <a:xfrm>
            <a:off x="5381883" y="2353541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T_CourseTests</a:t>
            </a:r>
            <a:endParaRPr lang="fa-IR" sz="105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3A5C52-C2DC-B924-BBD3-079F96E843D7}"/>
              </a:ext>
            </a:extLst>
          </p:cNvPr>
          <p:cNvSpPr txBox="1"/>
          <p:nvPr/>
        </p:nvSpPr>
        <p:spPr>
          <a:xfrm>
            <a:off x="8346517" y="2477985"/>
            <a:ext cx="12305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T_CourseExams</a:t>
            </a:r>
            <a:endParaRPr lang="fa-IR" sz="10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4F65E8-717B-30E5-A306-F3528B64FB82}"/>
              </a:ext>
            </a:extLst>
          </p:cNvPr>
          <p:cNvSpPr txBox="1"/>
          <p:nvPr/>
        </p:nvSpPr>
        <p:spPr>
          <a:xfrm>
            <a:off x="6199840" y="4467210"/>
            <a:ext cx="11909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</a:t>
            </a:r>
            <a:endParaRPr lang="fa-IR" sz="105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4D1A2F-3E7C-23D6-E8B9-30252E7F2600}"/>
              </a:ext>
            </a:extLst>
          </p:cNvPr>
          <p:cNvSpPr txBox="1"/>
          <p:nvPr/>
        </p:nvSpPr>
        <p:spPr>
          <a:xfrm>
            <a:off x="7974971" y="4384512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</a:t>
            </a:r>
            <a:endParaRPr lang="fa-IR" sz="105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7BB9B8-10E1-7429-82C3-44F080600CB0}"/>
              </a:ext>
            </a:extLst>
          </p:cNvPr>
          <p:cNvSpPr txBox="1"/>
          <p:nvPr/>
        </p:nvSpPr>
        <p:spPr>
          <a:xfrm>
            <a:off x="97637" y="6538290"/>
            <a:ext cx="12846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0FE4D9-882B-C245-323C-5BF27E0CC49C}"/>
              </a:ext>
            </a:extLst>
          </p:cNvPr>
          <p:cNvSpPr txBox="1"/>
          <p:nvPr/>
        </p:nvSpPr>
        <p:spPr>
          <a:xfrm>
            <a:off x="2148827" y="5573303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63C2CAD8-31B3-B3D6-E956-8BA697180F5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2052" y="3369959"/>
            <a:ext cx="146118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6ED5C06E-C064-4250-A36F-616D31A8D639}"/>
              </a:ext>
            </a:extLst>
          </p:cNvPr>
          <p:cNvSpPr txBox="1"/>
          <p:nvPr/>
        </p:nvSpPr>
        <p:spPr>
          <a:xfrm>
            <a:off x="3950527" y="5607941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T_ReportTests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4459128-AD5E-15BD-8533-C522282E3794}"/>
              </a:ext>
            </a:extLst>
          </p:cNvPr>
          <p:cNvSpPr/>
          <p:nvPr/>
        </p:nvSpPr>
        <p:spPr bwMode="auto">
          <a:xfrm>
            <a:off x="21915" y="3140968"/>
            <a:ext cx="5311599" cy="366103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969787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2033</TotalTime>
  <Words>525</Words>
  <Application>Microsoft Office PowerPoint</Application>
  <PresentationFormat>A4 Paper (210x297 mm)</PresentationFormat>
  <Paragraphs>414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Consolas</vt:lpstr>
      <vt:lpstr>Segoe UI</vt:lpstr>
      <vt:lpstr>Blank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393</cp:revision>
  <cp:lastPrinted>2025-11-13T08:39:11Z</cp:lastPrinted>
  <dcterms:modified xsi:type="dcterms:W3CDTF">2025-12-20T19:01:30Z</dcterms:modified>
</cp:coreProperties>
</file>