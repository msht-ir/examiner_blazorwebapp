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2" r:id="rId2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107" d="100"/>
          <a:sy n="107" d="100"/>
        </p:scale>
        <p:origin x="3690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19/07/1447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428265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53944" y="141118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49831" y="6548213"/>
            <a:ext cx="1656185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2410</TotalTime>
  <Words>275</Words>
  <Application>Microsoft Office PowerPoint</Application>
  <PresentationFormat>A4 Paper (210x297 mm)</PresentationFormat>
  <Paragraphs>188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Consolas</vt:lpstr>
      <vt:lpstr>Segoe UI</vt:lpstr>
      <vt:lpstr>Blank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457</cp:revision>
  <cp:lastPrinted>2026-01-01T08:26:55Z</cp:lastPrinted>
  <dcterms:modified xsi:type="dcterms:W3CDTF">2026-01-07T09:27:07Z</dcterms:modified>
</cp:coreProperties>
</file>