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5" r:id="rId3"/>
    <p:sldId id="263" r:id="rId4"/>
    <p:sldId id="264" r:id="rId5"/>
  </p:sldIdLst>
  <p:sldSz cx="9906000" cy="6858000" type="A4"/>
  <p:notesSz cx="6645275" cy="9777413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20" d="100"/>
          <a:sy n="120" d="100"/>
        </p:scale>
        <p:origin x="3270" y="546"/>
      </p:cViewPr>
      <p:guideLst>
        <p:guide orient="horz" pos="2613"/>
        <p:guide pos="2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697622" y="5003872"/>
            <a:ext cx="5929793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5134A-C461-1E16-35CE-CE4D0CB8F98E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4CFB28EC-0511-48A2-17A8-D702197370E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697622" y="5003872"/>
            <a:ext cx="5929793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4206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2" y="1122496"/>
            <a:ext cx="7429742" cy="2387886"/>
          </a:xfrm>
        </p:spPr>
        <p:txBody>
          <a:bodyPr anchor="b"/>
          <a:lstStyle>
            <a:lvl1pPr algn="ctr">
              <a:defRPr sz="932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2" y="3602472"/>
            <a:ext cx="7429742" cy="1655961"/>
          </a:xfrm>
        </p:spPr>
        <p:txBody>
          <a:bodyPr/>
          <a:lstStyle>
            <a:lvl1pPr marL="0" indent="0" algn="ctr">
              <a:buNone/>
              <a:defRPr sz="373"/>
            </a:lvl1pPr>
            <a:lvl2pPr marL="71002" indent="0" algn="ctr">
              <a:buNone/>
              <a:defRPr sz="310"/>
            </a:lvl2pPr>
            <a:lvl3pPr marL="142007" indent="0" algn="ctr">
              <a:buNone/>
              <a:defRPr sz="279"/>
            </a:lvl3pPr>
            <a:lvl4pPr marL="213008" indent="0" algn="ctr">
              <a:buNone/>
              <a:defRPr sz="249"/>
            </a:lvl4pPr>
            <a:lvl5pPr marL="284012" indent="0" algn="ctr">
              <a:buNone/>
              <a:defRPr sz="249"/>
            </a:lvl5pPr>
            <a:lvl6pPr marL="355016" indent="0" algn="ctr">
              <a:buNone/>
              <a:defRPr sz="249"/>
            </a:lvl6pPr>
            <a:lvl7pPr marL="426019" indent="0" algn="ctr">
              <a:buNone/>
              <a:defRPr sz="249"/>
            </a:lvl7pPr>
            <a:lvl8pPr marL="497022" indent="0" algn="ctr">
              <a:buNone/>
              <a:defRPr sz="249"/>
            </a:lvl8pPr>
            <a:lvl9pPr marL="568024" indent="0" algn="ctr">
              <a:buNone/>
              <a:defRPr sz="249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4" y="1709945"/>
            <a:ext cx="8544204" cy="2853078"/>
          </a:xfrm>
        </p:spPr>
        <p:txBody>
          <a:bodyPr anchor="b"/>
          <a:lstStyle>
            <a:lvl1pPr>
              <a:defRPr sz="932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4" y="4590015"/>
            <a:ext cx="8544204" cy="1500366"/>
          </a:xfrm>
        </p:spPr>
        <p:txBody>
          <a:bodyPr/>
          <a:lstStyle>
            <a:lvl1pPr marL="0" indent="0">
              <a:buNone/>
              <a:defRPr sz="373">
                <a:solidFill>
                  <a:schemeClr val="tx1">
                    <a:tint val="75000"/>
                  </a:schemeClr>
                </a:solidFill>
              </a:defRPr>
            </a:lvl1pPr>
            <a:lvl2pPr marL="71002" indent="0">
              <a:buNone/>
              <a:defRPr sz="310">
                <a:solidFill>
                  <a:schemeClr val="tx1">
                    <a:tint val="75000"/>
                  </a:schemeClr>
                </a:solidFill>
              </a:defRPr>
            </a:lvl2pPr>
            <a:lvl3pPr marL="142007" indent="0">
              <a:buNone/>
              <a:defRPr sz="279">
                <a:solidFill>
                  <a:schemeClr val="tx1">
                    <a:tint val="75000"/>
                  </a:schemeClr>
                </a:solidFill>
              </a:defRPr>
            </a:lvl3pPr>
            <a:lvl4pPr marL="213008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4pPr>
            <a:lvl5pPr marL="284012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5pPr>
            <a:lvl6pPr marL="355016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6pPr>
            <a:lvl7pPr marL="426019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7pPr>
            <a:lvl8pPr marL="497022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8pPr>
            <a:lvl9pPr marL="568024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5" y="1825853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9" y="1825853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3" y="365173"/>
            <a:ext cx="8544204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7" y="1681365"/>
            <a:ext cx="4190837" cy="824010"/>
          </a:xfrm>
        </p:spPr>
        <p:txBody>
          <a:bodyPr anchor="b"/>
          <a:lstStyle>
            <a:lvl1pPr marL="0" indent="0">
              <a:buNone/>
              <a:defRPr sz="373" b="1"/>
            </a:lvl1pPr>
            <a:lvl2pPr marL="71002" indent="0">
              <a:buNone/>
              <a:defRPr sz="310" b="1"/>
            </a:lvl2pPr>
            <a:lvl3pPr marL="142007" indent="0">
              <a:buNone/>
              <a:defRPr sz="279" b="1"/>
            </a:lvl3pPr>
            <a:lvl4pPr marL="213008" indent="0">
              <a:buNone/>
              <a:defRPr sz="249" b="1"/>
            </a:lvl4pPr>
            <a:lvl5pPr marL="284012" indent="0">
              <a:buNone/>
              <a:defRPr sz="249" b="1"/>
            </a:lvl5pPr>
            <a:lvl6pPr marL="355016" indent="0">
              <a:buNone/>
              <a:defRPr sz="249" b="1"/>
            </a:lvl6pPr>
            <a:lvl7pPr marL="426019" indent="0">
              <a:buNone/>
              <a:defRPr sz="249" b="1"/>
            </a:lvl7pPr>
            <a:lvl8pPr marL="497022" indent="0">
              <a:buNone/>
              <a:defRPr sz="249" b="1"/>
            </a:lvl8pPr>
            <a:lvl9pPr marL="568024" indent="0">
              <a:buNone/>
              <a:defRPr sz="249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7" y="2505378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8" y="1681365"/>
            <a:ext cx="4211476" cy="824010"/>
          </a:xfrm>
        </p:spPr>
        <p:txBody>
          <a:bodyPr anchor="b"/>
          <a:lstStyle>
            <a:lvl1pPr marL="0" indent="0">
              <a:buNone/>
              <a:defRPr sz="373" b="1"/>
            </a:lvl1pPr>
            <a:lvl2pPr marL="71002" indent="0">
              <a:buNone/>
              <a:defRPr sz="310" b="1"/>
            </a:lvl2pPr>
            <a:lvl3pPr marL="142007" indent="0">
              <a:buNone/>
              <a:defRPr sz="279" b="1"/>
            </a:lvl3pPr>
            <a:lvl4pPr marL="213008" indent="0">
              <a:buNone/>
              <a:defRPr sz="249" b="1"/>
            </a:lvl4pPr>
            <a:lvl5pPr marL="284012" indent="0">
              <a:buNone/>
              <a:defRPr sz="249" b="1"/>
            </a:lvl5pPr>
            <a:lvl6pPr marL="355016" indent="0">
              <a:buNone/>
              <a:defRPr sz="249" b="1"/>
            </a:lvl6pPr>
            <a:lvl7pPr marL="426019" indent="0">
              <a:buNone/>
              <a:defRPr sz="249" b="1"/>
            </a:lvl7pPr>
            <a:lvl8pPr marL="497022" indent="0">
              <a:buNone/>
              <a:defRPr sz="249" b="1"/>
            </a:lvl8pPr>
            <a:lvl9pPr marL="568024" indent="0">
              <a:buNone/>
              <a:defRPr sz="249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8" y="2505378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2" y="457260"/>
            <a:ext cx="3195047" cy="1600391"/>
          </a:xfrm>
        </p:spPr>
        <p:txBody>
          <a:bodyPr anchor="b"/>
          <a:lstStyle>
            <a:lvl1pPr>
              <a:defRPr sz="49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81" y="987544"/>
            <a:ext cx="5015074" cy="4874208"/>
          </a:xfrm>
        </p:spPr>
        <p:txBody>
          <a:bodyPr/>
          <a:lstStyle>
            <a:lvl1pPr>
              <a:defRPr sz="497"/>
            </a:lvl1pPr>
            <a:lvl2pPr>
              <a:defRPr sz="434"/>
            </a:lvl2pPr>
            <a:lvl3pPr>
              <a:defRPr sz="373"/>
            </a:lvl3pPr>
            <a:lvl4pPr>
              <a:defRPr sz="310"/>
            </a:lvl4pPr>
            <a:lvl5pPr>
              <a:defRPr sz="310"/>
            </a:lvl5pPr>
            <a:lvl6pPr>
              <a:defRPr sz="310"/>
            </a:lvl6pPr>
            <a:lvl7pPr>
              <a:defRPr sz="310"/>
            </a:lvl7pPr>
            <a:lvl8pPr>
              <a:defRPr sz="310"/>
            </a:lvl8pPr>
            <a:lvl9pPr>
              <a:defRPr sz="31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2" y="2057652"/>
            <a:ext cx="3195047" cy="3812043"/>
          </a:xfrm>
        </p:spPr>
        <p:txBody>
          <a:bodyPr/>
          <a:lstStyle>
            <a:lvl1pPr marL="0" indent="0">
              <a:buNone/>
              <a:defRPr sz="249"/>
            </a:lvl1pPr>
            <a:lvl2pPr marL="71002" indent="0">
              <a:buNone/>
              <a:defRPr sz="218"/>
            </a:lvl2pPr>
            <a:lvl3pPr marL="142007" indent="0">
              <a:buNone/>
              <a:defRPr sz="187"/>
            </a:lvl3pPr>
            <a:lvl4pPr marL="213008" indent="0">
              <a:buNone/>
              <a:defRPr sz="155"/>
            </a:lvl4pPr>
            <a:lvl5pPr marL="284012" indent="0">
              <a:buNone/>
              <a:defRPr sz="155"/>
            </a:lvl5pPr>
            <a:lvl6pPr marL="355016" indent="0">
              <a:buNone/>
              <a:defRPr sz="155"/>
            </a:lvl6pPr>
            <a:lvl7pPr marL="426019" indent="0">
              <a:buNone/>
              <a:defRPr sz="155"/>
            </a:lvl7pPr>
            <a:lvl8pPr marL="497022" indent="0">
              <a:buNone/>
              <a:defRPr sz="155"/>
            </a:lvl8pPr>
            <a:lvl9pPr marL="568024" indent="0">
              <a:buNone/>
              <a:defRPr sz="155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2" y="457260"/>
            <a:ext cx="3195047" cy="1600391"/>
          </a:xfrm>
        </p:spPr>
        <p:txBody>
          <a:bodyPr anchor="b"/>
          <a:lstStyle>
            <a:lvl1pPr>
              <a:defRPr sz="49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81" y="987544"/>
            <a:ext cx="5015074" cy="4874208"/>
          </a:xfrm>
        </p:spPr>
        <p:txBody>
          <a:bodyPr anchor="t"/>
          <a:lstStyle>
            <a:lvl1pPr marL="0" indent="0">
              <a:buNone/>
              <a:defRPr sz="497"/>
            </a:lvl1pPr>
            <a:lvl2pPr marL="71002" indent="0">
              <a:buNone/>
              <a:defRPr sz="434"/>
            </a:lvl2pPr>
            <a:lvl3pPr marL="142007" indent="0">
              <a:buNone/>
              <a:defRPr sz="373"/>
            </a:lvl3pPr>
            <a:lvl4pPr marL="213008" indent="0">
              <a:buNone/>
              <a:defRPr sz="310"/>
            </a:lvl4pPr>
            <a:lvl5pPr marL="284012" indent="0">
              <a:buNone/>
              <a:defRPr sz="310"/>
            </a:lvl5pPr>
            <a:lvl6pPr marL="355016" indent="0">
              <a:buNone/>
              <a:defRPr sz="310"/>
            </a:lvl6pPr>
            <a:lvl7pPr marL="426019" indent="0">
              <a:buNone/>
              <a:defRPr sz="310"/>
            </a:lvl7pPr>
            <a:lvl8pPr marL="497022" indent="0">
              <a:buNone/>
              <a:defRPr sz="310"/>
            </a:lvl8pPr>
            <a:lvl9pPr marL="568024" indent="0">
              <a:buNone/>
              <a:defRPr sz="310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2" y="2057652"/>
            <a:ext cx="3195047" cy="3812043"/>
          </a:xfrm>
        </p:spPr>
        <p:txBody>
          <a:bodyPr/>
          <a:lstStyle>
            <a:lvl1pPr marL="0" indent="0">
              <a:buNone/>
              <a:defRPr sz="249"/>
            </a:lvl1pPr>
            <a:lvl2pPr marL="71002" indent="0">
              <a:buNone/>
              <a:defRPr sz="218"/>
            </a:lvl2pPr>
            <a:lvl3pPr marL="142007" indent="0">
              <a:buNone/>
              <a:defRPr sz="187"/>
            </a:lvl3pPr>
            <a:lvl4pPr marL="213008" indent="0">
              <a:buNone/>
              <a:defRPr sz="155"/>
            </a:lvl4pPr>
            <a:lvl5pPr marL="284012" indent="0">
              <a:buNone/>
              <a:defRPr sz="155"/>
            </a:lvl5pPr>
            <a:lvl6pPr marL="355016" indent="0">
              <a:buNone/>
              <a:defRPr sz="155"/>
            </a:lvl6pPr>
            <a:lvl7pPr marL="426019" indent="0">
              <a:buNone/>
              <a:defRPr sz="155"/>
            </a:lvl7pPr>
            <a:lvl8pPr marL="497022" indent="0">
              <a:buNone/>
              <a:defRPr sz="155"/>
            </a:lvl8pPr>
            <a:lvl9pPr marL="568024" indent="0">
              <a:buNone/>
              <a:defRPr sz="155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6" y="365173"/>
            <a:ext cx="2136048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7" y="365173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5" y="365173"/>
            <a:ext cx="8544204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5" y="1825853"/>
            <a:ext cx="8544204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2" y="6357114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14/05/1448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2" y="6357114"/>
            <a:ext cx="3343384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41" y="6357114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2007" rtl="0">
        <a:lnSpc>
          <a:spcPct val="90000"/>
        </a:lnSpc>
        <a:spcBef>
          <a:spcPts val="0"/>
        </a:spcBef>
        <a:buNone/>
        <a:defRPr sz="684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501" indent="-35501" algn="l" defTabSz="142007" rtl="0">
        <a:lnSpc>
          <a:spcPct val="90000"/>
        </a:lnSpc>
        <a:spcBef>
          <a:spcPts val="155"/>
        </a:spcBef>
        <a:buFont typeface="Arial"/>
        <a:buChar char="•"/>
        <a:defRPr sz="434">
          <a:solidFill>
            <a:schemeClr val="tx1"/>
          </a:solidFill>
          <a:latin typeface="+mn-lt"/>
          <a:ea typeface="+mn-ea"/>
          <a:cs typeface="+mn-cs"/>
        </a:defRPr>
      </a:lvl1pPr>
      <a:lvl2pPr marL="106504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373">
          <a:solidFill>
            <a:schemeClr val="tx1"/>
          </a:solidFill>
          <a:latin typeface="+mn-lt"/>
          <a:ea typeface="+mn-ea"/>
          <a:cs typeface="+mn-cs"/>
        </a:defRPr>
      </a:lvl2pPr>
      <a:lvl3pPr marL="177507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310">
          <a:solidFill>
            <a:schemeClr val="tx1"/>
          </a:solidFill>
          <a:latin typeface="+mn-lt"/>
          <a:ea typeface="+mn-ea"/>
          <a:cs typeface="+mn-cs"/>
        </a:defRPr>
      </a:lvl3pPr>
      <a:lvl4pPr marL="248510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4pPr>
      <a:lvl5pPr marL="319514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5pPr>
      <a:lvl6pPr marL="390518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6pPr>
      <a:lvl7pPr marL="461520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7pPr>
      <a:lvl8pPr marL="532523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8pPr>
      <a:lvl9pPr marL="603526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1pPr>
      <a:lvl2pPr marL="7100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2pPr>
      <a:lvl3pPr marL="142007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3pPr>
      <a:lvl4pPr marL="213008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4pPr>
      <a:lvl5pPr marL="28401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5pPr>
      <a:lvl6pPr marL="355016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6pPr>
      <a:lvl7pPr marL="426019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7pPr>
      <a:lvl8pPr marL="49702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8pPr>
      <a:lvl9pPr marL="568024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7997755" y="-28469"/>
            <a:ext cx="1851789" cy="272703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172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172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6981716" y="5089156"/>
            <a:ext cx="1171856" cy="172422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33"/>
              <a:t>ReferenceId</a:t>
            </a:r>
          </a:p>
          <a:p>
            <a:pPr rtl="0"/>
            <a:r>
              <a:rPr lang="en-US" sz="833"/>
              <a:t>ReferenceType</a:t>
            </a:r>
          </a:p>
          <a:p>
            <a:pPr rtl="0"/>
            <a:r>
              <a:rPr lang="en-US" sz="833"/>
              <a:t>NoteDateTime</a:t>
            </a:r>
          </a:p>
          <a:p>
            <a:pPr rtl="0"/>
            <a:r>
              <a:rPr lang="en-US" sz="833"/>
              <a:t>NoteDueDateTime</a:t>
            </a:r>
            <a:endParaRPr lang="en-US" sz="833" dirty="0"/>
          </a:p>
          <a:p>
            <a:pPr rtl="0"/>
            <a:r>
              <a:rPr lang="en-US" sz="833"/>
              <a:t>NoteText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CreatorId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1:IsRtl       2:IsTodo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4:IsDone   8:IsShared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16:IsReadonly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532430" y="1088581"/>
            <a:ext cx="1177028" cy="216790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3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CalendarFa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ShowReminders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Days=7/14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Admin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SuperUser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8464352" y="296220"/>
            <a:ext cx="1313184" cy="67761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4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651220" y="3326481"/>
            <a:ext cx="936104" cy="89460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B95D18-7C27-8370-E9F6-BA74672209FE}"/>
              </a:ext>
            </a:extLst>
          </p:cNvPr>
          <p:cNvGrpSpPr/>
          <p:nvPr/>
        </p:nvGrpSpPr>
        <p:grpSpPr>
          <a:xfrm>
            <a:off x="3889005" y="44624"/>
            <a:ext cx="4304355" cy="4810887"/>
            <a:chOff x="3430131" y="114242"/>
            <a:chExt cx="4304355" cy="4810887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9305A89-9006-1B18-3D16-C1AE653D5420}"/>
                </a:ext>
              </a:extLst>
            </p:cNvPr>
            <p:cNvSpPr/>
            <p:nvPr/>
          </p:nvSpPr>
          <p:spPr bwMode="auto">
            <a:xfrm>
              <a:off x="4767046" y="698804"/>
              <a:ext cx="2374442" cy="2620569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r" rtl="1"/>
              <a:endParaRPr lang="en-US" sz="44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6" name="Rectangle: Rounded Corners 1">
              <a:extLst>
                <a:ext uri="{FF2B5EF4-FFF2-40B4-BE49-F238E27FC236}">
                  <a16:creationId xmlns:a16="http://schemas.microsoft.com/office/drawing/2014/main" id="{2D9A8BCD-8338-6E14-60CD-CFB84381B1E1}"/>
                </a:ext>
              </a:extLst>
            </p:cNvPr>
            <p:cNvSpPr/>
            <p:nvPr/>
          </p:nvSpPr>
          <p:spPr bwMode="auto">
            <a:xfrm>
              <a:off x="5964124" y="2562514"/>
              <a:ext cx="1368152" cy="1066471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SCT</a:t>
              </a:r>
              <a:endParaRPr lang="en-US" sz="1050" b="1">
                <a:solidFill>
                  <a:schemeClr val="tx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</a:t>
              </a: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Test</a:t>
              </a: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TestKey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UserAns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</a:t>
              </a:r>
            </a:p>
          </p:txBody>
        </p:sp>
        <p:sp>
          <p:nvSpPr>
            <p:cNvPr id="9" name="Rectangle: Rounded Corners 19">
              <a:extLst>
                <a:ext uri="{FF2B5EF4-FFF2-40B4-BE49-F238E27FC236}">
                  <a16:creationId xmlns:a16="http://schemas.microsoft.com/office/drawing/2014/main" id="{DD6B732D-B216-0CD6-2673-6626C242CCCB}"/>
                </a:ext>
              </a:extLst>
            </p:cNvPr>
            <p:cNvSpPr/>
            <p:nvPr/>
          </p:nvSpPr>
          <p:spPr bwMode="auto">
            <a:xfrm>
              <a:off x="3430131" y="659334"/>
              <a:ext cx="1154658" cy="960135"/>
            </a:xfrm>
            <a:prstGeom prst="roundRect">
              <a:avLst>
                <a:gd name="adj" fmla="val 8737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ExamCompositionId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TopicNTests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TestsLevel</a:t>
              </a:r>
            </a:p>
          </p:txBody>
        </p:sp>
        <p:sp>
          <p:nvSpPr>
            <p:cNvPr id="71" name="Rectangle: Rounded Corners 1">
              <a:extLst>
                <a:ext uri="{FF2B5EF4-FFF2-40B4-BE49-F238E27FC236}">
                  <a16:creationId xmlns:a16="http://schemas.microsoft.com/office/drawing/2014/main" id="{955CB0B1-CE89-9B80-8575-451D6A2177CB}"/>
                </a:ext>
              </a:extLst>
            </p:cNvPr>
            <p:cNvSpPr/>
            <p:nvPr/>
          </p:nvSpPr>
          <p:spPr bwMode="auto">
            <a:xfrm>
              <a:off x="6522842" y="1338378"/>
              <a:ext cx="1211644" cy="1454102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SC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NumberOfTests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CorrectAnswers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StudentCourseTags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retry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rev</a:t>
              </a:r>
            </a:p>
          </p:txBody>
        </p:sp>
        <p:sp>
          <p:nvSpPr>
            <p:cNvPr id="6" name="Rectangle: Rounded Corners 8">
              <a:extLst>
                <a:ext uri="{FF2B5EF4-FFF2-40B4-BE49-F238E27FC236}">
                  <a16:creationId xmlns:a16="http://schemas.microsoft.com/office/drawing/2014/main" id="{EE42FACE-31AC-E394-D5A6-8AEE58DE6DF5}"/>
                </a:ext>
              </a:extLst>
            </p:cNvPr>
            <p:cNvSpPr/>
            <p:nvPr/>
          </p:nvSpPr>
          <p:spPr bwMode="auto">
            <a:xfrm>
              <a:off x="4809216" y="2850546"/>
              <a:ext cx="1053062" cy="1464997"/>
            </a:xfrm>
            <a:prstGeom prst="roundRect">
              <a:avLst>
                <a:gd name="adj" fmla="val 6530"/>
              </a:avLst>
            </a:prstGeom>
            <a:solidFill>
              <a:schemeClr val="bg1"/>
            </a:solidFill>
            <a:ln w="28575">
              <a:solidFill>
                <a:schemeClr val="accent6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T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TestType {</a:t>
              </a:r>
              <a:r>
                <a:rPr lang="en-US" sz="8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2:5}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TestLevel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TestTags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testRtl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optRtl</a:t>
              </a:r>
            </a:p>
          </p:txBody>
        </p:sp>
        <p:sp>
          <p:nvSpPr>
            <p:cNvPr id="4" name="Rectangle: Rounded Corners 14">
              <a:extLst>
                <a:ext uri="{FF2B5EF4-FFF2-40B4-BE49-F238E27FC236}">
                  <a16:creationId xmlns:a16="http://schemas.microsoft.com/office/drawing/2014/main" id="{211F08BA-A356-BC1A-8518-562FEBB416AC}"/>
                </a:ext>
              </a:extLst>
            </p:cNvPr>
            <p:cNvSpPr/>
            <p:nvPr/>
          </p:nvSpPr>
          <p:spPr bwMode="auto">
            <a:xfrm>
              <a:off x="5430230" y="1242340"/>
              <a:ext cx="994478" cy="1204124"/>
            </a:xfrm>
            <a:prstGeom prst="roundRect">
              <a:avLst>
                <a:gd name="adj" fmla="val 8023"/>
              </a:avLst>
            </a:prstGeom>
            <a:solidFill>
              <a:schemeClr val="bg1"/>
            </a:solidFill>
            <a:ln w="28575">
              <a:solidFill>
                <a:schemeClr val="accent6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CourseUnits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CourseRtl</a:t>
              </a:r>
            </a:p>
          </p:txBody>
        </p:sp>
        <p:sp>
          <p:nvSpPr>
            <p:cNvPr id="10" name="Rectangle: Rounded Corners 21">
              <a:extLst>
                <a:ext uri="{FF2B5EF4-FFF2-40B4-BE49-F238E27FC236}">
                  <a16:creationId xmlns:a16="http://schemas.microsoft.com/office/drawing/2014/main" id="{D6FA2A03-AB4A-1FE4-DF8B-396B2745C718}"/>
                </a:ext>
              </a:extLst>
            </p:cNvPr>
            <p:cNvSpPr/>
            <p:nvPr/>
          </p:nvSpPr>
          <p:spPr bwMode="auto">
            <a:xfrm>
              <a:off x="3540464" y="2252902"/>
              <a:ext cx="1008112" cy="1066471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ET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PercentCorrect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PercentIncorrect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PercentHelped</a:t>
              </a:r>
            </a:p>
          </p:txBody>
        </p:sp>
        <p:sp>
          <p:nvSpPr>
            <p:cNvPr id="8" name="Rectangle: Rounded Corners 18">
              <a:extLst>
                <a:ext uri="{FF2B5EF4-FFF2-40B4-BE49-F238E27FC236}">
                  <a16:creationId xmlns:a16="http://schemas.microsoft.com/office/drawing/2014/main" id="{CF51E3CE-E401-764F-903E-3F496D6649AD}"/>
                </a:ext>
              </a:extLst>
            </p:cNvPr>
            <p:cNvSpPr/>
            <p:nvPr/>
          </p:nvSpPr>
          <p:spPr bwMode="auto">
            <a:xfrm>
              <a:off x="4877794" y="346348"/>
              <a:ext cx="1008113" cy="665113"/>
            </a:xfrm>
            <a:prstGeom prst="roundRect">
              <a:avLst>
                <a:gd name="adj" fmla="val 5397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CT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CourseTopicTitle</a:t>
              </a:r>
            </a:p>
          </p:txBody>
        </p:sp>
        <p:sp>
          <p:nvSpPr>
            <p:cNvPr id="21" name="Rectangle: Rounded Corners 14">
              <a:extLst>
                <a:ext uri="{FF2B5EF4-FFF2-40B4-BE49-F238E27FC236}">
                  <a16:creationId xmlns:a16="http://schemas.microsoft.com/office/drawing/2014/main" id="{2CAA5E73-6596-454B-3046-FFE7FE6C87F7}"/>
                </a:ext>
              </a:extLst>
            </p:cNvPr>
            <p:cNvSpPr/>
            <p:nvPr/>
          </p:nvSpPr>
          <p:spPr bwMode="auto">
            <a:xfrm>
              <a:off x="5964124" y="114242"/>
              <a:ext cx="1157633" cy="1013269"/>
            </a:xfrm>
            <a:prstGeom prst="roundRect">
              <a:avLst>
                <a:gd name="adj" fmla="val 8023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CF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CourseFolderUrl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CourseFolderActive</a:t>
              </a:r>
            </a:p>
          </p:txBody>
        </p:sp>
        <p:sp>
          <p:nvSpPr>
            <p:cNvPr id="5" name="Rectangle: Rounded Corners 15">
              <a:extLst>
                <a:ext uri="{FF2B5EF4-FFF2-40B4-BE49-F238E27FC236}">
                  <a16:creationId xmlns:a16="http://schemas.microsoft.com/office/drawing/2014/main" id="{5C397EF3-C98C-AF05-D30B-E81FD4229C99}"/>
                </a:ext>
              </a:extLst>
            </p:cNvPr>
            <p:cNvSpPr/>
            <p:nvPr/>
          </p:nvSpPr>
          <p:spPr bwMode="auto">
            <a:xfrm>
              <a:off x="4309062" y="1410386"/>
              <a:ext cx="1008112" cy="1326054"/>
            </a:xfrm>
            <a:prstGeom prst="roundRect">
              <a:avLst>
                <a:gd name="adj" fmla="val 5608"/>
              </a:avLst>
            </a:prstGeom>
            <a:solidFill>
              <a:schemeClr val="bg1"/>
            </a:solidFill>
            <a:ln w="28575">
              <a:solidFill>
                <a:schemeClr val="accent5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r>
                <a:rPr lang="en-US" sz="125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xams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ExamDateTime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ExamDuration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ExamNTests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ExamTags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1:act 2:training</a:t>
              </a:r>
            </a:p>
          </p:txBody>
        </p:sp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4F4ACF69-08CD-DFAE-F33C-193AF9A03787}"/>
                </a:ext>
              </a:extLst>
            </p:cNvPr>
            <p:cNvSpPr/>
            <p:nvPr/>
          </p:nvSpPr>
          <p:spPr bwMode="auto">
            <a:xfrm>
              <a:off x="5430230" y="3858658"/>
              <a:ext cx="1053062" cy="1066471"/>
            </a:xfrm>
            <a:prstGeom prst="roundRect">
              <a:avLst>
                <a:gd name="adj" fmla="val 8085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TestOptionTags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forceLast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isAns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7DAFAD9-6785-7C62-6831-542018CE827E}"/>
              </a:ext>
            </a:extLst>
          </p:cNvPr>
          <p:cNvGrpSpPr/>
          <p:nvPr/>
        </p:nvGrpSpPr>
        <p:grpSpPr>
          <a:xfrm>
            <a:off x="269950" y="1421470"/>
            <a:ext cx="3238192" cy="5033859"/>
            <a:chOff x="289767" y="661002"/>
            <a:chExt cx="3238192" cy="5033859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BB24ECB-4544-DDC1-38CF-3249968A31D0}"/>
                </a:ext>
              </a:extLst>
            </p:cNvPr>
            <p:cNvSpPr/>
            <p:nvPr/>
          </p:nvSpPr>
          <p:spPr bwMode="auto">
            <a:xfrm>
              <a:off x="377382" y="661002"/>
              <a:ext cx="1981667" cy="3151794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r" rtl="1"/>
              <a:endParaRPr lang="en-US" sz="44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Rectangle: Rounded Corners 45">
              <a:extLst>
                <a:ext uri="{FF2B5EF4-FFF2-40B4-BE49-F238E27FC236}">
                  <a16:creationId xmlns:a16="http://schemas.microsoft.com/office/drawing/2014/main" id="{BA734567-42EC-389F-1475-ABC0C5B466CF}"/>
                </a:ext>
              </a:extLst>
            </p:cNvPr>
            <p:cNvSpPr/>
            <p:nvPr/>
          </p:nvSpPr>
          <p:spPr bwMode="auto">
            <a:xfrm>
              <a:off x="292297" y="973122"/>
              <a:ext cx="1154658" cy="2271474"/>
            </a:xfrm>
            <a:prstGeom prst="roundRect">
              <a:avLst>
                <a:gd name="adj" fmla="val 3991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DepartmentId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StudentPass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StudentNickname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StudentTags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IsActive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ChangePass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8: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16: ShowDueNotes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32: DueNtDays=14 (def.=7)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64: IsSelected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128: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256: CalendarFa</a:t>
              </a:r>
            </a:p>
          </p:txBody>
        </p:sp>
        <p:sp>
          <p:nvSpPr>
            <p:cNvPr id="26" name="Rectangle: Rounded Corners 45">
              <a:extLst>
                <a:ext uri="{FF2B5EF4-FFF2-40B4-BE49-F238E27FC236}">
                  <a16:creationId xmlns:a16="http://schemas.microsoft.com/office/drawing/2014/main" id="{7266CE16-7587-170A-225B-764671352673}"/>
                </a:ext>
              </a:extLst>
            </p:cNvPr>
            <p:cNvSpPr/>
            <p:nvPr/>
          </p:nvSpPr>
          <p:spPr bwMode="auto">
            <a:xfrm>
              <a:off x="1580173" y="2850308"/>
              <a:ext cx="1290936" cy="1815258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 sz="1668" b="1">
                  <a:solidFill>
                    <a:schemeClr val="bg1"/>
                  </a:solidFill>
                  <a:highlight>
                    <a:srgbClr val="800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SM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StudentMessageId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DateTimeSent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DateTimeRead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StudentMessageTags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 read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 bookmarked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  deleted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8  Feedback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16 ans:Yes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32 ans:No</a:t>
              </a:r>
            </a:p>
          </p:txBody>
        </p:sp>
        <p:sp>
          <p:nvSpPr>
            <p:cNvPr id="27" name="Rectangle: Rounded Corners 45">
              <a:extLst>
                <a:ext uri="{FF2B5EF4-FFF2-40B4-BE49-F238E27FC236}">
                  <a16:creationId xmlns:a16="http://schemas.microsoft.com/office/drawing/2014/main" id="{B392505D-16CA-D342-9B83-37748EF8E34B}"/>
                </a:ext>
              </a:extLst>
            </p:cNvPr>
            <p:cNvSpPr/>
            <p:nvPr/>
          </p:nvSpPr>
          <p:spPr bwMode="auto">
            <a:xfrm>
              <a:off x="289767" y="3383060"/>
              <a:ext cx="1154658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SG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StudentGroupId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DateTimeJoined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StudentGroup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Tags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  <a:p>
              <a:pPr rtl="0"/>
              <a:endPara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endPara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Rectangle: Rounded Corners 1">
              <a:extLst>
                <a:ext uri="{FF2B5EF4-FFF2-40B4-BE49-F238E27FC236}">
                  <a16:creationId xmlns:a16="http://schemas.microsoft.com/office/drawing/2014/main" id="{65B081CF-47C3-25F8-F8A9-121311585B5C}"/>
                </a:ext>
              </a:extLst>
            </p:cNvPr>
            <p:cNvSpPr/>
            <p:nvPr/>
          </p:nvSpPr>
          <p:spPr bwMode="auto">
            <a:xfrm>
              <a:off x="2067287" y="1308670"/>
              <a:ext cx="1460672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SE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DateTimeStart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DateTimeFinish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StudentExamTags</a:t>
              </a:r>
            </a:p>
            <a:p>
              <a:pPr rtl="0">
                <a:defRPr/>
              </a:pPr>
              <a:r>
                <a:rPr lang="en-US" sz="489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1:act 2:strt, 4:fin, 8:rev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StudentExamPoint </a:t>
              </a:r>
              <a:r>
                <a:rPr lang="en-US" sz="833" i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double</a:t>
              </a:r>
            </a:p>
          </p:txBody>
        </p:sp>
        <p:sp>
          <p:nvSpPr>
            <p:cNvPr id="97" name="Rectangle: Rounded Corners 45">
              <a:extLst>
                <a:ext uri="{FF2B5EF4-FFF2-40B4-BE49-F238E27FC236}">
                  <a16:creationId xmlns:a16="http://schemas.microsoft.com/office/drawing/2014/main" id="{E6BA6EAB-7AC6-19DD-11F7-782C47CCE5CC}"/>
                </a:ext>
              </a:extLst>
            </p:cNvPr>
            <p:cNvSpPr/>
            <p:nvPr/>
          </p:nvSpPr>
          <p:spPr bwMode="auto">
            <a:xfrm>
              <a:off x="2242651" y="4393165"/>
              <a:ext cx="1107186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800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M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DateTimeCreated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MessageBody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Tags 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   2: IsSelected</a:t>
              </a:r>
            </a:p>
            <a:p>
              <a:pPr defTabSz="893264"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- , 8: -</a:t>
              </a:r>
            </a:p>
          </p:txBody>
        </p:sp>
        <p:sp>
          <p:nvSpPr>
            <p:cNvPr id="11" name="Rectangle: Rounded Corners 44">
              <a:extLst>
                <a:ext uri="{FF2B5EF4-FFF2-40B4-BE49-F238E27FC236}">
                  <a16:creationId xmlns:a16="http://schemas.microsoft.com/office/drawing/2014/main" id="{5D5FF3D4-447A-77CB-8B35-8B1F447EF331}"/>
                </a:ext>
              </a:extLst>
            </p:cNvPr>
            <p:cNvSpPr/>
            <p:nvPr/>
          </p:nvSpPr>
          <p:spPr bwMode="auto">
            <a:xfrm>
              <a:off x="445228" y="4505184"/>
              <a:ext cx="881022" cy="954746"/>
            </a:xfrm>
            <a:prstGeom prst="roundRect">
              <a:avLst>
                <a:gd name="adj" fmla="val 9941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G</a:t>
              </a:r>
              <a:r>
                <a:rPr lang="en-US" sz="125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roups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</a:t>
              </a: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</p:txBody>
        </p:sp>
      </p:grp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3656856" y="3357592"/>
            <a:ext cx="1359841" cy="2663696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3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 visited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  bookmarked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answered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  helped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revised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probl. rep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IsSelected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 AnsAcceptedByT</a:t>
            </a: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8238953" y="5533173"/>
            <a:ext cx="1567962" cy="127250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ReferenceTypes: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 1: S: quickNote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 2: S: sectionNote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11: T: quickNote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12: T: sectionNote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13: T: note on Student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14: T: note on Group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15: T: note on Course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16: T: note on Exam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17: T: note on StudentExam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7484944" y="4674060"/>
            <a:ext cx="932614" cy="765612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/>
              <a:t>NoteAId</a:t>
            </a:r>
          </a:p>
          <a:p>
            <a:pPr rtl="0"/>
            <a:r>
              <a:rPr lang="en-US" sz="833"/>
              <a:t>NoteBId</a:t>
            </a:r>
            <a:endParaRPr lang="en-US" sz="833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5169024" y="5831819"/>
            <a:ext cx="1025670" cy="909549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ProjectId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/>
              <a:t>SubprojectName</a:t>
            </a:r>
          </a:p>
          <a:p>
            <a:pPr rtl="0"/>
            <a:r>
              <a:rPr lang="en-US" sz="833"/>
              <a:t>Subproject</a:t>
            </a:r>
            <a:r>
              <a:rPr lang="en-US" sz="833">
                <a:solidFill>
                  <a:srgbClr val="C00000"/>
                </a:solidFill>
              </a:rPr>
              <a:t>Tags</a:t>
            </a:r>
            <a:endParaRPr lang="en-US" sz="833" dirty="0">
              <a:solidFill>
                <a:srgbClr val="C00000"/>
              </a:solidFill>
            </a:endParaRP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614432" y="858114"/>
            <a:ext cx="1182784" cy="107272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2660688" y="59766"/>
            <a:ext cx="1094922" cy="148217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560512" y="50808"/>
            <a:ext cx="881022" cy="15779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1:Read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2:Imp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3:Bookmark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4:Del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933098" y="5085184"/>
            <a:ext cx="950484" cy="131568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33" dirty="0"/>
          </a:p>
          <a:p>
            <a:pPr rtl="0"/>
            <a:r>
              <a:rPr lang="en-US" sz="833" dirty="0" err="1"/>
              <a:t>ProjectName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84AC1D6B-CCF5-20D9-5BA6-ED3BE151D1E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2B58DEA2-254C-5F88-AFBF-56D907759B6F}"/>
              </a:ext>
            </a:extLst>
          </p:cNvPr>
          <p:cNvSpPr/>
          <p:nvPr/>
        </p:nvSpPr>
        <p:spPr bwMode="auto">
          <a:xfrm rot="18907748">
            <a:off x="5805517" y="-380101"/>
            <a:ext cx="5196564" cy="692707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rgbClr val="EEF7E9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298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2B6572D-D25C-68D2-4E3D-87D9C8D71991}"/>
              </a:ext>
            </a:extLst>
          </p:cNvPr>
          <p:cNvSpPr/>
          <p:nvPr/>
        </p:nvSpPr>
        <p:spPr bwMode="auto">
          <a:xfrm>
            <a:off x="1606656" y="-772670"/>
            <a:ext cx="4021497" cy="6566256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298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5FD1127-673E-383A-AE7A-A74A71CACA03}"/>
              </a:ext>
            </a:extLst>
          </p:cNvPr>
          <p:cNvSpPr/>
          <p:nvPr/>
        </p:nvSpPr>
        <p:spPr bwMode="auto">
          <a:xfrm rot="1935669">
            <a:off x="3459676" y="3779594"/>
            <a:ext cx="4757766" cy="4741585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rgbClr val="ECF3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298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EBCBEE45-FA38-6D2F-CD19-B9C6645A15D6}"/>
              </a:ext>
            </a:extLst>
          </p:cNvPr>
          <p:cNvSpPr/>
          <p:nvPr/>
        </p:nvSpPr>
        <p:spPr bwMode="auto">
          <a:xfrm rot="9456563">
            <a:off x="-2009429" y="-739608"/>
            <a:ext cx="5692658" cy="812539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rgbClr val="FDF0E7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298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9AD1EC29-49EA-C209-2DFA-0CCF4702B04E}"/>
              </a:ext>
            </a:extLst>
          </p:cNvPr>
          <p:cNvSpPr/>
          <p:nvPr/>
        </p:nvSpPr>
        <p:spPr bwMode="auto">
          <a:xfrm>
            <a:off x="3113640" y="6199476"/>
            <a:ext cx="1766570" cy="1163243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5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2DA340F4-12AC-51AB-5C31-F1AA2AB644B6}"/>
              </a:ext>
            </a:extLst>
          </p:cNvPr>
          <p:cNvSpPr/>
          <p:nvPr/>
        </p:nvSpPr>
        <p:spPr bwMode="auto">
          <a:xfrm>
            <a:off x="4083394" y="4867180"/>
            <a:ext cx="1524663" cy="1596750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D70CA13D-0F4B-89AC-F368-8BB5417AA37F}"/>
              </a:ext>
            </a:extLst>
          </p:cNvPr>
          <p:cNvSpPr/>
          <p:nvPr/>
        </p:nvSpPr>
        <p:spPr bwMode="auto">
          <a:xfrm>
            <a:off x="929869" y="2267879"/>
            <a:ext cx="1154660" cy="175173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684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IsSelected</a:t>
            </a:r>
          </a:p>
          <a:p>
            <a:pPr defTabSz="893264"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07025A39-485E-A742-D1EF-96BBA88D434F}"/>
              </a:ext>
            </a:extLst>
          </p:cNvPr>
          <p:cNvSpPr/>
          <p:nvPr/>
        </p:nvSpPr>
        <p:spPr bwMode="auto">
          <a:xfrm>
            <a:off x="1703080" y="4517775"/>
            <a:ext cx="1154658" cy="103057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586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859AE92D-3EDE-21EF-6F26-E6419F751676}"/>
              </a:ext>
            </a:extLst>
          </p:cNvPr>
          <p:cNvSpPr/>
          <p:nvPr/>
        </p:nvSpPr>
        <p:spPr bwMode="auto">
          <a:xfrm>
            <a:off x="3463179" y="2071484"/>
            <a:ext cx="1812673" cy="203053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5267"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5267"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5267"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5267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5267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5267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5267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5267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ShowDueNotes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DueNtDays=14 (def.=7)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172140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2140" rtl="0">
              <a:defRPr/>
            </a:pPr>
            <a:endParaRPr lang="en-US" sz="489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F415B1EF-32FD-AADE-6D26-3CC89D566EEA}"/>
              </a:ext>
            </a:extLst>
          </p:cNvPr>
          <p:cNvSpPr/>
          <p:nvPr/>
        </p:nvSpPr>
        <p:spPr bwMode="auto">
          <a:xfrm>
            <a:off x="4808704" y="1712097"/>
            <a:ext cx="1576818" cy="14928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ADC16C53-C33A-A417-E5DC-DB2D36D33F1C}"/>
              </a:ext>
            </a:extLst>
          </p:cNvPr>
          <p:cNvSpPr/>
          <p:nvPr/>
        </p:nvSpPr>
        <p:spPr bwMode="auto">
          <a:xfrm>
            <a:off x="1865754" y="1287749"/>
            <a:ext cx="1717013" cy="171921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4B0D7B49-FB19-1F94-3A4A-B5D71A0ED844}"/>
              </a:ext>
            </a:extLst>
          </p:cNvPr>
          <p:cNvSpPr/>
          <p:nvPr/>
        </p:nvSpPr>
        <p:spPr bwMode="auto">
          <a:xfrm>
            <a:off x="7555978" y="3204898"/>
            <a:ext cx="1774347" cy="3309093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11018" rtl="0">
              <a:defRPr/>
            </a:pPr>
            <a:endParaRPr lang="en-US" sz="1668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0429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40429"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40429"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40429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40429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40429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40429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40429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40429"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40429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40429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40429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11018" rtl="0"/>
            <a:endParaRPr lang="en-US" sz="48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FB10D805-B82F-C692-4FFC-CA89614BCC1F}"/>
              </a:ext>
            </a:extLst>
          </p:cNvPr>
          <p:cNvSpPr/>
          <p:nvPr/>
        </p:nvSpPr>
        <p:spPr bwMode="auto">
          <a:xfrm>
            <a:off x="8964937" y="4102017"/>
            <a:ext cx="1232282" cy="121465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2184A255-13A8-E326-F926-8BDAD8155AAA}"/>
              </a:ext>
            </a:extLst>
          </p:cNvPr>
          <p:cNvSpPr/>
          <p:nvPr/>
        </p:nvSpPr>
        <p:spPr bwMode="auto">
          <a:xfrm>
            <a:off x="2190196" y="3505123"/>
            <a:ext cx="1433642" cy="126274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86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2088EA8-B3E6-88E0-98FB-CDD5B26F4413}"/>
              </a:ext>
            </a:extLst>
          </p:cNvPr>
          <p:cNvSpPr txBox="1"/>
          <p:nvPr/>
        </p:nvSpPr>
        <p:spPr>
          <a:xfrm>
            <a:off x="8681025" y="7368045"/>
            <a:ext cx="1851789" cy="272703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172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172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E44FFE03-17C2-D9F5-54D7-9F9A666E7DEC}"/>
              </a:ext>
            </a:extLst>
          </p:cNvPr>
          <p:cNvSpPr/>
          <p:nvPr/>
        </p:nvSpPr>
        <p:spPr bwMode="auto">
          <a:xfrm>
            <a:off x="6071114" y="494828"/>
            <a:ext cx="1723463" cy="1434230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7E60B190-F85B-4668-82D3-8A94C8A14501}"/>
              </a:ext>
            </a:extLst>
          </p:cNvPr>
          <p:cNvSpPr/>
          <p:nvPr/>
        </p:nvSpPr>
        <p:spPr bwMode="auto">
          <a:xfrm>
            <a:off x="4530961" y="3528309"/>
            <a:ext cx="1599883" cy="162508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5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3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3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3BF58AC7-D611-1BEF-10D3-219F3380C1E3}"/>
              </a:ext>
            </a:extLst>
          </p:cNvPr>
          <p:cNvSpPr/>
          <p:nvPr/>
        </p:nvSpPr>
        <p:spPr bwMode="auto">
          <a:xfrm>
            <a:off x="5293003" y="6199475"/>
            <a:ext cx="2595179" cy="1269909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A430A438-2C0D-B2CC-BDD5-054B228A29A1}"/>
              </a:ext>
            </a:extLst>
          </p:cNvPr>
          <p:cNvSpPr/>
          <p:nvPr/>
        </p:nvSpPr>
        <p:spPr bwMode="auto">
          <a:xfrm>
            <a:off x="6220673" y="2379530"/>
            <a:ext cx="1821402" cy="112559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BE52AC44-430C-86F3-11B6-7CC8F63D44BC}"/>
              </a:ext>
            </a:extLst>
          </p:cNvPr>
          <p:cNvSpPr/>
          <p:nvPr/>
        </p:nvSpPr>
        <p:spPr bwMode="auto">
          <a:xfrm>
            <a:off x="5935203" y="3607818"/>
            <a:ext cx="1812674" cy="2513458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88396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5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8396"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8396"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3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88396"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88396"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1334ED-3ECC-66C2-5C25-2F2EF327E9F0}"/>
              </a:ext>
            </a:extLst>
          </p:cNvPr>
          <p:cNvSpPr/>
          <p:nvPr/>
        </p:nvSpPr>
        <p:spPr>
          <a:xfrm>
            <a:off x="-533524" y="2866279"/>
            <a:ext cx="1079702" cy="1596750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50" b="1"/>
              <a:t>Projects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33" dirty="0"/>
          </a:p>
          <a:p>
            <a:pPr rtl="0"/>
            <a:r>
              <a:rPr lang="en-US" sz="833" dirty="0" err="1"/>
              <a:t>ProjectName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879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036DBABA-8098-3723-D1DF-338F3424E8F5}"/>
              </a:ext>
            </a:extLst>
          </p:cNvPr>
          <p:cNvSpPr/>
          <p:nvPr/>
        </p:nvSpPr>
        <p:spPr bwMode="auto">
          <a:xfrm>
            <a:off x="607092" y="5817468"/>
            <a:ext cx="1079473" cy="769600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489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FF1496B2-A7C1-710C-2968-39CD589C844E}"/>
              </a:ext>
            </a:extLst>
          </p:cNvPr>
          <p:cNvSpPr/>
          <p:nvPr/>
        </p:nvSpPr>
        <p:spPr bwMode="auto">
          <a:xfrm>
            <a:off x="-497265" y="1090592"/>
            <a:ext cx="1079702" cy="167298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5CB68046-6471-616A-4602-D5045CAF1D61}"/>
              </a:ext>
            </a:extLst>
          </p:cNvPr>
          <p:cNvSpPr/>
          <p:nvPr/>
        </p:nvSpPr>
        <p:spPr bwMode="auto">
          <a:xfrm>
            <a:off x="-533524" y="-650724"/>
            <a:ext cx="1433087" cy="1604417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DB0D01E-A5B5-806E-1D05-08573C6E42D6}"/>
              </a:ext>
            </a:extLst>
          </p:cNvPr>
          <p:cNvSpPr/>
          <p:nvPr/>
        </p:nvSpPr>
        <p:spPr>
          <a:xfrm>
            <a:off x="-537461" y="5539203"/>
            <a:ext cx="1079473" cy="193018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50" b="1"/>
              <a:t>Notes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33"/>
              <a:t>ReferenceId</a:t>
            </a:r>
          </a:p>
          <a:p>
            <a:pPr rtl="0"/>
            <a:r>
              <a:rPr lang="en-US" sz="833"/>
              <a:t>ReferenceType</a:t>
            </a:r>
          </a:p>
          <a:p>
            <a:pPr rtl="0"/>
            <a:r>
              <a:rPr lang="en-US" sz="833"/>
              <a:t>NoteDateTime</a:t>
            </a:r>
          </a:p>
          <a:p>
            <a:pPr rtl="0"/>
            <a:r>
              <a:rPr lang="en-US" sz="833"/>
              <a:t>NoteDueDateTime</a:t>
            </a:r>
            <a:endParaRPr lang="en-US" sz="833" dirty="0"/>
          </a:p>
          <a:p>
            <a:pPr rtl="0"/>
            <a:r>
              <a:rPr lang="en-US" sz="833"/>
              <a:t>NoteText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CreatorId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489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E5F9E9-151A-3EA1-A2C5-2F6B34E06681}"/>
              </a:ext>
            </a:extLst>
          </p:cNvPr>
          <p:cNvSpPr/>
          <p:nvPr/>
        </p:nvSpPr>
        <p:spPr>
          <a:xfrm>
            <a:off x="350016" y="6733297"/>
            <a:ext cx="932614" cy="87969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50" b="1"/>
              <a:t>NoteNet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/>
              <a:t>NoteAId</a:t>
            </a:r>
          </a:p>
          <a:p>
            <a:pPr rtl="0"/>
            <a:r>
              <a:rPr lang="en-US" sz="833"/>
              <a:t>NoteBId</a:t>
            </a:r>
            <a:endParaRPr lang="en-US" sz="83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F0F47F4E-7844-9689-B754-349FD9760A4E}"/>
              </a:ext>
            </a:extLst>
          </p:cNvPr>
          <p:cNvSpPr/>
          <p:nvPr/>
        </p:nvSpPr>
        <p:spPr bwMode="auto">
          <a:xfrm>
            <a:off x="778582" y="-337370"/>
            <a:ext cx="1182784" cy="11688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846634EC-E522-0EE6-DAA0-648A9105931F}"/>
              </a:ext>
            </a:extLst>
          </p:cNvPr>
          <p:cNvSpPr/>
          <p:nvPr/>
        </p:nvSpPr>
        <p:spPr bwMode="auto">
          <a:xfrm>
            <a:off x="3067168" y="-702573"/>
            <a:ext cx="1391417" cy="1892101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3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DueNotesDays=14 (default=7)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88396" rtl="0">
              <a:defRPr/>
            </a:pPr>
            <a:r>
              <a:rPr lang="en-US" sz="489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4C17BC8F-E8D8-AC54-BB6C-347B484648E6}"/>
              </a:ext>
            </a:extLst>
          </p:cNvPr>
          <p:cNvSpPr/>
          <p:nvPr/>
        </p:nvSpPr>
        <p:spPr bwMode="auto">
          <a:xfrm>
            <a:off x="4179260" y="-580384"/>
            <a:ext cx="1313184" cy="89460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1B625CD-0486-6361-62A7-F77FA64A88A7}"/>
              </a:ext>
            </a:extLst>
          </p:cNvPr>
          <p:cNvSpPr/>
          <p:nvPr/>
        </p:nvSpPr>
        <p:spPr>
          <a:xfrm>
            <a:off x="-418946" y="4306682"/>
            <a:ext cx="1285206" cy="1034826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50" b="1"/>
              <a:t>SuubProjects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ProjectId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/>
              <a:t>SubprojectName</a:t>
            </a:r>
          </a:p>
          <a:p>
            <a:pPr rtl="0"/>
            <a:r>
              <a:rPr lang="en-US" sz="833"/>
              <a:t>Subproject</a:t>
            </a:r>
            <a:r>
              <a:rPr lang="en-US" sz="833">
                <a:solidFill>
                  <a:srgbClr val="C00000"/>
                </a:solidFill>
              </a:rPr>
              <a:t>Tags</a:t>
            </a:r>
            <a:endParaRPr lang="en-US" sz="83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78A9C641-93AA-F338-73D0-51866796C4FD}"/>
              </a:ext>
            </a:extLst>
          </p:cNvPr>
          <p:cNvSpPr/>
          <p:nvPr/>
        </p:nvSpPr>
        <p:spPr bwMode="auto">
          <a:xfrm>
            <a:off x="4319939" y="474718"/>
            <a:ext cx="1052748" cy="89460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A68DA83-B11D-4204-5608-38BB8D96B8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399666" y="-768659"/>
            <a:ext cx="2125807" cy="44175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AD9EB92C-854B-83CA-C9E1-C1DAC30A2B5B}"/>
              </a:ext>
            </a:extLst>
          </p:cNvPr>
          <p:cNvSpPr/>
          <p:nvPr/>
        </p:nvSpPr>
        <p:spPr bwMode="auto">
          <a:xfrm>
            <a:off x="7176916" y="-228683"/>
            <a:ext cx="1334427" cy="1152321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3CDFBD34-9CF5-D8C8-B295-F12F8F59E40D}"/>
              </a:ext>
            </a:extLst>
          </p:cNvPr>
          <p:cNvSpPr/>
          <p:nvPr/>
        </p:nvSpPr>
        <p:spPr bwMode="auto">
          <a:xfrm>
            <a:off x="7581118" y="1084351"/>
            <a:ext cx="1381266" cy="112559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1155343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5422003" y="-560635"/>
            <a:ext cx="5009538" cy="1266122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-518381" y="-614077"/>
            <a:ext cx="4025514" cy="990588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-604030" y="1288526"/>
            <a:ext cx="3583391" cy="650242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675127" y="1822395"/>
            <a:ext cx="9144506" cy="1415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aminer-Web / 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75A42-F184-A7EC-28AC-465493B25BF0}"/>
              </a:ext>
            </a:extLst>
          </p:cNvPr>
          <p:cNvSpPr txBox="1"/>
          <p:nvPr/>
        </p:nvSpPr>
        <p:spPr>
          <a:xfrm>
            <a:off x="2294244" y="6353634"/>
            <a:ext cx="8476452" cy="849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4923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e</a:t>
            </a:r>
            <a:r>
              <a:rPr lang="en-US" sz="4923" i="1">
                <a:solidFill>
                  <a:srgbClr val="C00000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x</a:t>
            </a:r>
            <a:r>
              <a:rPr lang="en-US" sz="4923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aminer - </a:t>
            </a:r>
            <a:r>
              <a:rPr lang="en-US" sz="4923" i="1">
                <a:solidFill>
                  <a:srgbClr val="C00000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s</a:t>
            </a:r>
            <a:r>
              <a:rPr lang="en-US" sz="4923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0A78B-D08A-A63A-0903-BD16CD9C23B0}"/>
              </a:ext>
            </a:extLst>
          </p:cNvPr>
          <p:cNvSpPr txBox="1"/>
          <p:nvPr/>
        </p:nvSpPr>
        <p:spPr>
          <a:xfrm>
            <a:off x="-604030" y="3881544"/>
            <a:ext cx="9144506" cy="1415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aminer-Web / 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eacher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-423698" y="-580383"/>
            <a:ext cx="2532242" cy="33059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-204488" y="-431513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-204488" y="-8714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-204488" y="700349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-204488" y="1119762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279703" y="1881520"/>
            <a:ext cx="1125441" cy="2555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367">
                <a:solidFill>
                  <a:sysClr val="windowText" lastClr="000000"/>
                </a:solidFill>
              </a:rPr>
              <a:t>Login</a:t>
            </a:r>
            <a:endParaRPr lang="fa-IR" sz="1367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2350418" y="-650724"/>
            <a:ext cx="4079724" cy="8018768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367">
                  <a:solidFill>
                    <a:schemeClr val="accent1"/>
                  </a:solidFill>
                </a:rPr>
                <a:t>Entry outlook</a:t>
              </a:r>
              <a:endParaRPr lang="fa-IR" sz="1563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172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367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1663475" y="-343642"/>
            <a:ext cx="200241" cy="167767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1663474" y="105796"/>
            <a:ext cx="200241" cy="167767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7827</TotalTime>
  <Words>971</Words>
  <Application>Microsoft Office PowerPoint</Application>
  <PresentationFormat>A4 Paper (210x297 mm)</PresentationFormat>
  <Paragraphs>555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Consolas</vt:lpstr>
      <vt:lpstr>Rastanty Cortez</vt:lpstr>
      <vt:lpstr>Segoe UI</vt:lpstr>
      <vt:lpstr>Tahoma</vt:lpstr>
      <vt:lpstr>Walbaum Display Light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603</cp:revision>
  <cp:lastPrinted>2026-10-21T04:56:04Z</cp:lastPrinted>
  <dcterms:modified xsi:type="dcterms:W3CDTF">2026-10-25T20:11:29Z</dcterms:modified>
</cp:coreProperties>
</file>