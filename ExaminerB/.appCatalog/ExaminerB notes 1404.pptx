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2" r:id="rId2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564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04/07/1447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4781003" y="3878151"/>
            <a:ext cx="864892" cy="357539"/>
          </a:xfrm>
          <a:prstGeom prst="borderCallout2">
            <a:avLst>
              <a:gd name="adj1" fmla="val 29050"/>
              <a:gd name="adj2" fmla="val 100961"/>
              <a:gd name="adj3" fmla="val 23163"/>
              <a:gd name="adj4" fmla="val 104924"/>
              <a:gd name="adj5" fmla="val -26712"/>
              <a:gd name="adj6" fmla="val 10341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</a:t>
            </a: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1647268" y="3112463"/>
            <a:ext cx="1166930" cy="553412"/>
          </a:xfrm>
          <a:prstGeom prst="borderCallout2">
            <a:avLst>
              <a:gd name="adj1" fmla="val 106533"/>
              <a:gd name="adj2" fmla="val 88840"/>
              <a:gd name="adj3" fmla="val 120335"/>
              <a:gd name="adj4" fmla="val 102048"/>
              <a:gd name="adj5" fmla="val 45598"/>
              <a:gd name="adj6" fmla="val 12117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started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finished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review?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109424" y="5554571"/>
            <a:ext cx="1122710" cy="919701"/>
          </a:xfrm>
          <a:prstGeom prst="borderCallout2">
            <a:avLst>
              <a:gd name="adj1" fmla="val -1024"/>
              <a:gd name="adj2" fmla="val 85567"/>
              <a:gd name="adj3" fmla="val -11331"/>
              <a:gd name="adj4" fmla="val 94136"/>
              <a:gd name="adj5" fmla="val -13467"/>
              <a:gd name="adj6" fmla="val 11607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problem rep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chemeClr val="tx1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7568484" y="2360866"/>
            <a:ext cx="754746" cy="332993"/>
          </a:xfrm>
          <a:prstGeom prst="borderCallout2">
            <a:avLst>
              <a:gd name="adj1" fmla="val 1102"/>
              <a:gd name="adj2" fmla="val 81036"/>
              <a:gd name="adj3" fmla="val -43641"/>
              <a:gd name="adj4" fmla="val 79878"/>
              <a:gd name="adj5" fmla="val -69870"/>
              <a:gd name="adj6" fmla="val 5584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8798911" y="2102811"/>
            <a:ext cx="853095" cy="332993"/>
          </a:xfrm>
          <a:prstGeom prst="borderCallout2">
            <a:avLst>
              <a:gd name="adj1" fmla="val -3150"/>
              <a:gd name="adj2" fmla="val 89704"/>
              <a:gd name="adj3" fmla="val -45430"/>
              <a:gd name="adj4" fmla="val 85021"/>
              <a:gd name="adj5" fmla="val -60736"/>
              <a:gd name="adj6" fmla="val 8334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5439" y="6050336"/>
            <a:ext cx="972942" cy="221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109423" y="3694306"/>
            <a:ext cx="995581" cy="357539"/>
          </a:xfrm>
          <a:prstGeom prst="borderCallout2">
            <a:avLst>
              <a:gd name="adj1" fmla="val -1432"/>
              <a:gd name="adj2" fmla="val 4480"/>
              <a:gd name="adj3" fmla="val -46505"/>
              <a:gd name="adj4" fmla="val 3771"/>
              <a:gd name="adj5" fmla="val -63931"/>
              <a:gd name="adj6" fmla="val 1992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200471" y="259513"/>
            <a:ext cx="1004775" cy="100879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353587" y="23145"/>
            <a:ext cx="648071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585363" y="1308494"/>
            <a:ext cx="1223745" cy="95107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5401491" y="1588080"/>
            <a:ext cx="407617" cy="254556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6006680" y="1655387"/>
            <a:ext cx="1347296" cy="621485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6958821" y="1799345"/>
            <a:ext cx="390352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7483494" y="764704"/>
            <a:ext cx="1035018" cy="151216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8188635" y="1424119"/>
            <a:ext cx="326353" cy="261502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88335" y="1052736"/>
            <a:ext cx="1261210" cy="966079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9426782" y="1340768"/>
            <a:ext cx="422763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595072" y="2703419"/>
            <a:ext cx="1219622" cy="1090076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5401491" y="3112462"/>
            <a:ext cx="407617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2922849" y="4005064"/>
            <a:ext cx="1411491" cy="1559088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3800873" y="4497087"/>
            <a:ext cx="532698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6008073" y="2703419"/>
            <a:ext cx="1341100" cy="1086687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6958821" y="3210414"/>
            <a:ext cx="390352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4585363" y="118320"/>
            <a:ext cx="1163384" cy="819901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5401491" y="390998"/>
            <a:ext cx="347256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150520" y="2556222"/>
            <a:ext cx="1046533" cy="108668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497602" y="2330450"/>
            <a:ext cx="360040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2909974" y="2696323"/>
            <a:ext cx="1424366" cy="109378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3800872" y="2945803"/>
            <a:ext cx="52711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1365737" y="4005064"/>
            <a:ext cx="1395495" cy="155908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2216696" y="4503167"/>
            <a:ext cx="549327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2909974" y="1304098"/>
            <a:ext cx="1389064" cy="951074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3800872" y="1622289"/>
            <a:ext cx="49743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1365737" y="1310792"/>
            <a:ext cx="1395495" cy="822064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2216696" y="1628981"/>
            <a:ext cx="544536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4595072" y="5769617"/>
            <a:ext cx="1222024" cy="919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5401490" y="5949280"/>
            <a:ext cx="415605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905366" y="5769618"/>
            <a:ext cx="1389064" cy="919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408A2-7579-F8B0-AEEF-745D9491957E}"/>
              </a:ext>
            </a:extLst>
          </p:cNvPr>
          <p:cNvSpPr/>
          <p:nvPr/>
        </p:nvSpPr>
        <p:spPr bwMode="auto">
          <a:xfrm>
            <a:off x="3800872" y="6105397"/>
            <a:ext cx="49743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67A1F549-A3AC-7F1E-3DDA-FEE24206EC9D}"/>
              </a:ext>
            </a:extLst>
          </p:cNvPr>
          <p:cNvSpPr/>
          <p:nvPr/>
        </p:nvSpPr>
        <p:spPr bwMode="auto">
          <a:xfrm>
            <a:off x="1640677" y="5903343"/>
            <a:ext cx="1222023" cy="785975"/>
          </a:xfrm>
          <a:prstGeom prst="borderCallout2">
            <a:avLst>
              <a:gd name="adj1" fmla="val 51399"/>
              <a:gd name="adj2" fmla="val 100368"/>
              <a:gd name="adj3" fmla="val 70100"/>
              <a:gd name="adj4" fmla="val 100133"/>
              <a:gd name="adj5" fmla="val 85667"/>
              <a:gd name="adj6" fmla="val 10054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</a:t>
            </a: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ype:Feedback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6008073" y="764704"/>
            <a:ext cx="1342116" cy="80895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2CA28B1-E10F-16B5-8CBC-C0B8B06ED81E}"/>
              </a:ext>
            </a:extLst>
          </p:cNvPr>
          <p:cNvSpPr/>
          <p:nvPr/>
        </p:nvSpPr>
        <p:spPr bwMode="auto">
          <a:xfrm>
            <a:off x="6958821" y="939542"/>
            <a:ext cx="391368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18808" y="116632"/>
            <a:ext cx="1402657" cy="822064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5810DB-45F3-2403-AB48-E204455D5AD1}"/>
              </a:ext>
            </a:extLst>
          </p:cNvPr>
          <p:cNvSpPr/>
          <p:nvPr/>
        </p:nvSpPr>
        <p:spPr bwMode="auto">
          <a:xfrm>
            <a:off x="3800872" y="390999"/>
            <a:ext cx="520593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323230" y="5065504"/>
            <a:ext cx="1145151" cy="560581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1C4AC80-720F-56D6-754D-5FAA3D365BDA}"/>
              </a:ext>
            </a:extLst>
          </p:cNvPr>
          <p:cNvSpPr/>
          <p:nvPr/>
        </p:nvSpPr>
        <p:spPr bwMode="auto">
          <a:xfrm>
            <a:off x="9026602" y="5189003"/>
            <a:ext cx="44177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8164827" y="6420391"/>
            <a:ext cx="1723549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1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11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Callout: Bent Line 15">
            <a:extLst>
              <a:ext uri="{FF2B5EF4-FFF2-40B4-BE49-F238E27FC236}">
                <a16:creationId xmlns:a16="http://schemas.microsoft.com/office/drawing/2014/main" id="{90E5ADA6-B3A0-0A27-B967-4C57A8F0D2FF}"/>
              </a:ext>
            </a:extLst>
          </p:cNvPr>
          <p:cNvSpPr/>
          <p:nvPr/>
        </p:nvSpPr>
        <p:spPr bwMode="auto">
          <a:xfrm>
            <a:off x="1697070" y="2236030"/>
            <a:ext cx="1069742" cy="460293"/>
          </a:xfrm>
          <a:prstGeom prst="borderCallout2">
            <a:avLst>
              <a:gd name="adj1" fmla="val 31677"/>
              <a:gd name="adj2" fmla="val 100853"/>
              <a:gd name="adj3" fmla="val 27504"/>
              <a:gd name="adj4" fmla="val 117742"/>
              <a:gd name="adj5" fmla="val -19136"/>
              <a:gd name="adj6" fmla="val 11881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tryCorrect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review?</a:t>
            </a: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3EFB04AE-233B-AC36-16BA-76F776D39AD3}"/>
              </a:ext>
            </a:extLst>
          </p:cNvPr>
          <p:cNvSpPr/>
          <p:nvPr/>
        </p:nvSpPr>
        <p:spPr bwMode="auto">
          <a:xfrm>
            <a:off x="2066124" y="504257"/>
            <a:ext cx="748073" cy="433964"/>
          </a:xfrm>
          <a:prstGeom prst="borderCallout2">
            <a:avLst>
              <a:gd name="adj1" fmla="val 78420"/>
              <a:gd name="adj2" fmla="val 98339"/>
              <a:gd name="adj3" fmla="val 82037"/>
              <a:gd name="adj4" fmla="val 106848"/>
              <a:gd name="adj5" fmla="val 70454"/>
              <a:gd name="adj6" fmla="val 11294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2071</TotalTime>
  <Words>219</Words>
  <Application>Microsoft Office PowerPoint</Application>
  <PresentationFormat>A4 Paper (210x297 mm)</PresentationFormat>
  <Paragraphs>174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Consolas</vt:lpstr>
      <vt:lpstr>Segoe UI</vt:lpstr>
      <vt:lpstr>Blank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401</cp:revision>
  <cp:lastPrinted>2025-11-13T08:39:11Z</cp:lastPrinted>
  <dcterms:modified xsi:type="dcterms:W3CDTF">2025-12-23T14:30:09Z</dcterms:modified>
</cp:coreProperties>
</file>