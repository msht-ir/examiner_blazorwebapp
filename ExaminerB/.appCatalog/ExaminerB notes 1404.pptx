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85" d="100"/>
          <a:sy n="85" d="100"/>
        </p:scale>
        <p:origin x="3942" y="102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20/09/1447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126" y="801808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71117" y="645939"/>
            <a:ext cx="1824374" cy="1308924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561055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43598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00126" y="64593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7896" y="8201250"/>
            <a:ext cx="1402948" cy="22358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53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53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051947" y="4698088"/>
            <a:ext cx="2010706" cy="1872068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049531" y="1921275"/>
            <a:ext cx="2013127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727074" y="6096823"/>
            <a:ext cx="1552129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1844456"/>
            <a:ext cx="1545810" cy="1868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703272" y="4578752"/>
            <a:ext cx="1552129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2" y="2007119"/>
            <a:ext cx="1864591" cy="140233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14731" y="5248801"/>
            <a:ext cx="2299440" cy="211833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376850" y="6290922"/>
            <a:ext cx="969138" cy="98107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39"/>
            <a:ext cx="1316313" cy="1166425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269364"/>
            <a:ext cx="997025" cy="88358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/>
              <a:t>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631447"/>
            <a:ext cx="895415" cy="1128061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ParentId</a:t>
            </a:r>
          </a:p>
          <a:p>
            <a:pPr rtl="0"/>
            <a:r>
              <a:rPr lang="en-US" sz="853"/>
              <a:t>ParentType</a:t>
            </a:r>
          </a:p>
          <a:p>
            <a:pPr rtl="0"/>
            <a:r>
              <a:rPr lang="en-US" sz="853"/>
              <a:t>NoteDatum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rgbClr val="C00000"/>
                </a:solidFill>
              </a:rPr>
              <a:t>NoteTags</a:t>
            </a:r>
            <a:endParaRPr lang="fa-IR" sz="853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82164" y="6264597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230644" y="7616978"/>
            <a:ext cx="2306092" cy="32668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1:U, 2:SP, 3:S, 4:G, 5:C, 6:E, 7:SN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833510" y="597669"/>
            <a:ext cx="1182039" cy="140291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771596" y="1684762"/>
            <a:ext cx="1990011" cy="25934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2735908" y="7900267"/>
            <a:ext cx="2891549" cy="355614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1:rtl 2:done 4:shared 8:</a:t>
            </a:r>
            <a:r>
              <a:rPr lang="en-US" sz="853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229840" y="7190422"/>
            <a:ext cx="1152128" cy="35561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1:active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2730</TotalTime>
  <Words>366</Words>
  <Application>Microsoft Office PowerPoint</Application>
  <PresentationFormat>Custom</PresentationFormat>
  <Paragraphs>241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490</cp:revision>
  <cp:lastPrinted>2026-01-01T08:26:55Z</cp:lastPrinted>
  <dcterms:modified xsi:type="dcterms:W3CDTF">2026-03-08T09:43:05Z</dcterms:modified>
</cp:coreProperties>
</file>