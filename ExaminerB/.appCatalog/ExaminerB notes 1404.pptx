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226" d="100"/>
          <a:sy n="226" d="100"/>
        </p:scale>
        <p:origin x="-6288" y="-5220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26/01/1448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735761" y="6245248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415117" y="6048573"/>
            <a:ext cx="1230158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598050" y="4720286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56422" y="2085954"/>
            <a:ext cx="1182038" cy="90055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545810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79479" y="3750647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6927218" y="548448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2065492" cy="358857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625475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625475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625475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625475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625475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625475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625475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625475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625475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625475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625475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10097733" y="5155703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246027" y="805462"/>
            <a:ext cx="1414020" cy="1346672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894769" y="2260598"/>
            <a:ext cx="1467637" cy="1268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71612" y="8154633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365162" y="1570707"/>
            <a:ext cx="1764331" cy="1174970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231514" y="7235667"/>
            <a:ext cx="2389880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23011"/>
            <a:ext cx="1855657" cy="2508836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23452" y="5492279"/>
            <a:ext cx="1105305" cy="134838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592157" y="7679533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989856" y="83344"/>
            <a:ext cx="1182037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504076" y="6678264"/>
            <a:ext cx="976113" cy="163461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NoteType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373732" y="7760614"/>
            <a:ext cx="954729" cy="77507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933155" y="125565"/>
            <a:ext cx="1366068" cy="17486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-          32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        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10104553" y="22827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C0C0C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20722" y="6393675"/>
            <a:ext cx="1315682" cy="966599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20219" y="1532353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517" y="7659240"/>
            <a:ext cx="1414177" cy="52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402536" y="1005087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4658903" y="136238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0A10CE-6A6D-93CB-3361-D45F7F446E1E}"/>
              </a:ext>
            </a:extLst>
          </p:cNvPr>
          <p:cNvSpPr txBox="1"/>
          <p:nvPr/>
        </p:nvSpPr>
        <p:spPr>
          <a:xfrm>
            <a:off x="440760" y="4715522"/>
            <a:ext cx="608871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eacher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24201D-5DC4-100F-F42A-7C9F1AA47335}"/>
              </a:ext>
            </a:extLst>
          </p:cNvPr>
          <p:cNvSpPr txBox="1"/>
          <p:nvPr/>
        </p:nvSpPr>
        <p:spPr>
          <a:xfrm>
            <a:off x="123728" y="1092689"/>
            <a:ext cx="616196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ajid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Sh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arifi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ehrani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822D1A-B801-D9EF-12B5-9308532E5786}"/>
              </a:ext>
            </a:extLst>
          </p:cNvPr>
          <p:cNvSpPr txBox="1"/>
          <p:nvPr/>
        </p:nvSpPr>
        <p:spPr>
          <a:xfrm>
            <a:off x="80137" y="2181992"/>
            <a:ext cx="599283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PouyaSharifiTehrani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3A0E2-273F-3466-526C-374B1C7B0BDA}"/>
              </a:ext>
            </a:extLst>
          </p:cNvPr>
          <p:cNvSpPr txBox="1"/>
          <p:nvPr/>
        </p:nvSpPr>
        <p:spPr>
          <a:xfrm>
            <a:off x="6508051" y="1988592"/>
            <a:ext cx="378703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LeilaShabani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E3251-06DA-7AAB-649A-9C22EBBF9CD0}"/>
              </a:ext>
            </a:extLst>
          </p:cNvPr>
          <p:cNvSpPr txBox="1"/>
          <p:nvPr/>
        </p:nvSpPr>
        <p:spPr>
          <a:xfrm>
            <a:off x="8295419" y="3175554"/>
            <a:ext cx="261755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MShT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440759" y="6042833"/>
            <a:ext cx="608871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5171</TotalTime>
  <Words>478</Words>
  <Application>Microsoft Office PowerPoint</Application>
  <PresentationFormat>Custom</PresentationFormat>
  <Paragraphs>298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558</cp:revision>
  <cp:lastPrinted>2026-01-01T08:26:55Z</cp:lastPrinted>
  <dcterms:modified xsi:type="dcterms:W3CDTF">2026-07-11T09:41:12Z</dcterms:modified>
</cp:coreProperties>
</file>