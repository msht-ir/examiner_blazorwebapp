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200" d="100"/>
          <a:sy n="200" d="100"/>
        </p:scale>
        <p:origin x="-7548" y="-864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15/01/1448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2"/>
            <a:ext cx="1757728" cy="183198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8756" y="828082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75603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511934" y="894865"/>
            <a:ext cx="1824374" cy="1059998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189651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189651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686211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14404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794325" y="4552520"/>
            <a:ext cx="1182039" cy="119965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85945" y="67012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-12559" y="8399187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192945" y="4910537"/>
            <a:ext cx="1869708" cy="1570084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298327" y="1921275"/>
            <a:ext cx="1764331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641384" y="6096823"/>
            <a:ext cx="1637820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2038905"/>
            <a:ext cx="1545810" cy="170541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641384" y="4578752"/>
            <a:ext cx="1614017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1" y="2196769"/>
            <a:ext cx="1864591" cy="125951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36507" y="5248801"/>
            <a:ext cx="2277663" cy="2599258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149941"/>
            <a:ext cx="997025" cy="130173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40149" y="6209602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796568" y="7479661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794325" y="588887"/>
            <a:ext cx="1516599" cy="141170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417263"/>
            <a:ext cx="895415" cy="1634612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NoteType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NoteDateTime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8:IsReadonly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4547</TotalTime>
  <Words>456</Words>
  <Application>Microsoft Office PowerPoint</Application>
  <PresentationFormat>Custom</PresentationFormat>
  <Paragraphs>275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533</cp:revision>
  <cp:lastPrinted>2026-01-01T08:26:55Z</cp:lastPrinted>
  <dcterms:modified xsi:type="dcterms:W3CDTF">2026-06-30T14:07:49Z</dcterms:modified>
</cp:coreProperties>
</file>