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07" d="100"/>
          <a:sy n="107" d="100"/>
        </p:scale>
        <p:origin x="3690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28/07/1447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500273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6084" y="258527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49831" y="6548213"/>
            <a:ext cx="1656185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941849" y="76956"/>
            <a:ext cx="1108090" cy="131515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EDADC7E-47AD-3A6B-6A3D-B3285217977D}"/>
              </a:ext>
            </a:extLst>
          </p:cNvPr>
          <p:cNvGrpSpPr/>
          <p:nvPr/>
        </p:nvGrpSpPr>
        <p:grpSpPr>
          <a:xfrm>
            <a:off x="3279777" y="2142360"/>
            <a:ext cx="4415037" cy="1480427"/>
            <a:chOff x="6908802" y="4733160"/>
            <a:chExt cx="4415037" cy="148042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626278F-1179-0432-7228-58F0BDA8ECB3}"/>
                </a:ext>
              </a:extLst>
            </p:cNvPr>
            <p:cNvGrpSpPr/>
            <p:nvPr/>
          </p:nvGrpSpPr>
          <p:grpSpPr>
            <a:xfrm>
              <a:off x="6908802" y="4733160"/>
              <a:ext cx="2481461" cy="1480427"/>
              <a:chOff x="784042" y="2078841"/>
              <a:chExt cx="2353296" cy="1411014"/>
            </a:xfrm>
            <a:solidFill>
              <a:schemeClr val="accent2">
                <a:alpha val="35000"/>
              </a:schemeClr>
            </a:solidFill>
          </p:grpSpPr>
          <p:sp>
            <p:nvSpPr>
              <p:cNvPr id="9" name="Isosceles Triangle 8">
                <a:extLst>
                  <a:ext uri="{FF2B5EF4-FFF2-40B4-BE49-F238E27FC236}">
                    <a16:creationId xmlns:a16="http://schemas.microsoft.com/office/drawing/2014/main" id="{31E906CE-139E-B497-2EF3-82F4DF4ABFF5}"/>
                  </a:ext>
                </a:extLst>
              </p:cNvPr>
              <p:cNvSpPr/>
              <p:nvPr/>
            </p:nvSpPr>
            <p:spPr>
              <a:xfrm>
                <a:off x="1024759" y="2078841"/>
                <a:ext cx="2112579" cy="1411014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4D0869FF-5BFA-DAEA-F8DF-2D865DE17548}"/>
                  </a:ext>
                </a:extLst>
              </p:cNvPr>
              <p:cNvSpPr/>
              <p:nvPr/>
            </p:nvSpPr>
            <p:spPr>
              <a:xfrm rot="10800000" flipV="1">
                <a:off x="784042" y="2078841"/>
                <a:ext cx="2112579" cy="1411014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156E019-AF22-6E08-6184-6C0F45475E77}"/>
                </a:ext>
              </a:extLst>
            </p:cNvPr>
            <p:cNvGrpSpPr/>
            <p:nvPr/>
          </p:nvGrpSpPr>
          <p:grpSpPr>
            <a:xfrm>
              <a:off x="8842378" y="4741718"/>
              <a:ext cx="2481461" cy="1471869"/>
              <a:chOff x="3378056" y="2017986"/>
              <a:chExt cx="2481461" cy="1471869"/>
            </a:xfrm>
            <a:solidFill>
              <a:schemeClr val="accent2">
                <a:alpha val="35000"/>
              </a:schemeClr>
            </a:solidFill>
          </p:grpSpPr>
          <p:sp>
            <p:nvSpPr>
              <p:cNvPr id="7" name="Isosceles Triangle 6">
                <a:extLst>
                  <a:ext uri="{FF2B5EF4-FFF2-40B4-BE49-F238E27FC236}">
                    <a16:creationId xmlns:a16="http://schemas.microsoft.com/office/drawing/2014/main" id="{76327B16-FB73-BEAC-03D9-EAF7801E654C}"/>
                  </a:ext>
                </a:extLst>
              </p:cNvPr>
              <p:cNvSpPr/>
              <p:nvPr/>
            </p:nvSpPr>
            <p:spPr>
              <a:xfrm rot="10800000">
                <a:off x="3746938" y="2017986"/>
                <a:ext cx="2112579" cy="1411014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D3D7D3E8-5114-8443-D0D8-54261F8BF29A}"/>
                  </a:ext>
                </a:extLst>
              </p:cNvPr>
              <p:cNvSpPr/>
              <p:nvPr/>
            </p:nvSpPr>
            <p:spPr>
              <a:xfrm>
                <a:off x="3378056" y="2026544"/>
                <a:ext cx="2112579" cy="1463311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2412</TotalTime>
  <Words>283</Words>
  <Application>Microsoft Office PowerPoint</Application>
  <PresentationFormat>A4 Paper (210x297 mm)</PresentationFormat>
  <Paragraphs>196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459</cp:revision>
  <cp:lastPrinted>2026-01-01T08:26:55Z</cp:lastPrinted>
  <dcterms:modified xsi:type="dcterms:W3CDTF">2026-01-15T20:46:10Z</dcterms:modified>
</cp:coreProperties>
</file>