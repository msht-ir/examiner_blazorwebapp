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FA"/>
    <a:srgbClr val="EEF7E9"/>
    <a:srgbClr val="FDF0E7"/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60" d="100"/>
          <a:sy n="160" d="100"/>
        </p:scale>
        <p:origin x="1224" y="-1038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03/05/1448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rgbClr val="EEF7E9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1509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rgbClr val="ECF3FA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rgbClr val="FDF0E7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79327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IsSelected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4: -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2"/>
            <a:ext cx="1182038" cy="105501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6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-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ShowDueNotes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DueNtDays=14 (def.=7)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-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9268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6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576668" y="8352829"/>
            <a:ext cx="1883849" cy="276999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12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328196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03438"/>
            <a:ext cx="1855657" cy="257305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11283" y="6765485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ReferenceTypes: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80621"/>
            <a:ext cx="1105070" cy="197595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</a:p>
          <a:p>
            <a:pPr rtl="0"/>
            <a:r>
              <a:rPr lang="en-US" sz="853"/>
              <a:t>NoteDueDateTime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1048111" y="7703030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29694" y="90838"/>
            <a:ext cx="1424410" cy="193696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ShowDueNotes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 : DueNotesDays=14 (default=7)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112172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288636" y="23185"/>
            <a:ext cx="2176215" cy="452230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7079</TotalTime>
  <Words>534</Words>
  <Application>Microsoft Office PowerPoint</Application>
  <PresentationFormat>Custom</PresentationFormat>
  <Paragraphs>309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593</cp:revision>
  <cp:lastPrinted>2026-07-18T08:45:37Z</cp:lastPrinted>
  <dcterms:modified xsi:type="dcterms:W3CDTF">2026-10-14T08:23:33Z</dcterms:modified>
</cp:coreProperties>
</file>