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85" d="100"/>
          <a:sy n="85" d="100"/>
        </p:scale>
        <p:origin x="3942" y="-8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03/02/1448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23011"/>
            <a:ext cx="1855657" cy="2508836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154352" y="6690674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59549"/>
            <a:ext cx="976113" cy="1787289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928564" y="7596296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88036" y="90839"/>
            <a:ext cx="1366068" cy="17486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-          32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        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007411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5854</TotalTime>
  <Words>496</Words>
  <Application>Microsoft Office PowerPoint</Application>
  <PresentationFormat>Custom</PresentationFormat>
  <Paragraphs>298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574</cp:revision>
  <cp:lastPrinted>2026-07-18T08:45:37Z</cp:lastPrinted>
  <dcterms:modified xsi:type="dcterms:W3CDTF">2026-07-18T13:47:25Z</dcterms:modified>
</cp:coreProperties>
</file>