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62" r:id="rId2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47" autoAdjust="0"/>
  </p:normalViewPr>
  <p:slideViewPr>
    <p:cSldViewPr>
      <p:cViewPr varScale="1">
        <p:scale>
          <a:sx n="81" d="100"/>
          <a:sy n="81" d="100"/>
        </p:scale>
        <p:origin x="984" y="96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08/07/1447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8427" y="3378866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265368" y="48764"/>
            <a:ext cx="1122710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2880306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329094" y="2276872"/>
            <a:ext cx="2533556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613669" y="2742357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2940977" y="5506686"/>
            <a:ext cx="1865548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401365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{active, pass}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424199" y="3920846"/>
            <a:ext cx="1108090" cy="176866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032434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8427" y="1068225"/>
            <a:ext cx="1647764" cy="211649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{active}</a:t>
            </a:r>
          </a:p>
          <a:p>
            <a:pPr rtl="0"/>
            <a:endParaRPr lang="en-US" sz="8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endParaRPr lang="en-US" sz="8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endParaRPr lang="en-US" sz="8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941010" y="152904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409" y="141118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3518548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{active, train}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424198" y="1268760"/>
            <a:ext cx="1108089" cy="176866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3516278" y="1268760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088874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{active. St, Fn, rev}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072485" y="1196752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retry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review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066561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389722" y="1349238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389724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7572884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2204</TotalTime>
  <Words>218</Words>
  <Application>Microsoft Office PowerPoint</Application>
  <PresentationFormat>A4 Paper (210x297 mm)</PresentationFormat>
  <Paragraphs>167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Consolas</vt:lpstr>
      <vt:lpstr>Segoe UI</vt:lpstr>
      <vt:lpstr>Blank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411</cp:revision>
  <cp:lastPrinted>2025-12-27T05:13:45Z</cp:lastPrinted>
  <dcterms:modified xsi:type="dcterms:W3CDTF">2025-12-27T05:23:31Z</dcterms:modified>
</cp:coreProperties>
</file>