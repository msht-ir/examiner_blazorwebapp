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62" r:id="rId2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107" d="100"/>
          <a:sy n="107" d="100"/>
        </p:scale>
        <p:origin x="3690" y="126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14/07/1447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14/07/1447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14/07/1447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14/07/1447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14/07/1447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14/07/1447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14/07/1447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14/07/1447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14/07/1447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14/07/1447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14/07/1447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14/07/1447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560512" y="2996952"/>
            <a:ext cx="1647764" cy="211649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7" y="86812"/>
            <a:ext cx="972942" cy="2219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7951877" y="48764"/>
            <a:ext cx="1280606" cy="10967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{1: active}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3383257" y="122202"/>
            <a:ext cx="1710241" cy="1227037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6832045" y="2276872"/>
            <a:ext cx="1936274" cy="2283588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rtl="0">
              <a:defRPr/>
            </a:pPr>
            <a:endParaRPr lang="en-US" sz="2800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77800" rtl="0">
              <a:buNone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8511367" y="2892488"/>
            <a:ext cx="1182582" cy="1300673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</a:t>
            </a: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 last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is answer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573269" y="5445224"/>
            <a:ext cx="1614370" cy="1229112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2904316" y="2276872"/>
            <a:ext cx="1739566" cy="228358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{active, pass}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927150" y="3573016"/>
            <a:ext cx="1108090" cy="126460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4535385" y="122202"/>
            <a:ext cx="1280606" cy="1227037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560512" y="1428265"/>
            <a:ext cx="1647764" cy="135266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{active}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785415" y="116632"/>
            <a:ext cx="892983" cy="858526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975409" y="141118"/>
            <a:ext cx="1306768" cy="215444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00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021499" y="3920846"/>
            <a:ext cx="1884916" cy="1754951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{active, train}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1941850" y="1618724"/>
            <a:ext cx="1108089" cy="10081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4019229" y="1268760"/>
            <a:ext cx="1887185" cy="154286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591825" y="5232081"/>
            <a:ext cx="1455027" cy="1546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{active. St, Fn, rev}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575436" y="1196752"/>
            <a:ext cx="1449104" cy="175120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active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retry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review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5569512" y="3808976"/>
            <a:ext cx="1455027" cy="1300673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6892673" y="1349238"/>
            <a:ext cx="2155587" cy="13146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892675" y="4437112"/>
            <a:ext cx="2155586" cy="1985810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8075835" y="5414033"/>
            <a:ext cx="908508" cy="919701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  <a:endParaRPr lang="en-US" sz="800" kern="100">
              <a:solidFill>
                <a:srgbClr val="C00000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952446" y="5322596"/>
            <a:ext cx="1176611" cy="1093453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00" b="1" dirty="0" err="1"/>
              <a:t>ubProjects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>
                <a:solidFill>
                  <a:schemeClr val="tx1"/>
                </a:solidFill>
              </a:rPr>
              <a:t>ProjectId</a:t>
            </a:r>
            <a:endParaRPr lang="fa-IR" sz="800">
              <a:solidFill>
                <a:schemeClr val="tx1"/>
              </a:solidFill>
            </a:endParaRPr>
          </a:p>
          <a:p>
            <a:pPr rtl="0"/>
            <a:r>
              <a:rPr lang="en-US" sz="800"/>
              <a:t>SubProjectName</a:t>
            </a:r>
          </a:p>
          <a:p>
            <a:pPr rtl="0"/>
            <a:r>
              <a:rPr lang="en-US" sz="800"/>
              <a:t>Subproject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56455" y="5445223"/>
            <a:ext cx="934651" cy="855155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00" b="1" dirty="0"/>
              <a:t>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00">
                <a:solidFill>
                  <a:schemeClr val="tx1"/>
                </a:solidFill>
              </a:rPr>
              <a:t>UserId</a:t>
            </a:r>
            <a:endParaRPr lang="en-US" sz="800" dirty="0"/>
          </a:p>
          <a:p>
            <a:pPr rtl="0"/>
            <a:r>
              <a:rPr lang="en-US" sz="800" dirty="0" err="1"/>
              <a:t>ProjectName</a:t>
            </a:r>
            <a:endParaRPr lang="en-US" sz="800" dirty="0"/>
          </a:p>
          <a:p>
            <a:pPr rtl="0"/>
            <a:r>
              <a:rPr lang="en-US" sz="800"/>
              <a:t>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898558" y="5653068"/>
            <a:ext cx="860930" cy="1093454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/>
              <a:t>otes</a:t>
            </a: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00"/>
              <a:t>ParentId</a:t>
            </a:r>
          </a:p>
          <a:p>
            <a:pPr rtl="0"/>
            <a:r>
              <a:rPr lang="en-US" sz="800"/>
              <a:t>ParentType</a:t>
            </a:r>
          </a:p>
          <a:p>
            <a:pPr rtl="0"/>
            <a:r>
              <a:rPr lang="en-US" sz="800"/>
              <a:t>NoteDatum</a:t>
            </a:r>
            <a:endParaRPr lang="en-US" sz="800" dirty="0"/>
          </a:p>
          <a:p>
            <a:pPr rtl="0"/>
            <a:r>
              <a:rPr lang="en-US" sz="800"/>
              <a:t>NoteText</a:t>
            </a:r>
            <a:endParaRPr lang="en-US" sz="800" dirty="0"/>
          </a:p>
          <a:p>
            <a:pPr rtl="0"/>
            <a:r>
              <a:rPr lang="en-US" sz="800">
                <a:solidFill>
                  <a:srgbClr val="C00000"/>
                </a:solidFill>
              </a:rPr>
              <a:t>NoteTags</a:t>
            </a:r>
            <a:endParaRPr lang="fa-IR" sz="800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2535182" y="5337799"/>
            <a:ext cx="853003" cy="675995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 err="1"/>
              <a:t>oteNet</a:t>
            </a:r>
            <a:endParaRPr lang="en-US" sz="12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/>
              <a:t>NoteAId</a:t>
            </a:r>
          </a:p>
          <a:p>
            <a:pPr rtl="0"/>
            <a:r>
              <a:rPr lang="en-US" sz="800"/>
              <a:t>NoteBId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2397</TotalTime>
  <Words>244</Words>
  <Application>Microsoft Office PowerPoint</Application>
  <PresentationFormat>A4 Paper (210x297 mm)</PresentationFormat>
  <Paragraphs>186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Consolas</vt:lpstr>
      <vt:lpstr>Segoe UI</vt:lpstr>
      <vt:lpstr>Blank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449</cp:revision>
  <cp:lastPrinted>2026-01-01T08:26:55Z</cp:lastPrinted>
  <dcterms:modified xsi:type="dcterms:W3CDTF">2026-01-01T21:47:13Z</dcterms:modified>
</cp:coreProperties>
</file>