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13716000" cy="9144000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484" userDrawn="1">
          <p15:clr>
            <a:srgbClr val="A4A3A4"/>
          </p15:clr>
        </p15:guide>
        <p15:guide id="2" pos="3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00" d="100"/>
          <a:sy n="100" d="100"/>
        </p:scale>
        <p:origin x="2688" y="-480"/>
      </p:cViewPr>
      <p:guideLst>
        <p:guide orient="horz" pos="3484"/>
        <p:guide pos="39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714555" y="1496661"/>
            <a:ext cx="10287335" cy="3183848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714555" y="4803294"/>
            <a:ext cx="10287335" cy="2207948"/>
          </a:xfrm>
        </p:spPr>
        <p:txBody>
          <a:bodyPr/>
          <a:lstStyle>
            <a:lvl1pPr marL="0" indent="0" algn="ctr">
              <a:buNone/>
              <a:defRPr sz="358"/>
            </a:lvl1pPr>
            <a:lvl2pPr marL="68138" indent="0" algn="ctr">
              <a:buNone/>
              <a:defRPr sz="298"/>
            </a:lvl2pPr>
            <a:lvl3pPr marL="136277" indent="0" algn="ctr">
              <a:buNone/>
              <a:defRPr sz="268"/>
            </a:lvl3pPr>
            <a:lvl4pPr marL="204415" indent="0" algn="ctr">
              <a:buNone/>
              <a:defRPr sz="238"/>
            </a:lvl4pPr>
            <a:lvl5pPr marL="272553" indent="0" algn="ctr">
              <a:buNone/>
              <a:defRPr sz="238"/>
            </a:lvl5pPr>
            <a:lvl6pPr marL="340692" indent="0" algn="ctr">
              <a:buNone/>
              <a:defRPr sz="238"/>
            </a:lvl6pPr>
            <a:lvl7pPr marL="408830" indent="0" algn="ctr">
              <a:buNone/>
              <a:defRPr sz="238"/>
            </a:lvl7pPr>
            <a:lvl8pPr marL="476968" indent="0" algn="ctr">
              <a:buNone/>
              <a:defRPr sz="238"/>
            </a:lvl8pPr>
            <a:lvl9pPr marL="545105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935865" y="2279927"/>
            <a:ext cx="11830435" cy="3804104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35865" y="6120020"/>
            <a:ext cx="11830435" cy="2000488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38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77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1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53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692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30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6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0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943009" y="2434463"/>
            <a:ext cx="5829488" cy="580247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943953" y="2434463"/>
            <a:ext cx="5829488" cy="580247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944794" y="486894"/>
            <a:ext cx="11830435" cy="1767628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44799" y="2241819"/>
            <a:ext cx="5802697" cy="109868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38" indent="0">
              <a:buNone/>
              <a:defRPr sz="298" b="1"/>
            </a:lvl2pPr>
            <a:lvl3pPr marL="136277" indent="0">
              <a:buNone/>
              <a:defRPr sz="268" b="1"/>
            </a:lvl3pPr>
            <a:lvl4pPr marL="204415" indent="0">
              <a:buNone/>
              <a:defRPr sz="238" b="1"/>
            </a:lvl4pPr>
            <a:lvl5pPr marL="272553" indent="0">
              <a:buNone/>
              <a:defRPr sz="238" b="1"/>
            </a:lvl5pPr>
            <a:lvl6pPr marL="340692" indent="0">
              <a:buNone/>
              <a:defRPr sz="238" b="1"/>
            </a:lvl6pPr>
            <a:lvl7pPr marL="408830" indent="0">
              <a:buNone/>
              <a:defRPr sz="238" b="1"/>
            </a:lvl7pPr>
            <a:lvl8pPr marL="476968" indent="0">
              <a:buNone/>
              <a:defRPr sz="238" b="1"/>
            </a:lvl8pPr>
            <a:lvl9pPr marL="545105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944799" y="3340501"/>
            <a:ext cx="5802697" cy="4913372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943952" y="2241819"/>
            <a:ext cx="5831274" cy="109868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38" indent="0">
              <a:buNone/>
              <a:defRPr sz="298" b="1"/>
            </a:lvl2pPr>
            <a:lvl3pPr marL="136277" indent="0">
              <a:buNone/>
              <a:defRPr sz="268" b="1"/>
            </a:lvl3pPr>
            <a:lvl4pPr marL="204415" indent="0">
              <a:buNone/>
              <a:defRPr sz="238" b="1"/>
            </a:lvl4pPr>
            <a:lvl5pPr marL="272553" indent="0">
              <a:buNone/>
              <a:defRPr sz="238" b="1"/>
            </a:lvl5pPr>
            <a:lvl6pPr marL="340692" indent="0">
              <a:buNone/>
              <a:defRPr sz="238" b="1"/>
            </a:lvl6pPr>
            <a:lvl7pPr marL="408830" indent="0">
              <a:buNone/>
              <a:defRPr sz="238" b="1"/>
            </a:lvl7pPr>
            <a:lvl8pPr marL="476968" indent="0">
              <a:buNone/>
              <a:defRPr sz="238" b="1"/>
            </a:lvl8pPr>
            <a:lvl9pPr marL="545105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943952" y="3340501"/>
            <a:ext cx="5831274" cy="4913372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944794" y="609673"/>
            <a:ext cx="4423910" cy="2133855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5831278" y="1316724"/>
            <a:ext cx="6943949" cy="6498944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944794" y="2743533"/>
            <a:ext cx="4423910" cy="5082724"/>
          </a:xfrm>
        </p:spPr>
        <p:txBody>
          <a:bodyPr/>
          <a:lstStyle>
            <a:lvl1pPr marL="0" indent="0">
              <a:buNone/>
              <a:defRPr sz="238"/>
            </a:lvl1pPr>
            <a:lvl2pPr marL="68138" indent="0">
              <a:buNone/>
              <a:defRPr sz="209"/>
            </a:lvl2pPr>
            <a:lvl3pPr marL="136277" indent="0">
              <a:buNone/>
              <a:defRPr sz="179"/>
            </a:lvl3pPr>
            <a:lvl4pPr marL="204415" indent="0">
              <a:buNone/>
              <a:defRPr sz="149"/>
            </a:lvl4pPr>
            <a:lvl5pPr marL="272553" indent="0">
              <a:buNone/>
              <a:defRPr sz="149"/>
            </a:lvl5pPr>
            <a:lvl6pPr marL="340692" indent="0">
              <a:buNone/>
              <a:defRPr sz="149"/>
            </a:lvl6pPr>
            <a:lvl7pPr marL="408830" indent="0">
              <a:buNone/>
              <a:defRPr sz="149"/>
            </a:lvl7pPr>
            <a:lvl8pPr marL="476968" indent="0">
              <a:buNone/>
              <a:defRPr sz="149"/>
            </a:lvl8pPr>
            <a:lvl9pPr marL="545105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944794" y="609673"/>
            <a:ext cx="4423910" cy="2133855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831278" y="1316724"/>
            <a:ext cx="6943949" cy="6498944"/>
          </a:xfrm>
        </p:spPr>
        <p:txBody>
          <a:bodyPr anchor="t"/>
          <a:lstStyle>
            <a:lvl1pPr marL="0" indent="0">
              <a:buNone/>
              <a:defRPr sz="477"/>
            </a:lvl1pPr>
            <a:lvl2pPr marL="68138" indent="0">
              <a:buNone/>
              <a:defRPr sz="417"/>
            </a:lvl2pPr>
            <a:lvl3pPr marL="136277" indent="0">
              <a:buNone/>
              <a:defRPr sz="358"/>
            </a:lvl3pPr>
            <a:lvl4pPr marL="204415" indent="0">
              <a:buNone/>
              <a:defRPr sz="298"/>
            </a:lvl4pPr>
            <a:lvl5pPr marL="272553" indent="0">
              <a:buNone/>
              <a:defRPr sz="298"/>
            </a:lvl5pPr>
            <a:lvl6pPr marL="340692" indent="0">
              <a:buNone/>
              <a:defRPr sz="298"/>
            </a:lvl6pPr>
            <a:lvl7pPr marL="408830" indent="0">
              <a:buNone/>
              <a:defRPr sz="298"/>
            </a:lvl7pPr>
            <a:lvl8pPr marL="476968" indent="0">
              <a:buNone/>
              <a:defRPr sz="298"/>
            </a:lvl8pPr>
            <a:lvl9pPr marL="545105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944794" y="2743533"/>
            <a:ext cx="4423910" cy="5082724"/>
          </a:xfrm>
        </p:spPr>
        <p:txBody>
          <a:bodyPr/>
          <a:lstStyle>
            <a:lvl1pPr marL="0" indent="0">
              <a:buNone/>
              <a:defRPr sz="238"/>
            </a:lvl1pPr>
            <a:lvl2pPr marL="68138" indent="0">
              <a:buNone/>
              <a:defRPr sz="209"/>
            </a:lvl2pPr>
            <a:lvl3pPr marL="136277" indent="0">
              <a:buNone/>
              <a:defRPr sz="179"/>
            </a:lvl3pPr>
            <a:lvl4pPr marL="204415" indent="0">
              <a:buNone/>
              <a:defRPr sz="149"/>
            </a:lvl4pPr>
            <a:lvl5pPr marL="272553" indent="0">
              <a:buNone/>
              <a:defRPr sz="149"/>
            </a:lvl5pPr>
            <a:lvl6pPr marL="340692" indent="0">
              <a:buNone/>
              <a:defRPr sz="149"/>
            </a:lvl6pPr>
            <a:lvl7pPr marL="408830" indent="0">
              <a:buNone/>
              <a:defRPr sz="149"/>
            </a:lvl7pPr>
            <a:lvl8pPr marL="476968" indent="0">
              <a:buNone/>
              <a:defRPr sz="149"/>
            </a:lvl8pPr>
            <a:lvl9pPr marL="545105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815836" y="486895"/>
            <a:ext cx="2957606" cy="7750045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943013" y="486895"/>
            <a:ext cx="8701370" cy="7750045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943011" y="486894"/>
            <a:ext cx="11830435" cy="17676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43011" y="2434463"/>
            <a:ext cx="11830435" cy="58024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943006" y="8476149"/>
            <a:ext cx="3086200" cy="4868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29/08/1447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543577" y="8476149"/>
            <a:ext cx="4629300" cy="4868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687238" y="8476149"/>
            <a:ext cx="3086200" cy="4868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77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69" indent="-34069" algn="l" defTabSz="136277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07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45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83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23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61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899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37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175" indent="-34069" algn="l" defTabSz="136277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38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77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15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53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692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30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68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05" algn="l" defTabSz="136277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465512" y="4139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626" y="1229814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856878" y="1191765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5288259" y="1265203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737046" y="3419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792" rtl="0">
              <a:defRPr/>
            </a:pPr>
            <a:endParaRPr lang="en-US" sz="16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792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792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792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792"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10545617" y="4084135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5478270" y="6516216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809316" y="3419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792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792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792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792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792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792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792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3832150" y="4716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6440385" y="1265203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465512" y="264327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690417" y="1259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898916" y="1401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926499" y="5063848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3846852" y="2761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924231" y="2460754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7496827" y="6375082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7480436" y="2388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7474514" y="4951978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797676" y="2541230"/>
            <a:ext cx="1747942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797675" y="5580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980836" y="6557034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800096" y="6357368"/>
            <a:ext cx="1233964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890901" y="6479997"/>
            <a:ext cx="934651" cy="828308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3786355" y="6876256"/>
            <a:ext cx="839398" cy="1057489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4460074" y="6621634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720406" y="7781291"/>
            <a:ext cx="1870695" cy="33336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 7: 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3846849" y="1219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2008811" y="1898134"/>
            <a:ext cx="1794362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3786355" y="7974345"/>
            <a:ext cx="2585773" cy="33336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00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529407" y="7332761"/>
            <a:ext cx="1061693" cy="33336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3494356" y="2156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9475678" y="4476583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4705053" y="5092967"/>
            <a:ext cx="4807496" cy="18390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2638</TotalTime>
  <Words>320</Words>
  <Application>Microsoft Office PowerPoint</Application>
  <PresentationFormat>Custom</PresentationFormat>
  <Paragraphs>202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474</cp:revision>
  <cp:lastPrinted>2026-01-01T08:26:55Z</cp:lastPrinted>
  <dcterms:modified xsi:type="dcterms:W3CDTF">2026-02-16T08:05:54Z</dcterms:modified>
</cp:coreProperties>
</file>