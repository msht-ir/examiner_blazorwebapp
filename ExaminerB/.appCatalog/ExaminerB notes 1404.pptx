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8"/>
  </p:notesMasterIdLst>
  <p:sldIdLst>
    <p:sldId id="262" r:id="rId3"/>
    <p:sldId id="267" r:id="rId4"/>
    <p:sldId id="266" r:id="rId5"/>
    <p:sldId id="264" r:id="rId6"/>
    <p:sldId id="257" r:id="rId7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38" autoAdjust="0"/>
  </p:normalViewPr>
  <p:slideViewPr>
    <p:cSldViewPr>
      <p:cViewPr>
        <p:scale>
          <a:sx n="110" d="100"/>
          <a:sy n="110" d="100"/>
        </p:scale>
        <p:origin x="186" y="-1218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70455-1448-7198-9F61-E99F3CE1C5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97B78E-D016-AEF0-DB66-57F68CEB4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E78CF-655C-0E7A-B37E-09BF65553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A1500-89D2-B5FB-E0BA-813D6FC77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7C123-B24B-4AE6-CCFF-62E10EEB5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289544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8F47B-1A13-1992-FE0F-09D160669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01301-14DB-01E6-151E-4EFBB9B4BD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C8D60-2AE6-88FA-FCB7-A0FC68806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601933-938B-1455-688D-C2052926C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09B01-78B3-A2A8-CB31-E4060AB0C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809950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E8CE8-C155-1A62-4742-FBCD8A1B1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8" y="1709739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07DBAE-0D31-CF8B-C13F-DC23BF2CF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8" y="4589464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D8128-D4FE-60B6-ECC2-49772DB5D4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1577A3-3FB5-9C9E-1642-DD939FE2C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7D7534-79D2-E4A8-57C9-4C2A0FFD9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610368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A0D69-B2F4-281D-61F3-0E6DB92E54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4B782-60E8-A478-7C29-6504F88E73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A39BF-FAFE-2BBE-347B-40C9B349D7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AA691B-D320-3C3D-CCF7-5FFE405E3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F8D2D5-D557-495A-950B-4862D4BF9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B37F74-D1C3-70A2-2143-115245D4E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27893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936B7-1EB5-02DB-B0A9-CCD93C2EFE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A5F36D-5050-71DB-0080-B5BF319C9E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8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8A71C-1A3F-A30D-B6F8-D9074B23D6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8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CDF992-B207-BD3C-6B9E-DCCFA86DA5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5C726-8060-C8F8-57E6-82422F01FD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B8BDB6-58C5-46F4-C75F-E5BF60E6F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216861-6818-7FAE-2324-CF485E331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31715F-6899-9A40-2056-83101C308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426548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35F2F-6C00-61CF-FF5A-65232B3E9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634479-F65D-E383-62DC-A79977408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10B9AB-6703-5FDA-A4A5-48501CEFC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B917BA-B56F-EBBB-91EC-EC7FFEC09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9464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F4A1A6-6B86-1EA1-1F48-6B5920267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74FD01-C3A3-67CE-E023-34D564F2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FBF7F-C411-7670-6F3F-B734D905CD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353366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4B126-6750-5F35-DD6A-624123FC5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B544F-AAE7-D506-432C-CBBEFB440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AE5B6C-4205-13D3-AA7F-98D7B46A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851EC4-5D1A-057C-F8B3-EA29971AB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0E0899-B3F6-7D6A-E157-AD4F3CA83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8AFC04-5F13-6C77-A0A4-E81524DA0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0562490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B28E2-8701-080F-ED2C-00A40E004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A6202B-C4A2-106C-B553-CF2F49B7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C53EB0-9E9A-8361-37C1-2240E6577D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57D904-7776-7CF8-3015-8C5B90AEA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1EFC4-BFFA-3ECC-9331-C94DBDF5B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6B88FF-B6F8-8880-CD67-9B544D360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5032068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42433-30EA-6EC7-5D44-7B944E570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E70F2D-1370-D590-6CE6-6194F45A5A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19895-8023-E0D8-601C-6821303D6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DAE807-5BBA-6B01-BF6C-5E6566D5E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89415A-E77A-CB9D-4D00-5D7FC229F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3561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BA6672-0EBF-8200-F7E3-01C6AE17E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1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B33E2-A1F6-2B78-2263-EF34DBCA92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7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FD06D-585C-D48C-A8A7-CE78C1CA2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C05BA-ADAA-F159-D799-F6B2CF667D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F91C55-A814-014C-EC93-182E49851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071012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11/05/1447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40DF90-AEB9-619A-FD67-07E2093843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CB65E-503C-D05D-11C4-59F21F27D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452408-6E29-82E7-1A1B-D4736393DE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760E87-EE1E-4DAD-A990-F733E6B08F87}" type="datetimeFigureOut">
              <a:rPr lang="fa-IR" smtClean="0"/>
              <a:t>11/05/1447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4BAEC-E851-C174-D20E-E789ADD392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C738E9-03C9-EFBA-A864-B8AD1EF79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C68E54-13BE-43D4-A439-7CC88D53AB2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173318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12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jpe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B84A0B17-4E07-3EF8-E5DA-AB08EE0B9124}"/>
              </a:ext>
            </a:extLst>
          </p:cNvPr>
          <p:cNvSpPr/>
          <p:nvPr/>
        </p:nvSpPr>
        <p:spPr>
          <a:xfrm>
            <a:off x="54703" y="436149"/>
            <a:ext cx="4175526" cy="6161203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3021822" y="2813739"/>
            <a:ext cx="1118564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3021822" y="670022"/>
            <a:ext cx="1139090" cy="1489017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1725678" y="4289246"/>
            <a:ext cx="1139090" cy="1373607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177986" y="4289246"/>
            <a:ext cx="1462234" cy="91112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1615564" y="2852936"/>
            <a:ext cx="1321211" cy="799309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1289742" y="692697"/>
            <a:ext cx="1647034" cy="116758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87151" y="692697"/>
            <a:ext cx="1139090" cy="1167586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8616258" y="2859691"/>
            <a:ext cx="976444" cy="71332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7566270" y="3889551"/>
            <a:ext cx="1250132" cy="97960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4653331" y="2093949"/>
            <a:ext cx="1883845" cy="231288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4653334" y="404664"/>
            <a:ext cx="1929574" cy="161804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B799493A-3E55-49FF-D6B4-2DCD86B0D9F0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16200000" flipV="1">
            <a:off x="5162286" y="860500"/>
            <a:ext cx="3484887" cy="2573215"/>
          </a:xfrm>
          <a:prstGeom prst="bentConnector3">
            <a:avLst>
              <a:gd name="adj1" fmla="val 10656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893DDEA-A4FD-8FDF-C344-E766E581AADF}"/>
              </a:ext>
            </a:extLst>
          </p:cNvPr>
          <p:cNvCxnSpPr>
            <a:cxnSpLocks/>
            <a:stCxn id="5" idx="0"/>
            <a:endCxn id="14" idx="0"/>
          </p:cNvCxnSpPr>
          <p:nvPr/>
        </p:nvCxnSpPr>
        <p:spPr>
          <a:xfrm rot="5400000" flipH="1" flipV="1">
            <a:off x="4472065" y="-476034"/>
            <a:ext cx="265358" cy="2026754"/>
          </a:xfrm>
          <a:prstGeom prst="bentConnector3">
            <a:avLst>
              <a:gd name="adj1" fmla="val 18614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243CA9C-E002-4E66-7DB1-21CC659A50D6}"/>
              </a:ext>
            </a:extLst>
          </p:cNvPr>
          <p:cNvCxnSpPr>
            <a:cxnSpLocks/>
            <a:stCxn id="14" idx="1"/>
            <a:endCxn id="13" idx="1"/>
          </p:cNvCxnSpPr>
          <p:nvPr/>
        </p:nvCxnSpPr>
        <p:spPr>
          <a:xfrm rot="10800000" flipV="1">
            <a:off x="4653332" y="1213685"/>
            <a:ext cx="3" cy="2036705"/>
          </a:xfrm>
          <a:prstGeom prst="bentConnector3">
            <a:avLst>
              <a:gd name="adj1" fmla="val 762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E349F6A-FA73-393C-576C-07A57F26C2D5}"/>
              </a:ext>
            </a:extLst>
          </p:cNvPr>
          <p:cNvCxnSpPr>
            <a:cxnSpLocks/>
            <a:stCxn id="6" idx="3"/>
            <a:endCxn id="13" idx="2"/>
          </p:cNvCxnSpPr>
          <p:nvPr/>
        </p:nvCxnSpPr>
        <p:spPr>
          <a:xfrm flipV="1">
            <a:off x="2864768" y="4406833"/>
            <a:ext cx="2730486" cy="569217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02BBD3-B6DF-74C6-341B-B5D73D8A5FF0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V="1">
            <a:off x="3581104" y="2159039"/>
            <a:ext cx="10263" cy="65470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874661" y="1971139"/>
            <a:ext cx="1432544" cy="738996"/>
          </a:xfrm>
          <a:prstGeom prst="borderCallout2">
            <a:avLst>
              <a:gd name="adj1" fmla="val 34456"/>
              <a:gd name="adj2" fmla="val 99807"/>
              <a:gd name="adj3" fmla="val 32790"/>
              <a:gd name="adj4" fmla="val 134324"/>
              <a:gd name="adj5" fmla="val 7897"/>
              <a:gd name="adj6" fmla="val 154205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sample tests mode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training mode</a:t>
            </a:r>
          </a:p>
          <a:p>
            <a:pPr>
              <a:buNone/>
            </a:pPr>
            <a:r>
              <a:rPr lang="en-US" sz="9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real exam mode</a:t>
            </a:r>
            <a:endParaRPr lang="fa-IR" sz="90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6889865" y="1062341"/>
            <a:ext cx="959434" cy="422443"/>
          </a:xfrm>
          <a:prstGeom prst="borderCallout2">
            <a:avLst>
              <a:gd name="adj1" fmla="val 98044"/>
              <a:gd name="adj2" fmla="val 15958"/>
              <a:gd name="adj3" fmla="val 137312"/>
              <a:gd name="adj4" fmla="val 3938"/>
              <a:gd name="adj5" fmla="val 138973"/>
              <a:gd name="adj6" fmla="val -8906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6689821" y="2750821"/>
            <a:ext cx="1359523" cy="873690"/>
          </a:xfrm>
          <a:prstGeom prst="borderCallout2">
            <a:avLst>
              <a:gd name="adj1" fmla="val 100307"/>
              <a:gd name="adj2" fmla="val 22525"/>
              <a:gd name="adj3" fmla="val 129777"/>
              <a:gd name="adj4" fmla="val 21251"/>
              <a:gd name="adj5" fmla="val 169224"/>
              <a:gd name="adj6" fmla="val -3749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report problem</a:t>
            </a: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1705801" y="6013050"/>
            <a:ext cx="1121928" cy="523401"/>
          </a:xfrm>
          <a:prstGeom prst="borderCallout2">
            <a:avLst>
              <a:gd name="adj1" fmla="val -4318"/>
              <a:gd name="adj2" fmla="val 32142"/>
              <a:gd name="adj3" fmla="val -18512"/>
              <a:gd name="adj4" fmla="val 45337"/>
              <a:gd name="adj5" fmla="val -74869"/>
              <a:gd name="adj6" fmla="val 4658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options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281189" y="6013050"/>
            <a:ext cx="1210460" cy="523401"/>
          </a:xfrm>
          <a:prstGeom prst="borderCallout2">
            <a:avLst>
              <a:gd name="adj1" fmla="val 687"/>
              <a:gd name="adj2" fmla="val 83047"/>
              <a:gd name="adj3" fmla="val -29287"/>
              <a:gd name="adj4" fmla="val 65873"/>
              <a:gd name="adj5" fmla="val -163272"/>
              <a:gd name="adj6" fmla="val 65487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9" y="14468"/>
            <a:ext cx="920915" cy="208302"/>
          </a:xfrm>
          <a:prstGeom prst="rect">
            <a:avLst/>
          </a:prstGeom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8357663" y="5341217"/>
            <a:ext cx="1493634" cy="933533"/>
          </a:xfrm>
          <a:prstGeom prst="borderCallout2">
            <a:avLst>
              <a:gd name="adj1" fmla="val -888"/>
              <a:gd name="adj2" fmla="val 21074"/>
              <a:gd name="adj3" fmla="val -39783"/>
              <a:gd name="adj4" fmla="val 21222"/>
              <a:gd name="adj5" fmla="val -57207"/>
              <a:gd name="adj6" fmla="val 4424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RunningExams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ReviewRunningExam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321152" y="5170417"/>
            <a:ext cx="1718015" cy="119913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D88D66-666E-2091-745D-DFF26FC22F3F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 bwMode="auto">
          <a:xfrm rot="5400000">
            <a:off x="2762465" y="3470607"/>
            <a:ext cx="351398" cy="128588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4520952" y="5157192"/>
            <a:ext cx="1565596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A93A52C-B789-868C-2423-D4604C31F63C}"/>
              </a:ext>
            </a:extLst>
          </p:cNvPr>
          <p:cNvCxnSpPr>
            <a:cxnSpLocks/>
            <a:stCxn id="12" idx="2"/>
            <a:endCxn id="71" idx="2"/>
          </p:cNvCxnSpPr>
          <p:nvPr/>
        </p:nvCxnSpPr>
        <p:spPr bwMode="auto">
          <a:xfrm rot="5400000">
            <a:off x="5991459" y="4181451"/>
            <a:ext cx="1512168" cy="2887586"/>
          </a:xfrm>
          <a:prstGeom prst="bentConnector3">
            <a:avLst>
              <a:gd name="adj1" fmla="val 11511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CCB19F5-218A-A23F-FA17-6CD1C6512B4D}"/>
              </a:ext>
            </a:extLst>
          </p:cNvPr>
          <p:cNvCxnSpPr>
            <a:cxnSpLocks/>
            <a:stCxn id="4" idx="2"/>
            <a:endCxn id="71" idx="1"/>
          </p:cNvCxnSpPr>
          <p:nvPr/>
        </p:nvCxnSpPr>
        <p:spPr bwMode="auto">
          <a:xfrm rot="16200000" flipH="1">
            <a:off x="3135322" y="4383630"/>
            <a:ext cx="1831412" cy="93984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17221F67-B11B-3ADB-2B3A-42D1D53419F6}"/>
              </a:ext>
            </a:extLst>
          </p:cNvPr>
          <p:cNvSpPr txBox="1"/>
          <p:nvPr/>
        </p:nvSpPr>
        <p:spPr>
          <a:xfrm>
            <a:off x="37594" y="174539"/>
            <a:ext cx="892767" cy="2616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0"/>
            <a:r>
              <a:rPr lang="en-US" sz="1050"/>
              <a:t>x.msht.ir</a:t>
            </a:r>
            <a:endParaRPr lang="fa-IR" sz="1050"/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616258" y="225202"/>
            <a:ext cx="976444" cy="6835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621441" y="1819652"/>
            <a:ext cx="971261" cy="78522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427F5A-D31A-B8E4-4C19-748860B07473}"/>
              </a:ext>
            </a:extLst>
          </p:cNvPr>
          <p:cNvCxnSpPr>
            <a:cxnSpLocks/>
            <a:stCxn id="23" idx="3"/>
            <a:endCxn id="22" idx="3"/>
          </p:cNvCxnSpPr>
          <p:nvPr/>
        </p:nvCxnSpPr>
        <p:spPr bwMode="auto">
          <a:xfrm flipV="1">
            <a:off x="9592702" y="566961"/>
            <a:ext cx="12700" cy="1645302"/>
          </a:xfrm>
          <a:prstGeom prst="bentConnector3">
            <a:avLst>
              <a:gd name="adj1" fmla="val 18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B6F1D23-E903-D4AF-4DF7-E4C999E50AB4}"/>
              </a:ext>
            </a:extLst>
          </p:cNvPr>
          <p:cNvCxnSpPr>
            <a:cxnSpLocks/>
            <a:stCxn id="23" idx="3"/>
            <a:endCxn id="11" idx="3"/>
          </p:cNvCxnSpPr>
          <p:nvPr/>
        </p:nvCxnSpPr>
        <p:spPr bwMode="auto">
          <a:xfrm>
            <a:off x="9592702" y="2212263"/>
            <a:ext cx="12700" cy="1004091"/>
          </a:xfrm>
          <a:prstGeom prst="bentConnector3">
            <a:avLst>
              <a:gd name="adj1" fmla="val 18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9345826" y="17728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3824262" y="268618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2576736" y="268618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2555229" y="42210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1312522" y="42210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3808861" y="49139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874661" y="49139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2521330" y="49047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9345826" y="278471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8508192" y="3801747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6186610" y="49047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6191540" y="216908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5838660" y="513333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7689304" y="5445224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A3019A00-EBEA-7785-B233-377748D48B18}"/>
              </a:ext>
            </a:extLst>
          </p:cNvPr>
          <p:cNvCxnSpPr>
            <a:cxnSpLocks/>
            <a:stCxn id="71" idx="3"/>
            <a:endCxn id="56" idx="1"/>
          </p:cNvCxnSpPr>
          <p:nvPr/>
        </p:nvCxnSpPr>
        <p:spPr bwMode="auto">
          <a:xfrm>
            <a:off x="6086548" y="5769260"/>
            <a:ext cx="234604" cy="72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E946DC9-7A59-6BE0-1CBA-FC8B91288750}"/>
              </a:ext>
            </a:extLst>
          </p:cNvPr>
          <p:cNvCxnSpPr>
            <a:cxnSpLocks/>
            <a:stCxn id="11" idx="2"/>
            <a:endCxn id="12" idx="3"/>
          </p:cNvCxnSpPr>
          <p:nvPr/>
        </p:nvCxnSpPr>
        <p:spPr bwMode="auto">
          <a:xfrm rot="5400000">
            <a:off x="8557271" y="3832147"/>
            <a:ext cx="806340" cy="288078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69906567-1748-EB94-8006-F3D0E914851F}"/>
              </a:ext>
            </a:extLst>
          </p:cNvPr>
          <p:cNvSpPr/>
          <p:nvPr/>
        </p:nvSpPr>
        <p:spPr bwMode="auto">
          <a:xfrm>
            <a:off x="3648806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D3031B41-2B32-6AB7-2299-14E6EE009D30}"/>
              </a:ext>
            </a:extLst>
          </p:cNvPr>
          <p:cNvSpPr/>
          <p:nvPr/>
        </p:nvSpPr>
        <p:spPr bwMode="auto">
          <a:xfrm>
            <a:off x="3738654" y="2814337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504F84C-D7B1-DDB8-2F2F-1EA4D0AE6DEB}"/>
              </a:ext>
            </a:extLst>
          </p:cNvPr>
          <p:cNvSpPr/>
          <p:nvPr/>
        </p:nvSpPr>
        <p:spPr bwMode="auto">
          <a:xfrm>
            <a:off x="3648806" y="3803943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E0D4AAD0-4FCC-DCAC-2CFE-47086B3960EC}"/>
              </a:ext>
            </a:extLst>
          </p:cNvPr>
          <p:cNvSpPr/>
          <p:nvPr/>
        </p:nvSpPr>
        <p:spPr bwMode="auto">
          <a:xfrm>
            <a:off x="3094475" y="4187842"/>
            <a:ext cx="846257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8CC5854-1C9F-9FFB-C272-BFA80B7E88CE}"/>
              </a:ext>
            </a:extLst>
          </p:cNvPr>
          <p:cNvSpPr/>
          <p:nvPr/>
        </p:nvSpPr>
        <p:spPr bwMode="auto">
          <a:xfrm>
            <a:off x="5088398" y="1922713"/>
            <a:ext cx="1152128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D426AC9F-86C4-1D75-2424-EEE2B887EA5F}"/>
              </a:ext>
            </a:extLst>
          </p:cNvPr>
          <p:cNvSpPr/>
          <p:nvPr/>
        </p:nvSpPr>
        <p:spPr bwMode="auto">
          <a:xfrm>
            <a:off x="5737038" y="772296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0FBE8528-8F9D-985F-1619-ED3C166E36F2}"/>
              </a:ext>
            </a:extLst>
          </p:cNvPr>
          <p:cNvSpPr/>
          <p:nvPr/>
        </p:nvSpPr>
        <p:spPr bwMode="auto">
          <a:xfrm>
            <a:off x="6085300" y="1239690"/>
            <a:ext cx="108012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83EC89F0-FB6B-26C4-BAE9-6F1903A7C4EC}"/>
              </a:ext>
            </a:extLst>
          </p:cNvPr>
          <p:cNvSpPr/>
          <p:nvPr/>
        </p:nvSpPr>
        <p:spPr bwMode="auto">
          <a:xfrm>
            <a:off x="5737038" y="3039132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E4DC8906-044A-3598-BB48-FEB146D5C8DF}"/>
              </a:ext>
            </a:extLst>
          </p:cNvPr>
          <p:cNvSpPr/>
          <p:nvPr/>
        </p:nvSpPr>
        <p:spPr bwMode="auto">
          <a:xfrm>
            <a:off x="6586705" y="3390208"/>
            <a:ext cx="1800201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18CC620E-7B58-01B7-312E-4F4C46088563}"/>
              </a:ext>
            </a:extLst>
          </p:cNvPr>
          <p:cNvSpPr/>
          <p:nvPr/>
        </p:nvSpPr>
        <p:spPr bwMode="auto">
          <a:xfrm>
            <a:off x="7033183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962DA797-003B-D107-57F2-ADEB04BDCB4F}"/>
              </a:ext>
            </a:extLst>
          </p:cNvPr>
          <p:cNvSpPr/>
          <p:nvPr/>
        </p:nvSpPr>
        <p:spPr bwMode="auto">
          <a:xfrm>
            <a:off x="8257318" y="1832695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9E32A226-C218-8310-2A70-265895BD5674}"/>
              </a:ext>
            </a:extLst>
          </p:cNvPr>
          <p:cNvSpPr/>
          <p:nvPr/>
        </p:nvSpPr>
        <p:spPr bwMode="auto">
          <a:xfrm>
            <a:off x="4692922" y="5539446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BCF2EE6E-51C3-3B13-89A3-E1DF170923A4}"/>
              </a:ext>
            </a:extLst>
          </p:cNvPr>
          <p:cNvSpPr/>
          <p:nvPr/>
        </p:nvSpPr>
        <p:spPr bwMode="auto">
          <a:xfrm>
            <a:off x="277887" y="2723823"/>
            <a:ext cx="144016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4F5CD034-3F22-CDE2-EB0D-7EE7BB2FADE9}"/>
              </a:ext>
            </a:extLst>
          </p:cNvPr>
          <p:cNvSpPr/>
          <p:nvPr/>
        </p:nvSpPr>
        <p:spPr bwMode="auto">
          <a:xfrm>
            <a:off x="358943" y="1844824"/>
            <a:ext cx="1713737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14EF010-6938-3C0E-341D-9EE998AD6FD7}"/>
              </a:ext>
            </a:extLst>
          </p:cNvPr>
          <p:cNvSpPr/>
          <p:nvPr/>
        </p:nvSpPr>
        <p:spPr>
          <a:xfrm rot="21025772">
            <a:off x="3425954" y="1078811"/>
            <a:ext cx="2393208" cy="664233"/>
          </a:xfrm>
          <a:custGeom>
            <a:avLst/>
            <a:gdLst>
              <a:gd name="connsiteX0" fmla="*/ 0 w 1470211"/>
              <a:gd name="connsiteY0" fmla="*/ 946406 h 946406"/>
              <a:gd name="connsiteX1" fmla="*/ 618564 w 1470211"/>
              <a:gd name="connsiteY1" fmla="*/ 85794 h 946406"/>
              <a:gd name="connsiteX2" fmla="*/ 1470211 w 1470211"/>
              <a:gd name="connsiteY2" fmla="*/ 76829 h 946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0211" h="946406">
                <a:moveTo>
                  <a:pt x="0" y="946406"/>
                </a:moveTo>
                <a:cubicBezTo>
                  <a:pt x="186764" y="588564"/>
                  <a:pt x="373529" y="230723"/>
                  <a:pt x="618564" y="85794"/>
                </a:cubicBezTo>
                <a:cubicBezTo>
                  <a:pt x="863599" y="-59136"/>
                  <a:pt x="1166905" y="8846"/>
                  <a:pt x="1470211" y="7682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53D40F2-248D-C49B-596D-4E0C4AE172E3}"/>
              </a:ext>
            </a:extLst>
          </p:cNvPr>
          <p:cNvSpPr/>
          <p:nvPr/>
        </p:nvSpPr>
        <p:spPr>
          <a:xfrm>
            <a:off x="4601949" y="2259691"/>
            <a:ext cx="1145341" cy="96818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C7E3C7A9-90D4-DC90-8651-67223AFDE4C3}"/>
              </a:ext>
            </a:extLst>
          </p:cNvPr>
          <p:cNvSpPr/>
          <p:nvPr/>
        </p:nvSpPr>
        <p:spPr>
          <a:xfrm rot="11084869">
            <a:off x="2991932" y="4527572"/>
            <a:ext cx="1766590" cy="1098009"/>
          </a:xfrm>
          <a:custGeom>
            <a:avLst/>
            <a:gdLst>
              <a:gd name="connsiteX0" fmla="*/ 0 w 1264023"/>
              <a:gd name="connsiteY0" fmla="*/ 0 h 1075764"/>
              <a:gd name="connsiteX1" fmla="*/ 941294 w 1264023"/>
              <a:gd name="connsiteY1" fmla="*/ 502023 h 1075764"/>
              <a:gd name="connsiteX2" fmla="*/ 1264023 w 1264023"/>
              <a:gd name="connsiteY2" fmla="*/ 1075764 h 1075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4023" h="1075764">
                <a:moveTo>
                  <a:pt x="0" y="0"/>
                </a:moveTo>
                <a:cubicBezTo>
                  <a:pt x="365312" y="161364"/>
                  <a:pt x="730624" y="322729"/>
                  <a:pt x="941294" y="502023"/>
                </a:cubicBezTo>
                <a:cubicBezTo>
                  <a:pt x="1151964" y="681317"/>
                  <a:pt x="1207993" y="878540"/>
                  <a:pt x="1264023" y="10757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79C87FAB-49CC-4EE8-8467-65D95E3714B5}"/>
              </a:ext>
            </a:extLst>
          </p:cNvPr>
          <p:cNvSpPr/>
          <p:nvPr/>
        </p:nvSpPr>
        <p:spPr>
          <a:xfrm>
            <a:off x="1557114" y="3155871"/>
            <a:ext cx="1416055" cy="1726979"/>
          </a:xfrm>
          <a:custGeom>
            <a:avLst/>
            <a:gdLst>
              <a:gd name="connsiteX0" fmla="*/ 2976282 w 2976282"/>
              <a:gd name="connsiteY0" fmla="*/ 1281953 h 1757252"/>
              <a:gd name="connsiteX1" fmla="*/ 2115670 w 2976282"/>
              <a:gd name="connsiteY1" fmla="*/ 1757083 h 1757252"/>
              <a:gd name="connsiteX2" fmla="*/ 770965 w 2976282"/>
              <a:gd name="connsiteY2" fmla="*/ 1317812 h 1757252"/>
              <a:gd name="connsiteX3" fmla="*/ 0 w 2976282"/>
              <a:gd name="connsiteY3" fmla="*/ 0 h 1757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76282" h="1757252">
                <a:moveTo>
                  <a:pt x="2976282" y="1281953"/>
                </a:moveTo>
                <a:cubicBezTo>
                  <a:pt x="2729752" y="1516530"/>
                  <a:pt x="2483223" y="1751107"/>
                  <a:pt x="2115670" y="1757083"/>
                </a:cubicBezTo>
                <a:cubicBezTo>
                  <a:pt x="1748117" y="1763059"/>
                  <a:pt x="1123577" y="1610659"/>
                  <a:pt x="770965" y="1317812"/>
                </a:cubicBezTo>
                <a:cubicBezTo>
                  <a:pt x="418353" y="1024965"/>
                  <a:pt x="209176" y="512482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D331A2-D0CF-213F-4491-652B37D1055D}"/>
              </a:ext>
            </a:extLst>
          </p:cNvPr>
          <p:cNvSpPr/>
          <p:nvPr/>
        </p:nvSpPr>
        <p:spPr>
          <a:xfrm rot="10542234">
            <a:off x="6427128" y="622362"/>
            <a:ext cx="1209163" cy="1245742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6DF96DEE-DFCA-3749-6990-805281444A84}"/>
              </a:ext>
            </a:extLst>
          </p:cNvPr>
          <p:cNvSpPr/>
          <p:nvPr/>
        </p:nvSpPr>
        <p:spPr>
          <a:xfrm>
            <a:off x="6383241" y="2060848"/>
            <a:ext cx="650618" cy="976261"/>
          </a:xfrm>
          <a:custGeom>
            <a:avLst/>
            <a:gdLst>
              <a:gd name="connsiteX0" fmla="*/ 0 w 788895"/>
              <a:gd name="connsiteY0" fmla="*/ 896471 h 896471"/>
              <a:gd name="connsiteX1" fmla="*/ 224118 w 788895"/>
              <a:gd name="connsiteY1" fmla="*/ 188259 h 896471"/>
              <a:gd name="connsiteX2" fmla="*/ 788895 w 788895"/>
              <a:gd name="connsiteY2" fmla="*/ 0 h 896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895" h="896471">
                <a:moveTo>
                  <a:pt x="0" y="896471"/>
                </a:moveTo>
                <a:cubicBezTo>
                  <a:pt x="46318" y="617071"/>
                  <a:pt x="92636" y="337671"/>
                  <a:pt x="224118" y="188259"/>
                </a:cubicBezTo>
                <a:cubicBezTo>
                  <a:pt x="355600" y="38847"/>
                  <a:pt x="572247" y="19423"/>
                  <a:pt x="78889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EC950A-D2FD-4B81-2960-0CD32E90850D}"/>
              </a:ext>
            </a:extLst>
          </p:cNvPr>
          <p:cNvSpPr/>
          <p:nvPr/>
        </p:nvSpPr>
        <p:spPr>
          <a:xfrm rot="305268">
            <a:off x="6637949" y="2183695"/>
            <a:ext cx="2608960" cy="3655377"/>
          </a:xfrm>
          <a:custGeom>
            <a:avLst/>
            <a:gdLst>
              <a:gd name="connsiteX0" fmla="*/ 0 w 2983607"/>
              <a:gd name="connsiteY0" fmla="*/ 3478305 h 3478305"/>
              <a:gd name="connsiteX1" fmla="*/ 2626659 w 2983607"/>
              <a:gd name="connsiteY1" fmla="*/ 2662517 h 3478305"/>
              <a:gd name="connsiteX2" fmla="*/ 2958353 w 2983607"/>
              <a:gd name="connsiteY2" fmla="*/ 968188 h 3478305"/>
              <a:gd name="connsiteX3" fmla="*/ 2626659 w 2983607"/>
              <a:gd name="connsiteY3" fmla="*/ 0 h 3478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3607" h="3478305">
                <a:moveTo>
                  <a:pt x="0" y="3478305"/>
                </a:moveTo>
                <a:cubicBezTo>
                  <a:pt x="1066800" y="3279587"/>
                  <a:pt x="2133600" y="3080870"/>
                  <a:pt x="2626659" y="2662517"/>
                </a:cubicBezTo>
                <a:cubicBezTo>
                  <a:pt x="3119718" y="2244164"/>
                  <a:pt x="2958353" y="1411941"/>
                  <a:pt x="2958353" y="968188"/>
                </a:cubicBezTo>
                <a:cubicBezTo>
                  <a:pt x="2958353" y="524435"/>
                  <a:pt x="2792506" y="262217"/>
                  <a:pt x="2626659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4882DD05-9430-2BA5-23ED-80FF95F13443}"/>
              </a:ext>
            </a:extLst>
          </p:cNvPr>
          <p:cNvSpPr/>
          <p:nvPr/>
        </p:nvSpPr>
        <p:spPr>
          <a:xfrm rot="772612">
            <a:off x="8189862" y="1558132"/>
            <a:ext cx="675699" cy="201809"/>
          </a:xfrm>
          <a:custGeom>
            <a:avLst/>
            <a:gdLst>
              <a:gd name="connsiteX0" fmla="*/ 0 w 1039906"/>
              <a:gd name="connsiteY0" fmla="*/ 340697 h 358627"/>
              <a:gd name="connsiteX1" fmla="*/ 519953 w 1039906"/>
              <a:gd name="connsiteY1" fmla="*/ 38 h 358627"/>
              <a:gd name="connsiteX2" fmla="*/ 1039906 w 1039906"/>
              <a:gd name="connsiteY2" fmla="*/ 358627 h 3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39906" h="358627">
                <a:moveTo>
                  <a:pt x="0" y="340697"/>
                </a:moveTo>
                <a:cubicBezTo>
                  <a:pt x="173317" y="168873"/>
                  <a:pt x="346635" y="-2950"/>
                  <a:pt x="519953" y="38"/>
                </a:cubicBezTo>
                <a:cubicBezTo>
                  <a:pt x="693271" y="3026"/>
                  <a:pt x="866588" y="180826"/>
                  <a:pt x="1039906" y="3586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C8FD1387-B4E9-3F30-94DF-2D6012FDF22D}"/>
              </a:ext>
            </a:extLst>
          </p:cNvPr>
          <p:cNvSpPr/>
          <p:nvPr/>
        </p:nvSpPr>
        <p:spPr>
          <a:xfrm rot="180035">
            <a:off x="1604364" y="133944"/>
            <a:ext cx="4571715" cy="1833860"/>
          </a:xfrm>
          <a:custGeom>
            <a:avLst/>
            <a:gdLst>
              <a:gd name="connsiteX0" fmla="*/ 5038165 w 5038165"/>
              <a:gd name="connsiteY0" fmla="*/ 548850 h 1821838"/>
              <a:gd name="connsiteX1" fmla="*/ 4159624 w 5038165"/>
              <a:gd name="connsiteY1" fmla="*/ 64756 h 1821838"/>
              <a:gd name="connsiteX2" fmla="*/ 1524000 w 5038165"/>
              <a:gd name="connsiteY2" fmla="*/ 199226 h 1821838"/>
              <a:gd name="connsiteX3" fmla="*/ 0 w 5038165"/>
              <a:gd name="connsiteY3" fmla="*/ 1821838 h 182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38165" h="1821838">
                <a:moveTo>
                  <a:pt x="5038165" y="548850"/>
                </a:moveTo>
                <a:cubicBezTo>
                  <a:pt x="4891741" y="335938"/>
                  <a:pt x="4745318" y="123027"/>
                  <a:pt x="4159624" y="64756"/>
                </a:cubicBezTo>
                <a:cubicBezTo>
                  <a:pt x="3573930" y="6485"/>
                  <a:pt x="2217271" y="-93621"/>
                  <a:pt x="1524000" y="199226"/>
                </a:cubicBezTo>
                <a:cubicBezTo>
                  <a:pt x="830729" y="492073"/>
                  <a:pt x="415364" y="1156955"/>
                  <a:pt x="0" y="18218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202F33A5-5051-3C5A-BD19-F10D186B9A5E}"/>
              </a:ext>
            </a:extLst>
          </p:cNvPr>
          <p:cNvSpPr/>
          <p:nvPr/>
        </p:nvSpPr>
        <p:spPr>
          <a:xfrm rot="21068835">
            <a:off x="4991828" y="3403713"/>
            <a:ext cx="812111" cy="2080626"/>
          </a:xfrm>
          <a:custGeom>
            <a:avLst/>
            <a:gdLst>
              <a:gd name="connsiteX0" fmla="*/ 819057 w 819057"/>
              <a:gd name="connsiteY0" fmla="*/ 0 h 2070847"/>
              <a:gd name="connsiteX1" fmla="*/ 101880 w 819057"/>
              <a:gd name="connsiteY1" fmla="*/ 977153 h 2070847"/>
              <a:gd name="connsiteX2" fmla="*/ 21198 w 819057"/>
              <a:gd name="connsiteY2" fmla="*/ 2070847 h 2070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9057" h="2070847">
                <a:moveTo>
                  <a:pt x="819057" y="0"/>
                </a:moveTo>
                <a:cubicBezTo>
                  <a:pt x="526956" y="316006"/>
                  <a:pt x="234856" y="632012"/>
                  <a:pt x="101880" y="977153"/>
                </a:cubicBezTo>
                <a:cubicBezTo>
                  <a:pt x="-31096" y="1322294"/>
                  <a:pt x="-4949" y="1696570"/>
                  <a:pt x="21198" y="207084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29DAE4-DB41-AE5D-2417-8AC4E763DAA2}"/>
              </a:ext>
            </a:extLst>
          </p:cNvPr>
          <p:cNvSpPr/>
          <p:nvPr/>
        </p:nvSpPr>
        <p:spPr bwMode="auto">
          <a:xfrm>
            <a:off x="3540702" y="280111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6E5A19-E85E-77F7-057B-7B3341F86A4F}"/>
              </a:ext>
            </a:extLst>
          </p:cNvPr>
          <p:cNvSpPr/>
          <p:nvPr/>
        </p:nvSpPr>
        <p:spPr bwMode="auto">
          <a:xfrm>
            <a:off x="3448847" y="168446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823AB6-0A51-32D0-C7BA-2E155E6C4A95}"/>
              </a:ext>
            </a:extLst>
          </p:cNvPr>
          <p:cNvSpPr/>
          <p:nvPr/>
        </p:nvSpPr>
        <p:spPr bwMode="auto">
          <a:xfrm>
            <a:off x="4839956" y="192166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506A92-C627-2D82-BCD4-0E2E9C9E2A93}"/>
              </a:ext>
            </a:extLst>
          </p:cNvPr>
          <p:cNvSpPr/>
          <p:nvPr/>
        </p:nvSpPr>
        <p:spPr bwMode="auto">
          <a:xfrm>
            <a:off x="6099606" y="6206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41F14-86F4-09B7-F9BC-DD3DFB3C5568}"/>
              </a:ext>
            </a:extLst>
          </p:cNvPr>
          <p:cNvSpPr/>
          <p:nvPr/>
        </p:nvSpPr>
        <p:spPr bwMode="auto">
          <a:xfrm>
            <a:off x="5866748" y="123143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4AC010-6D83-33EC-62E6-3D3628888634}"/>
              </a:ext>
            </a:extLst>
          </p:cNvPr>
          <p:cNvSpPr/>
          <p:nvPr/>
        </p:nvSpPr>
        <p:spPr bwMode="auto">
          <a:xfrm>
            <a:off x="5570736" y="312440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218F53-4E7E-7846-3A64-AEA25DC1DA78}"/>
              </a:ext>
            </a:extLst>
          </p:cNvPr>
          <p:cNvSpPr/>
          <p:nvPr/>
        </p:nvSpPr>
        <p:spPr bwMode="auto">
          <a:xfrm>
            <a:off x="7897279" y="16113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1CBD1C-529C-95A9-CD00-77CFBEDE60FB}"/>
              </a:ext>
            </a:extLst>
          </p:cNvPr>
          <p:cNvSpPr/>
          <p:nvPr/>
        </p:nvSpPr>
        <p:spPr bwMode="auto">
          <a:xfrm>
            <a:off x="6362953" y="337819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31348A-FBF9-A1ED-AC2F-6CA801913EB2}"/>
              </a:ext>
            </a:extLst>
          </p:cNvPr>
          <p:cNvSpPr/>
          <p:nvPr/>
        </p:nvSpPr>
        <p:spPr bwMode="auto">
          <a:xfrm>
            <a:off x="4446346" y="362806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91D76E8-7214-17C6-F9ED-7155246EDE04}"/>
              </a:ext>
            </a:extLst>
          </p:cNvPr>
          <p:cNvSpPr/>
          <p:nvPr/>
        </p:nvSpPr>
        <p:spPr bwMode="auto">
          <a:xfrm>
            <a:off x="2748018" y="419062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4A9FD8-959B-38C0-1D77-3997B806CA72}"/>
              </a:ext>
            </a:extLst>
          </p:cNvPr>
          <p:cNvSpPr/>
          <p:nvPr/>
        </p:nvSpPr>
        <p:spPr bwMode="auto">
          <a:xfrm>
            <a:off x="6164621" y="562582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35EA43-F3DB-E2F8-479F-52C5BE0D6683}"/>
              </a:ext>
            </a:extLst>
          </p:cNvPr>
          <p:cNvSpPr/>
          <p:nvPr/>
        </p:nvSpPr>
        <p:spPr bwMode="auto">
          <a:xfrm>
            <a:off x="9261495" y="16584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EF6A6F-25B6-33A8-027B-D62A4D82E484}"/>
              </a:ext>
            </a:extLst>
          </p:cNvPr>
          <p:cNvSpPr/>
          <p:nvPr/>
        </p:nvSpPr>
        <p:spPr bwMode="auto">
          <a:xfrm>
            <a:off x="195089" y="256623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D7D786-C6AB-16AF-9442-77A87021CC54}"/>
              </a:ext>
            </a:extLst>
          </p:cNvPr>
          <p:cNvSpPr/>
          <p:nvPr/>
        </p:nvSpPr>
        <p:spPr bwMode="auto">
          <a:xfrm>
            <a:off x="283194" y="167669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A4F46B05-C1D6-F158-8E80-E93D71D2B353}"/>
              </a:ext>
            </a:extLst>
          </p:cNvPr>
          <p:cNvSpPr/>
          <p:nvPr/>
        </p:nvSpPr>
        <p:spPr>
          <a:xfrm rot="11382122" flipH="1">
            <a:off x="120555" y="2216722"/>
            <a:ext cx="195818" cy="540288"/>
          </a:xfrm>
          <a:custGeom>
            <a:avLst/>
            <a:gdLst>
              <a:gd name="connsiteX0" fmla="*/ 260087 w 286981"/>
              <a:gd name="connsiteY0" fmla="*/ 0 h 806823"/>
              <a:gd name="connsiteX1" fmla="*/ 110 w 286981"/>
              <a:gd name="connsiteY1" fmla="*/ 358588 h 806823"/>
              <a:gd name="connsiteX2" fmla="*/ 286981 w 286981"/>
              <a:gd name="connsiteY2" fmla="*/ 806823 h 806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981" h="806823">
                <a:moveTo>
                  <a:pt x="260087" y="0"/>
                </a:moveTo>
                <a:cubicBezTo>
                  <a:pt x="127857" y="112059"/>
                  <a:pt x="-4372" y="224118"/>
                  <a:pt x="110" y="358588"/>
                </a:cubicBezTo>
                <a:cubicBezTo>
                  <a:pt x="4592" y="493058"/>
                  <a:pt x="145786" y="649940"/>
                  <a:pt x="286981" y="80682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D5523E-B334-F32F-3F68-3790949AB52A}"/>
              </a:ext>
            </a:extLst>
          </p:cNvPr>
          <p:cNvSpPr/>
          <p:nvPr/>
        </p:nvSpPr>
        <p:spPr>
          <a:xfrm rot="688199" flipH="1">
            <a:off x="1858466" y="1711958"/>
            <a:ext cx="1485280" cy="1320157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988DA9B-B721-6C1E-CD14-B3ABEDC9F985}"/>
              </a:ext>
            </a:extLst>
          </p:cNvPr>
          <p:cNvSpPr/>
          <p:nvPr/>
        </p:nvSpPr>
        <p:spPr>
          <a:xfrm rot="4000625">
            <a:off x="3669778" y="2303908"/>
            <a:ext cx="410032" cy="50759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CABFBC-96D5-F197-4F1B-A3122FDC0E82}"/>
              </a:ext>
            </a:extLst>
          </p:cNvPr>
          <p:cNvSpPr/>
          <p:nvPr/>
        </p:nvSpPr>
        <p:spPr>
          <a:xfrm rot="365972">
            <a:off x="3649041" y="3090759"/>
            <a:ext cx="397662" cy="694021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004589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7AEF-BC8E-3625-6141-27374DF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FE9CA17-1F39-209F-FB1A-A4AFC054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080" y="2381604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006006-380F-8208-6E79-6E80A79AE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97" y="933661"/>
            <a:ext cx="720000" cy="1144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6585-812E-252F-8843-63057F5CF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880" y="971465"/>
            <a:ext cx="720000" cy="10690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3C1CD3-BDF3-2872-F4A7-5710A409F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75" y="1041167"/>
            <a:ext cx="720000" cy="929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7C107-8D49-61DE-4AFE-CCDBF1226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A35423-E2C2-BE78-0394-92A81262EEFC}"/>
              </a:ext>
            </a:extLst>
          </p:cNvPr>
          <p:cNvSpPr txBox="1"/>
          <p:nvPr/>
        </p:nvSpPr>
        <p:spPr>
          <a:xfrm>
            <a:off x="2301666" y="1513931"/>
            <a:ext cx="142668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a-IR" sz="1050"/>
              <a:t>start an exam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continue an exam</a:t>
            </a:r>
            <a:endParaRPr lang="fa-IR" sz="105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2F32F1A-3EBC-2B8D-BDC2-AC77588A95F5}"/>
              </a:ext>
            </a:extLst>
          </p:cNvPr>
          <p:cNvCxnSpPr>
            <a:cxnSpLocks/>
            <a:stCxn id="15" idx="2"/>
            <a:endCxn id="13" idx="1"/>
          </p:cNvCxnSpPr>
          <p:nvPr/>
        </p:nvCxnSpPr>
        <p:spPr>
          <a:xfrm rot="16200000" flipH="1">
            <a:off x="3382576" y="614797"/>
            <a:ext cx="827025" cy="37539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DF0EDF-650B-37EC-F431-8318D6F9887C}"/>
              </a:ext>
            </a:extLst>
          </p:cNvPr>
          <p:cNvSpPr txBox="1"/>
          <p:nvPr/>
        </p:nvSpPr>
        <p:spPr>
          <a:xfrm>
            <a:off x="1918582" y="2683963"/>
            <a:ext cx="12114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report</a:t>
            </a:r>
            <a:endParaRPr lang="fa-IR" sz="105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0D5BCB-90CA-B767-0AA8-72AB0E7961A0}"/>
              </a:ext>
            </a:extLst>
          </p:cNvPr>
          <p:cNvSpPr txBox="1"/>
          <p:nvPr/>
        </p:nvSpPr>
        <p:spPr>
          <a:xfrm>
            <a:off x="1928566" y="3966470"/>
            <a:ext cx="14403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student courses</a:t>
            </a:r>
            <a:endParaRPr lang="fa-IR" sz="105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9A96C85-DBF0-2808-5C7C-0B3EFE91E87E}"/>
              </a:ext>
            </a:extLst>
          </p:cNvPr>
          <p:cNvCxnSpPr>
            <a:cxnSpLocks/>
            <a:stCxn id="15" idx="2"/>
            <a:endCxn id="39" idx="1"/>
          </p:cNvCxnSpPr>
          <p:nvPr/>
        </p:nvCxnSpPr>
        <p:spPr>
          <a:xfrm rot="16200000" flipH="1">
            <a:off x="2989391" y="1007982"/>
            <a:ext cx="4175497" cy="63160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E711E135-3571-986C-9C5A-E6404FC3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8235182" y="5872303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CA17D94-4A16-DCFA-2A36-70F08633FC4F}"/>
              </a:ext>
            </a:extLst>
          </p:cNvPr>
          <p:cNvSpPr txBox="1"/>
          <p:nvPr/>
        </p:nvSpPr>
        <p:spPr>
          <a:xfrm>
            <a:off x="7585296" y="5995695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Pass</a:t>
            </a:r>
            <a:endParaRPr lang="fa-IR" sz="105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6BFD7B9-DC3B-D3F4-C9CC-0CE365A54E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318727" y="417445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17FE2F7-1AD0-8692-A41B-A776C94B298E}"/>
              </a:ext>
            </a:extLst>
          </p:cNvPr>
          <p:cNvCxnSpPr>
            <a:cxnSpLocks/>
            <a:stCxn id="15" idx="2"/>
            <a:endCxn id="69" idx="1"/>
          </p:cNvCxnSpPr>
          <p:nvPr/>
        </p:nvCxnSpPr>
        <p:spPr>
          <a:xfrm rot="16200000" flipH="1">
            <a:off x="1826958" y="2170415"/>
            <a:ext cx="2089982" cy="19057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767ABB7-D60A-F383-FB51-5640A70041A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279097" y="1505969"/>
            <a:ext cx="1593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BD6D-0228-FCF4-1836-2F45A3BBBF66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92880" y="1505969"/>
            <a:ext cx="22097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8F85BB0B-AC2E-0025-0E15-5295D9386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4802" y="3735158"/>
            <a:ext cx="720000" cy="8662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B37BE8-EE3B-2395-9E5D-89A6C8E463CE}"/>
              </a:ext>
            </a:extLst>
          </p:cNvPr>
          <p:cNvSpPr txBox="1"/>
          <p:nvPr/>
        </p:nvSpPr>
        <p:spPr>
          <a:xfrm>
            <a:off x="4809498" y="1526439"/>
            <a:ext cx="1273985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select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finish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D2BA4D-E84B-75B5-F711-F24F4BECB18F}"/>
              </a:ext>
            </a:extLst>
          </p:cNvPr>
          <p:cNvSpPr txBox="1"/>
          <p:nvPr/>
        </p:nvSpPr>
        <p:spPr>
          <a:xfrm>
            <a:off x="2141955" y="4149018"/>
            <a:ext cx="1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get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correct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 i="1" u="sng"/>
              <a:t>report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filter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wipe out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back</a:t>
            </a:r>
            <a:endParaRPr lang="fa-IR" sz="9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E0884-8125-E687-06F4-F6BEF1E50AC9}"/>
              </a:ext>
            </a:extLst>
          </p:cNvPr>
          <p:cNvSpPr txBox="1"/>
          <p:nvPr/>
        </p:nvSpPr>
        <p:spPr>
          <a:xfrm>
            <a:off x="6686923" y="808230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</a:t>
            </a:r>
            <a:endParaRPr lang="fa-IR" sz="10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0AD901-C12A-6C4C-073A-A70D2C699710}"/>
              </a:ext>
            </a:extLst>
          </p:cNvPr>
          <p:cNvSpPr txBox="1"/>
          <p:nvPr/>
        </p:nvSpPr>
        <p:spPr>
          <a:xfrm>
            <a:off x="3728864" y="3500476"/>
            <a:ext cx="152630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StudentCourseTest</a:t>
            </a:r>
            <a:endParaRPr lang="fa-IR" sz="105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8E00BB-7010-6158-4BA4-FC6E97124267}"/>
              </a:ext>
            </a:extLst>
          </p:cNvPr>
          <p:cNvSpPr txBox="1"/>
          <p:nvPr/>
        </p:nvSpPr>
        <p:spPr>
          <a:xfrm>
            <a:off x="3810912" y="754631"/>
            <a:ext cx="13991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StudentExamTests</a:t>
            </a:r>
            <a:endParaRPr lang="fa-IR" sz="10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70DFEB-491B-F44E-645E-820950AFB988}"/>
              </a:ext>
            </a:extLst>
          </p:cNvPr>
          <p:cNvSpPr txBox="1"/>
          <p:nvPr/>
        </p:nvSpPr>
        <p:spPr>
          <a:xfrm>
            <a:off x="5682348" y="2162228"/>
            <a:ext cx="146434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ReportStudentExam</a:t>
            </a:r>
            <a:endParaRPr lang="fa-IR" sz="10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A92EE9-82D8-169F-384B-CDDC1E474CA7}"/>
              </a:ext>
            </a:extLst>
          </p:cNvPr>
          <p:cNvSpPr txBox="1"/>
          <p:nvPr/>
        </p:nvSpPr>
        <p:spPr>
          <a:xfrm>
            <a:off x="8145166" y="5589240"/>
            <a:ext cx="12829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ChangePassword</a:t>
            </a:r>
            <a:endParaRPr lang="fa-IR" sz="10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BF87914-220E-2627-74A2-5A1F5AB5287A}"/>
              </a:ext>
            </a:extLst>
          </p:cNvPr>
          <p:cNvSpPr txBox="1"/>
          <p:nvPr/>
        </p:nvSpPr>
        <p:spPr>
          <a:xfrm>
            <a:off x="272480" y="188640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Login</a:t>
            </a:r>
            <a:endParaRPr lang="fa-IR" sz="10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28DBBC-F96E-65A5-67A7-C24B34CD360F}"/>
              </a:ext>
            </a:extLst>
          </p:cNvPr>
          <p:cNvSpPr txBox="1"/>
          <p:nvPr/>
        </p:nvSpPr>
        <p:spPr>
          <a:xfrm>
            <a:off x="1496616" y="708694"/>
            <a:ext cx="11521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</a:t>
            </a:r>
            <a:endParaRPr lang="fa-IR" sz="1050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191D368-F9B7-D57B-60E0-39D6D69B0E9C}"/>
              </a:ext>
            </a:extLst>
          </p:cNvPr>
          <p:cNvCxnSpPr>
            <a:cxnSpLocks/>
            <a:stCxn id="43" idx="2"/>
            <a:endCxn id="15" idx="1"/>
          </p:cNvCxnSpPr>
          <p:nvPr/>
        </p:nvCxnSpPr>
        <p:spPr>
          <a:xfrm rot="16200000" flipH="1">
            <a:off x="956121" y="902992"/>
            <a:ext cx="325583" cy="880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0BDB0B-AD8C-4175-17E7-B145D887EEBD}"/>
              </a:ext>
            </a:extLst>
          </p:cNvPr>
          <p:cNvSpPr txBox="1"/>
          <p:nvPr/>
        </p:nvSpPr>
        <p:spPr>
          <a:xfrm>
            <a:off x="7567447" y="1218673"/>
            <a:ext cx="127398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clear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bookmark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help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866464-FAAB-66D6-4142-C82D448257B3}"/>
              </a:ext>
            </a:extLst>
          </p:cNvPr>
          <p:cNvSpPr txBox="1"/>
          <p:nvPr/>
        </p:nvSpPr>
        <p:spPr>
          <a:xfrm>
            <a:off x="6417715" y="3169523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FE65EBC-59CD-C9D9-185C-ABB199FF8116}"/>
              </a:ext>
            </a:extLst>
          </p:cNvPr>
          <p:cNvSpPr txBox="1"/>
          <p:nvPr/>
        </p:nvSpPr>
        <p:spPr>
          <a:xfrm>
            <a:off x="8985527" y="6343436"/>
            <a:ext cx="72000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save</a:t>
            </a:r>
            <a:endParaRPr lang="fa-IR" sz="10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AFE503-C83B-3F21-F3B2-42EA55617CE7}"/>
              </a:ext>
            </a:extLst>
          </p:cNvPr>
          <p:cNvSpPr txBox="1"/>
          <p:nvPr/>
        </p:nvSpPr>
        <p:spPr>
          <a:xfrm>
            <a:off x="4585554" y="4237638"/>
            <a:ext cx="12739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2FBC9C-2E07-D4BC-2CF2-272751A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920" y="4581128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C1807-490A-3DC1-DDB1-6C3ADF5DB796}"/>
              </a:ext>
            </a:extLst>
          </p:cNvPr>
          <p:cNvSpPr txBox="1"/>
          <p:nvPr/>
        </p:nvSpPr>
        <p:spPr>
          <a:xfrm>
            <a:off x="5682348" y="4345885"/>
            <a:ext cx="16341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ReportStudentCourse</a:t>
            </a:r>
            <a:endParaRPr lang="fa-IR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32CAB-FE1E-EFEA-3663-62E6A01AF1BB}"/>
              </a:ext>
            </a:extLst>
          </p:cNvPr>
          <p:cNvSpPr txBox="1"/>
          <p:nvPr/>
        </p:nvSpPr>
        <p:spPr>
          <a:xfrm>
            <a:off x="6479400" y="5345240"/>
            <a:ext cx="6894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B39F15-CB1C-8191-CDEC-BD0B1B1FFD1A}"/>
              </a:ext>
            </a:extLst>
          </p:cNvPr>
          <p:cNvCxnSpPr>
            <a:cxnSpLocks/>
            <a:stCxn id="15" idx="2"/>
            <a:endCxn id="2" idx="1"/>
          </p:cNvCxnSpPr>
          <p:nvPr/>
        </p:nvCxnSpPr>
        <p:spPr>
          <a:xfrm rot="16200000" flipH="1">
            <a:off x="2294734" y="1702639"/>
            <a:ext cx="3026549" cy="3777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250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9A5AD-53B3-4E78-CCC9-9FDCC57B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64BB5-5E37-A712-F733-382E4CB3B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991"/>
          <a:stretch>
            <a:fillRect/>
          </a:stretch>
        </p:blipFill>
        <p:spPr>
          <a:xfrm>
            <a:off x="202773" y="125755"/>
            <a:ext cx="1822523" cy="2830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6374C94-C534-B3DD-3E89-0E1B3A8568BF}"/>
              </a:ext>
            </a:extLst>
          </p:cNvPr>
          <p:cNvGrpSpPr/>
          <p:nvPr/>
        </p:nvGrpSpPr>
        <p:grpSpPr>
          <a:xfrm>
            <a:off x="1929778" y="3344309"/>
            <a:ext cx="1602036" cy="2164899"/>
            <a:chOff x="2828864" y="4041155"/>
            <a:chExt cx="1692088" cy="25741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AE06B5C-E89D-9FF4-A822-052BBEA4E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5995"/>
            <a:stretch>
              <a:fillRect/>
            </a:stretch>
          </p:blipFill>
          <p:spPr>
            <a:xfrm>
              <a:off x="2828864" y="4041155"/>
              <a:ext cx="1692088" cy="2574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D95B20A-8C2E-D8A4-7F61-6D9B126C504F}"/>
                </a:ext>
              </a:extLst>
            </p:cNvPr>
            <p:cNvSpPr/>
            <p:nvPr/>
          </p:nvSpPr>
          <p:spPr>
            <a:xfrm>
              <a:off x="2972880" y="468922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13AB64-401B-ECB9-FC9B-A06ECCB44DF4}"/>
                </a:ext>
              </a:extLst>
            </p:cNvPr>
            <p:cNvSpPr/>
            <p:nvPr/>
          </p:nvSpPr>
          <p:spPr>
            <a:xfrm>
              <a:off x="2972880" y="504926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2400DA-E2D4-B4F0-354E-46344E68E5A6}"/>
                </a:ext>
              </a:extLst>
            </p:cNvPr>
            <p:cNvSpPr/>
            <p:nvPr/>
          </p:nvSpPr>
          <p:spPr>
            <a:xfrm>
              <a:off x="2972880" y="6273403"/>
              <a:ext cx="640915" cy="144016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AC5DE55-1D47-709A-CDCE-C3464028E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90"/>
          <a:stretch>
            <a:fillRect/>
          </a:stretch>
        </p:blipFill>
        <p:spPr>
          <a:xfrm>
            <a:off x="88088" y="3344309"/>
            <a:ext cx="1715159" cy="3137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9E432E-6781-BC28-592A-5430C6273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9414" y="352415"/>
            <a:ext cx="835683" cy="83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F3C99-8A1D-6816-2DE7-65E0A6006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5AA40BE-34DE-69DD-92B0-276C2C1E6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326" y="161024"/>
            <a:ext cx="1655369" cy="227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C4C359B-88CE-388F-6C66-BD8EE92E6D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0930" y="2564904"/>
            <a:ext cx="1172270" cy="1728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F4CEB-7EA3-F2C9-BDB7-43A08C7742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817" y="4676388"/>
            <a:ext cx="128537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86495B-2E74-0CAC-B320-8B26B076A2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868" y="2733377"/>
            <a:ext cx="1461667" cy="1382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C8CDC7-5908-7A3E-0272-E0ECAC111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5570" y="4618179"/>
            <a:ext cx="1302264" cy="21740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B25455-C76C-3D22-C3C1-64D76EDE0D0E}"/>
              </a:ext>
            </a:extLst>
          </p:cNvPr>
          <p:cNvSpPr txBox="1"/>
          <p:nvPr/>
        </p:nvSpPr>
        <p:spPr>
          <a:xfrm>
            <a:off x="3843672" y="56002"/>
            <a:ext cx="114257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T_SwitchBoard</a:t>
            </a:r>
            <a:endParaRPr lang="fa-IR" sz="105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A188ABB-3C68-6A2C-1FAB-58553348D6F1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2025296" y="767573"/>
            <a:ext cx="1954118" cy="773224"/>
          </a:xfrm>
          <a:prstGeom prst="bentConnector3">
            <a:avLst>
              <a:gd name="adj1" fmla="val 9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56FCA8A-A7CA-BAEC-8300-02FA4CE3D917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815097" y="767573"/>
            <a:ext cx="1814229" cy="533242"/>
          </a:xfrm>
          <a:prstGeom prst="bentConnector3">
            <a:avLst>
              <a:gd name="adj1" fmla="val 11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6DF6AB0-4316-493C-BFEB-7A641D49518F}"/>
              </a:ext>
            </a:extLst>
          </p:cNvPr>
          <p:cNvCxnSpPr>
            <a:cxnSpLocks/>
            <a:stCxn id="24" idx="2"/>
            <a:endCxn id="26" idx="3"/>
          </p:cNvCxnSpPr>
          <p:nvPr/>
        </p:nvCxnSpPr>
        <p:spPr>
          <a:xfrm rot="5400000">
            <a:off x="6610909" y="2582897"/>
            <a:ext cx="988395" cy="7038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1FF219D-B755-D9F4-571A-841667923691}"/>
              </a:ext>
            </a:extLst>
          </p:cNvPr>
          <p:cNvCxnSpPr>
            <a:cxnSpLocks/>
            <a:stCxn id="24" idx="2"/>
            <a:endCxn id="19" idx="1"/>
          </p:cNvCxnSpPr>
          <p:nvPr/>
        </p:nvCxnSpPr>
        <p:spPr>
          <a:xfrm rot="16200000" flipH="1">
            <a:off x="7394513" y="2503102"/>
            <a:ext cx="983853" cy="858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2A8741-0281-45DD-6C1F-69C230F076F1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 flipH="1">
            <a:off x="6164505" y="4293096"/>
            <a:ext cx="2560" cy="383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F8D17AE-1EAC-7655-438F-18C0B1DDD6CB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9046702" y="4115538"/>
            <a:ext cx="0" cy="502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089F8B9-B00B-6B6E-012B-6B5D8011787C}"/>
              </a:ext>
            </a:extLst>
          </p:cNvPr>
          <p:cNvSpPr txBox="1"/>
          <p:nvPr/>
        </p:nvSpPr>
        <p:spPr>
          <a:xfrm>
            <a:off x="2018699" y="114184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T_Students</a:t>
            </a:r>
            <a:endParaRPr lang="fa-IR" sz="10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18D59-E9B3-FE61-A5DD-EAF58602FBEE}"/>
              </a:ext>
            </a:extLst>
          </p:cNvPr>
          <p:cNvSpPr txBox="1"/>
          <p:nvPr/>
        </p:nvSpPr>
        <p:spPr>
          <a:xfrm>
            <a:off x="5795269" y="38912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T_Courses</a:t>
            </a:r>
            <a:endParaRPr lang="fa-IR" sz="10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7ACB3D-B591-A407-E231-77FFB80F3EDB}"/>
              </a:ext>
            </a:extLst>
          </p:cNvPr>
          <p:cNvSpPr txBox="1"/>
          <p:nvPr/>
        </p:nvSpPr>
        <p:spPr>
          <a:xfrm>
            <a:off x="5381883" y="2353541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T_CourseTests</a:t>
            </a:r>
            <a:endParaRPr lang="fa-IR" sz="105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A5C52-C2DC-B924-BBD3-079F96E843D7}"/>
              </a:ext>
            </a:extLst>
          </p:cNvPr>
          <p:cNvSpPr txBox="1"/>
          <p:nvPr/>
        </p:nvSpPr>
        <p:spPr>
          <a:xfrm>
            <a:off x="8346517" y="2477985"/>
            <a:ext cx="12305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T_CourseExams</a:t>
            </a:r>
            <a:endParaRPr lang="fa-IR" sz="10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4F65E8-717B-30E5-A306-F3528B64FB82}"/>
              </a:ext>
            </a:extLst>
          </p:cNvPr>
          <p:cNvSpPr txBox="1"/>
          <p:nvPr/>
        </p:nvSpPr>
        <p:spPr>
          <a:xfrm>
            <a:off x="6199840" y="4467210"/>
            <a:ext cx="11909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</a:t>
            </a:r>
            <a:endParaRPr lang="fa-IR" sz="10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4D1A2F-3E7C-23D6-E8B9-30252E7F2600}"/>
              </a:ext>
            </a:extLst>
          </p:cNvPr>
          <p:cNvSpPr txBox="1"/>
          <p:nvPr/>
        </p:nvSpPr>
        <p:spPr>
          <a:xfrm>
            <a:off x="7974971" y="4384512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</a:t>
            </a:r>
            <a:endParaRPr lang="fa-IR" sz="105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7BB9B8-10E1-7429-82C3-44F080600CB0}"/>
              </a:ext>
            </a:extLst>
          </p:cNvPr>
          <p:cNvSpPr txBox="1"/>
          <p:nvPr/>
        </p:nvSpPr>
        <p:spPr>
          <a:xfrm>
            <a:off x="97637" y="6538290"/>
            <a:ext cx="12846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0FE4D9-882B-C245-323C-5BF27E0CC49C}"/>
              </a:ext>
            </a:extLst>
          </p:cNvPr>
          <p:cNvSpPr txBox="1"/>
          <p:nvPr/>
        </p:nvSpPr>
        <p:spPr>
          <a:xfrm>
            <a:off x="2148827" y="5573303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3C2CAD8-31B3-B3D6-E956-8BA697180F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2052" y="3369959"/>
            <a:ext cx="146118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6ED5C06E-C064-4250-A36F-616D31A8D639}"/>
              </a:ext>
            </a:extLst>
          </p:cNvPr>
          <p:cNvSpPr txBox="1"/>
          <p:nvPr/>
        </p:nvSpPr>
        <p:spPr>
          <a:xfrm>
            <a:off x="3950527" y="5607941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T_ReportTests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459128-AD5E-15BD-8533-C522282E3794}"/>
              </a:ext>
            </a:extLst>
          </p:cNvPr>
          <p:cNvSpPr/>
          <p:nvPr/>
        </p:nvSpPr>
        <p:spPr bwMode="auto">
          <a:xfrm>
            <a:off x="21915" y="3140968"/>
            <a:ext cx="5311599" cy="366103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96978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BCB4BA-C85A-EBEF-4A40-B712D9B5C773}"/>
              </a:ext>
            </a:extLst>
          </p:cNvPr>
          <p:cNvSpPr/>
          <p:nvPr/>
        </p:nvSpPr>
        <p:spPr>
          <a:xfrm>
            <a:off x="2697282" y="1208345"/>
            <a:ext cx="1972661" cy="3330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 defTabSz="742950" rtl="0"/>
            <a:r>
              <a:rPr lang="en-US" sz="1463" b="1" kern="1200">
                <a:solidFill>
                  <a:prstClr val="black"/>
                </a:solidFill>
                <a:latin typeface="Calibri" panose="020F0502020204030204"/>
              </a:rPr>
              <a:t>SwitchBoard</a:t>
            </a:r>
            <a:endParaRPr lang="fa-IR" sz="1463" b="1" kern="1200">
              <a:solidFill>
                <a:prstClr val="black"/>
              </a:solidFill>
              <a:latin typeface="Calibri" panose="020F0502020204030204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44124D-0088-EC40-C97B-7BB1E466F139}"/>
              </a:ext>
            </a:extLst>
          </p:cNvPr>
          <p:cNvSpPr/>
          <p:nvPr/>
        </p:nvSpPr>
        <p:spPr>
          <a:xfrm>
            <a:off x="336063" y="756701"/>
            <a:ext cx="1972661" cy="30106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prstClr val="black"/>
                </a:solidFill>
                <a:latin typeface="Calibri" panose="020F0502020204030204"/>
              </a:rPr>
              <a:t>Students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+ new Group</a:t>
            </a:r>
          </a:p>
          <a:p>
            <a:pPr algn="l" defTabSz="742950" rtl="0"/>
            <a:r>
              <a:rPr lang="en-US" sz="1463" b="1" i="1" kern="1200">
                <a:solidFill>
                  <a:prstClr val="black"/>
                </a:solidFill>
                <a:latin typeface="Calibri" panose="020F0502020204030204"/>
              </a:rPr>
              <a:t>each group: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Edit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Accs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+Course?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+New student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</a:t>
            </a:r>
            <a:r>
              <a:rPr lang="en-US" sz="1463" kern="1200">
                <a:solidFill>
                  <a:srgbClr val="C00000"/>
                </a:solidFill>
                <a:latin typeface="Calibri" panose="020F0502020204030204"/>
              </a:rPr>
              <a:t>StudentsList ...</a:t>
            </a:r>
          </a:p>
          <a:p>
            <a:pPr algn="l" defTabSz="742950" rtl="0"/>
            <a:r>
              <a:rPr lang="en-US" sz="1463" b="1" i="1" kern="1200">
                <a:solidFill>
                  <a:prstClr val="black"/>
                </a:solidFill>
                <a:latin typeface="Calibri" panose="020F0502020204030204"/>
              </a:rPr>
              <a:t>each student: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Save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+Course?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</a:t>
            </a:r>
            <a:r>
              <a:rPr lang="en-US" sz="1463" kern="1200">
                <a:solidFill>
                  <a:srgbClr val="4472C4"/>
                </a:solidFill>
                <a:latin typeface="Calibri" panose="020F0502020204030204"/>
              </a:rPr>
              <a:t>ExamList ...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Delete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DC15B9-18A6-AAFA-CDFC-A73798DE5F0A}"/>
              </a:ext>
            </a:extLst>
          </p:cNvPr>
          <p:cNvSpPr/>
          <p:nvPr/>
        </p:nvSpPr>
        <p:spPr>
          <a:xfrm>
            <a:off x="336063" y="4094731"/>
            <a:ext cx="1595661" cy="12681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srgbClr val="C00000"/>
                </a:solidFill>
                <a:latin typeface="Calibri" panose="020F0502020204030204"/>
              </a:rPr>
              <a:t>StudentsList</a:t>
            </a:r>
          </a:p>
          <a:p>
            <a:pPr algn="l" defTabSz="742950" rtl="0"/>
            <a:r>
              <a:rPr lang="en-US" sz="1463" b="1" i="1" kern="1200">
                <a:solidFill>
                  <a:prstClr val="black"/>
                </a:solidFill>
                <a:latin typeface="Calibri" panose="020F0502020204030204"/>
              </a:rPr>
              <a:t>each student: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Delete Exam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Finis/Start Exam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Delete Course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537A0B-FA71-3D59-D33C-3DBEE730F2BE}"/>
              </a:ext>
            </a:extLst>
          </p:cNvPr>
          <p:cNvSpPr/>
          <p:nvPr/>
        </p:nvSpPr>
        <p:spPr>
          <a:xfrm>
            <a:off x="2261749" y="4094731"/>
            <a:ext cx="1972661" cy="12681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srgbClr val="4472C4"/>
                </a:solidFill>
                <a:latin typeface="Calibri" panose="020F0502020204030204"/>
              </a:rPr>
              <a:t>StudentsExams4T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Exam Review ...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Exam Sheet ...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Delete Exam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Finish/Start Exam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8AD1ED-6D13-60FA-2161-C82C8746C77F}"/>
              </a:ext>
            </a:extLst>
          </p:cNvPr>
          <p:cNvSpPr/>
          <p:nvPr/>
        </p:nvSpPr>
        <p:spPr>
          <a:xfrm>
            <a:off x="2261749" y="5492214"/>
            <a:ext cx="1972661" cy="4410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prstClr val="black"/>
                </a:solidFill>
                <a:latin typeface="Calibri" panose="020F0502020204030204"/>
              </a:rPr>
              <a:t>StudentsExamReview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B473B9-41E4-B6C2-BC1E-15535EED2F2F}"/>
              </a:ext>
            </a:extLst>
          </p:cNvPr>
          <p:cNvSpPr/>
          <p:nvPr/>
        </p:nvSpPr>
        <p:spPr>
          <a:xfrm>
            <a:off x="5085367" y="758217"/>
            <a:ext cx="1865912" cy="23697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prstClr val="black"/>
                </a:solidFill>
                <a:latin typeface="Calibri" panose="020F0502020204030204"/>
              </a:rPr>
              <a:t>Courses</a:t>
            </a:r>
          </a:p>
          <a:p>
            <a:pPr algn="l" defTabSz="742950" rtl="0"/>
            <a:r>
              <a:rPr lang="en-US" sz="1463" kern="1200">
                <a:solidFill>
                  <a:srgbClr val="C00000"/>
                </a:solidFill>
                <a:latin typeface="Calibri" panose="020F0502020204030204"/>
              </a:rPr>
              <a:t>Tests ...</a:t>
            </a:r>
          </a:p>
          <a:p>
            <a:pPr algn="l" defTabSz="742950" rtl="0"/>
            <a:r>
              <a:rPr lang="en-US" sz="1463" kern="1200">
                <a:solidFill>
                  <a:srgbClr val="4472C4"/>
                </a:solidFill>
                <a:latin typeface="Calibri" panose="020F0502020204030204"/>
              </a:rPr>
              <a:t>Exams ...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Edit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Delete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+New Topic</a:t>
            </a:r>
          </a:p>
          <a:p>
            <a:pPr algn="l" defTabSz="742950" rtl="0"/>
            <a:r>
              <a:rPr lang="en-US" sz="1463" b="1" i="1" kern="1200">
                <a:solidFill>
                  <a:prstClr val="black"/>
                </a:solidFill>
                <a:latin typeface="Calibri" panose="020F0502020204030204"/>
              </a:rPr>
              <a:t>each Topic: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Save</a:t>
            </a:r>
          </a:p>
          <a:p>
            <a:pPr algn="l" defTabSz="742950" rtl="0"/>
            <a:r>
              <a:rPr lang="en-US" sz="1463" kern="1200">
                <a:solidFill>
                  <a:srgbClr val="C00000"/>
                </a:solidFill>
                <a:latin typeface="Calibri" panose="020F0502020204030204"/>
              </a:rPr>
              <a:t>   Tests ...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   Delete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410375-7F95-A106-6DC8-831A16AE1C09}"/>
              </a:ext>
            </a:extLst>
          </p:cNvPr>
          <p:cNvSpPr/>
          <p:nvPr/>
        </p:nvSpPr>
        <p:spPr>
          <a:xfrm>
            <a:off x="5085367" y="3219771"/>
            <a:ext cx="1865912" cy="11763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srgbClr val="C00000"/>
                </a:solidFill>
                <a:latin typeface="Calibri" panose="020F0502020204030204"/>
              </a:rPr>
              <a:t>CourseTests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+NewTest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Import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SearcBox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Tests - - - - ...</a:t>
            </a:r>
          </a:p>
          <a:p>
            <a:pPr algn="l" defTabSz="742950" rtl="0"/>
            <a:endParaRPr lang="en-US" sz="1463" kern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103943-61F1-A6E0-18B0-24FD07FC31A8}"/>
              </a:ext>
            </a:extLst>
          </p:cNvPr>
          <p:cNvSpPr/>
          <p:nvPr/>
        </p:nvSpPr>
        <p:spPr>
          <a:xfrm>
            <a:off x="5076826" y="4481509"/>
            <a:ext cx="1865913" cy="164388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prstClr val="black"/>
                </a:solidFill>
                <a:latin typeface="Calibri" panose="020F0502020204030204"/>
              </a:rPr>
              <a:t>CourseTest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Save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Delete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+NewOption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Save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Delete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Add test to an Exam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F80D33-579F-BEEA-640B-31C8FC4D6ED5}"/>
              </a:ext>
            </a:extLst>
          </p:cNvPr>
          <p:cNvSpPr/>
          <p:nvPr/>
        </p:nvSpPr>
        <p:spPr>
          <a:xfrm>
            <a:off x="7426481" y="823340"/>
            <a:ext cx="2143456" cy="149871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srgbClr val="4472C4"/>
                </a:solidFill>
                <a:latin typeface="Calibri" panose="020F0502020204030204"/>
              </a:rPr>
              <a:t>CourseExams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Edit Exam Composition ...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+Sudent?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Student List ...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Course Exam Report ...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Delete Exam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D2BB0D-4440-E01B-FAF6-258CB179F671}"/>
              </a:ext>
            </a:extLst>
          </p:cNvPr>
          <p:cNvSpPr/>
          <p:nvPr/>
        </p:nvSpPr>
        <p:spPr>
          <a:xfrm>
            <a:off x="7426481" y="2525930"/>
            <a:ext cx="2143456" cy="16538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prstClr val="black"/>
                </a:solidFill>
                <a:latin typeface="Calibri" panose="020F0502020204030204"/>
              </a:rPr>
              <a:t>ExamComposition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Save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Delete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+New Composituion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Random Draw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+Test?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Delete Test from List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E42F67-E08F-51BF-8FDA-275CBA92ED4E}"/>
              </a:ext>
            </a:extLst>
          </p:cNvPr>
          <p:cNvSpPr/>
          <p:nvPr/>
        </p:nvSpPr>
        <p:spPr>
          <a:xfrm>
            <a:off x="7426481" y="4383671"/>
            <a:ext cx="2143456" cy="7689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prstClr val="black"/>
                </a:solidFill>
                <a:latin typeface="Calibri" panose="020F0502020204030204"/>
              </a:rPr>
              <a:t>StudentList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Delete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Finish/Start Exam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602D12-CBF8-C2D4-0C3A-16D6EDE42370}"/>
              </a:ext>
            </a:extLst>
          </p:cNvPr>
          <p:cNvSpPr/>
          <p:nvPr/>
        </p:nvSpPr>
        <p:spPr>
          <a:xfrm>
            <a:off x="7426481" y="5356469"/>
            <a:ext cx="2143456" cy="7689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l" defTabSz="742950" rtl="0"/>
            <a:r>
              <a:rPr lang="en-US" sz="1463" b="1" kern="1200">
                <a:solidFill>
                  <a:prstClr val="black"/>
                </a:solidFill>
                <a:latin typeface="Calibri" panose="020F0502020204030204"/>
              </a:rPr>
              <a:t>CourseExamReport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Font size</a:t>
            </a:r>
          </a:p>
          <a:p>
            <a:pPr algn="l" defTabSz="742950" rtl="0"/>
            <a:r>
              <a:rPr lang="en-US" sz="1463" kern="1200">
                <a:solidFill>
                  <a:prstClr val="black"/>
                </a:solidFill>
                <a:latin typeface="Calibri" panose="020F0502020204030204"/>
              </a:rPr>
              <a:t>Show Stats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00491CE-51A9-F2AC-DBDC-BB85B85688AE}"/>
              </a:ext>
            </a:extLst>
          </p:cNvPr>
          <p:cNvSpPr/>
          <p:nvPr/>
        </p:nvSpPr>
        <p:spPr>
          <a:xfrm>
            <a:off x="3148690" y="756701"/>
            <a:ext cx="1069846" cy="3330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t"/>
          <a:lstStyle/>
          <a:p>
            <a:pPr algn="ctr" defTabSz="742950" rtl="0"/>
            <a:r>
              <a:rPr lang="en-US" sz="1463" b="1" kern="1200">
                <a:solidFill>
                  <a:prstClr val="black"/>
                </a:solidFill>
                <a:latin typeface="Calibri" panose="020F0502020204030204"/>
              </a:rPr>
              <a:t>Login</a:t>
            </a:r>
            <a:endParaRPr lang="fa-IR" sz="1463" b="1" kern="1200">
              <a:solidFill>
                <a:prstClr val="black"/>
              </a:solidFill>
              <a:latin typeface="Calibri" panose="020F0502020204030204"/>
              <a:cs typeface="Arial" panose="020B0604020202020204" pitchFamily="34" charset="0"/>
            </a:endParaRP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78B795A3-8041-4827-82E1-3F026483BA60}"/>
              </a:ext>
            </a:extLst>
          </p:cNvPr>
          <p:cNvCxnSpPr>
            <a:cxnSpLocks/>
            <a:stCxn id="4" idx="1"/>
            <a:endCxn id="5" idx="0"/>
          </p:cNvCxnSpPr>
          <p:nvPr/>
        </p:nvCxnSpPr>
        <p:spPr>
          <a:xfrm rot="10800000">
            <a:off x="1322395" y="756702"/>
            <a:ext cx="1374889" cy="618167"/>
          </a:xfrm>
          <a:prstGeom prst="bentConnector4">
            <a:avLst>
              <a:gd name="adj1" fmla="val 14131"/>
              <a:gd name="adj2" fmla="val 113469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ACE467CD-2153-19C9-18DC-F934517EE4BD}"/>
              </a:ext>
            </a:extLst>
          </p:cNvPr>
          <p:cNvCxnSpPr>
            <a:cxnSpLocks/>
            <a:stCxn id="4" idx="3"/>
            <a:endCxn id="9" idx="0"/>
          </p:cNvCxnSpPr>
          <p:nvPr/>
        </p:nvCxnSpPr>
        <p:spPr>
          <a:xfrm flipV="1">
            <a:off x="4669943" y="758217"/>
            <a:ext cx="1348380" cy="616651"/>
          </a:xfrm>
          <a:prstGeom prst="bentConnector4">
            <a:avLst>
              <a:gd name="adj1" fmla="val 15405"/>
              <a:gd name="adj2" fmla="val 111425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60F0EFA3-C851-EE2B-0CAD-B6F96884E92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6951279" y="1572698"/>
            <a:ext cx="475202" cy="3704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9F846C61-AE97-4123-F045-00D138083FCE}"/>
              </a:ext>
            </a:extLst>
          </p:cNvPr>
          <p:cNvCxnSpPr>
            <a:cxnSpLocks/>
            <a:stCxn id="9" idx="1"/>
            <a:endCxn id="10" idx="1"/>
          </p:cNvCxnSpPr>
          <p:nvPr/>
        </p:nvCxnSpPr>
        <p:spPr>
          <a:xfrm rot="10800000" flipV="1">
            <a:off x="5085367" y="1943099"/>
            <a:ext cx="10319" cy="1864844"/>
          </a:xfrm>
          <a:prstGeom prst="bentConnector3">
            <a:avLst>
              <a:gd name="adj1" fmla="val 2048276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CD35089A-219F-1EBD-3C5D-5E317EF0C43D}"/>
              </a:ext>
            </a:extLst>
          </p:cNvPr>
          <p:cNvCxnSpPr>
            <a:cxnSpLocks/>
            <a:stCxn id="10" idx="1"/>
            <a:endCxn id="11" idx="1"/>
          </p:cNvCxnSpPr>
          <p:nvPr/>
        </p:nvCxnSpPr>
        <p:spPr>
          <a:xfrm rot="10800000" flipV="1">
            <a:off x="5076826" y="3807943"/>
            <a:ext cx="8541" cy="1495508"/>
          </a:xfrm>
          <a:prstGeom prst="bentConnector3">
            <a:avLst>
              <a:gd name="adj1" fmla="val 2274658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553CD80-6591-8EB1-DC32-9D76CDE1A7CE}"/>
              </a:ext>
            </a:extLst>
          </p:cNvPr>
          <p:cNvCxnSpPr>
            <a:stCxn id="12" idx="3"/>
            <a:endCxn id="13" idx="3"/>
          </p:cNvCxnSpPr>
          <p:nvPr/>
        </p:nvCxnSpPr>
        <p:spPr>
          <a:xfrm>
            <a:off x="9569937" y="1572699"/>
            <a:ext cx="10319" cy="1780166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92EE561-4E1A-0C96-9DA9-10E5FFAD4149}"/>
              </a:ext>
            </a:extLst>
          </p:cNvPr>
          <p:cNvCxnSpPr>
            <a:stCxn id="12" idx="3"/>
            <a:endCxn id="14" idx="3"/>
          </p:cNvCxnSpPr>
          <p:nvPr/>
        </p:nvCxnSpPr>
        <p:spPr>
          <a:xfrm>
            <a:off x="9569937" y="1572699"/>
            <a:ext cx="10319" cy="3195435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E1D1661-8F15-62D2-6CFE-1A2295120516}"/>
              </a:ext>
            </a:extLst>
          </p:cNvPr>
          <p:cNvCxnSpPr>
            <a:stCxn id="12" idx="3"/>
            <a:endCxn id="15" idx="3"/>
          </p:cNvCxnSpPr>
          <p:nvPr/>
        </p:nvCxnSpPr>
        <p:spPr>
          <a:xfrm>
            <a:off x="9569937" y="1572699"/>
            <a:ext cx="10319" cy="4168233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29F70254-EC50-9485-C8B6-6FB3D9B6605A}"/>
              </a:ext>
            </a:extLst>
          </p:cNvPr>
          <p:cNvCxnSpPr>
            <a:cxnSpLocks/>
            <a:stCxn id="5" idx="1"/>
            <a:endCxn id="6" idx="1"/>
          </p:cNvCxnSpPr>
          <p:nvPr/>
        </p:nvCxnSpPr>
        <p:spPr>
          <a:xfrm rot="10800000" flipV="1">
            <a:off x="336063" y="2262038"/>
            <a:ext cx="10319" cy="2466762"/>
          </a:xfrm>
          <a:prstGeom prst="bentConnector3">
            <a:avLst>
              <a:gd name="adj1" fmla="val 180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9031AAB3-A00D-A7DD-BBDF-BE6DFCE50CC8}"/>
              </a:ext>
            </a:extLst>
          </p:cNvPr>
          <p:cNvCxnSpPr>
            <a:stCxn id="5" idx="2"/>
            <a:endCxn id="7" idx="0"/>
          </p:cNvCxnSpPr>
          <p:nvPr/>
        </p:nvCxnSpPr>
        <p:spPr>
          <a:xfrm rot="16200000" flipH="1">
            <a:off x="2121559" y="2968209"/>
            <a:ext cx="327355" cy="19256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42411839-D318-8CAA-4F10-CCAAE08E3B7E}"/>
              </a:ext>
            </a:extLst>
          </p:cNvPr>
          <p:cNvCxnSpPr>
            <a:stCxn id="7" idx="3"/>
            <a:endCxn id="8" idx="3"/>
          </p:cNvCxnSpPr>
          <p:nvPr/>
        </p:nvCxnSpPr>
        <p:spPr>
          <a:xfrm>
            <a:off x="4234409" y="4728800"/>
            <a:ext cx="10319" cy="98393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825652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1543</TotalTime>
  <Words>426</Words>
  <Application>Microsoft Office PowerPoint</Application>
  <PresentationFormat>A4 Paper (210x297 mm)</PresentationFormat>
  <Paragraphs>269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Calibri</vt:lpstr>
      <vt:lpstr>Calibri Light</vt:lpstr>
      <vt:lpstr>Consolas</vt:lpstr>
      <vt:lpstr>Segoe UI</vt:lpstr>
      <vt:lpstr>Blank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331</cp:revision>
  <cp:lastPrinted>2025-10-22T16:44:23Z</cp:lastPrinted>
  <dcterms:modified xsi:type="dcterms:W3CDTF">2025-11-01T12:52:49Z</dcterms:modified>
</cp:coreProperties>
</file>