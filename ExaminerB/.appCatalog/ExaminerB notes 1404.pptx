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sldIdLst>
    <p:sldId id="262" r:id="rId2"/>
    <p:sldId id="263" r:id="rId3"/>
    <p:sldId id="264" r:id="rId4"/>
  </p:sldIdLst>
  <p:sldSz cx="9906000" cy="6858000" type="A4"/>
  <p:notesSz cx="6645275" cy="9777413"/>
  <p:defaultTextStyle>
    <a:defPPr/>
  </p:defaultTextStyle>
  <p:extLst>
    <p:ext uri="{EFAFB233-063F-42B5-8137-9DF3F51BA10A}">
      <p15:sldGuideLst xmlns:p15="http://schemas.microsoft.com/office/powerpoint/2012/main">
        <p15:guide id="1" orient="horz" pos="2613" userDrawn="1">
          <p15:clr>
            <a:srgbClr val="A4A3A4"/>
          </p15:clr>
        </p15:guide>
        <p15:guide id="2" pos="283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CF3FA"/>
    <a:srgbClr val="EEF7E9"/>
    <a:srgbClr val="FDF0E7"/>
    <a:srgbClr val="FFF5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838" autoAdjust="0"/>
    <p:restoredTop sz="96247" autoAdjust="0"/>
  </p:normalViewPr>
  <p:slideViewPr>
    <p:cSldViewPr>
      <p:cViewPr>
        <p:scale>
          <a:sx n="125" d="100"/>
          <a:sy n="125" d="100"/>
        </p:scale>
        <p:origin x="3108" y="-300"/>
      </p:cViewPr>
      <p:guideLst>
        <p:guide orient="horz" pos="2613"/>
        <p:guide pos="283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5" accent4="accent4" accent5="accent5" accent6="accent6" hlink="hlink" folHlink="folHlink"/>
  <p:notesStyle/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8CC3A-F8D4-45E6-0A50-F30082E883B0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1169306" name="Notes Placeholder 1591169305">
            <a:extLst>
              <a:ext uri="{FF2B5EF4-FFF2-40B4-BE49-F238E27FC236}">
                <a16:creationId xmlns:a16="http://schemas.microsoft.com/office/drawing/2014/main" id="{3EEB2927-5AE7-D14F-3065-D04B1B4AABB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 bwMode="auto">
          <a:xfrm>
            <a:off x="697622" y="5003872"/>
            <a:ext cx="5929793" cy="369332"/>
          </a:xfrm>
          <a:prstGeom prst="rect">
            <a:avLst/>
          </a:prstGeom>
          <a:noFill/>
          <a:ln>
            <a:noFill/>
          </a:ln>
          <a:effectLst/>
        </p:spPr>
        <p:txBody>
          <a:bodyPr anchor="t">
            <a:spAutoFit/>
          </a:bodyPr>
          <a:lstStyle/>
          <a:p>
            <a:pPr>
              <a:defRPr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0270082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" preserve="1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7668144" name="Title 1"/>
          <p:cNvSpPr>
            <a:spLocks noGrp="1"/>
          </p:cNvSpPr>
          <p:nvPr>
            <p:ph type="ctrTitle"/>
          </p:nvPr>
        </p:nvSpPr>
        <p:spPr bwMode="auto">
          <a:xfrm>
            <a:off x="1238292" y="1122496"/>
            <a:ext cx="7429742" cy="2387886"/>
          </a:xfrm>
        </p:spPr>
        <p:txBody>
          <a:bodyPr anchor="b"/>
          <a:lstStyle>
            <a:lvl1pPr algn="ctr">
              <a:defRPr sz="75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64643747" name="Subtitle 2"/>
          <p:cNvSpPr>
            <a:spLocks noGrp="1"/>
          </p:cNvSpPr>
          <p:nvPr>
            <p:ph type="subTitle" idx="1"/>
          </p:nvPr>
        </p:nvSpPr>
        <p:spPr bwMode="auto">
          <a:xfrm>
            <a:off x="1238292" y="3602470"/>
            <a:ext cx="7429742" cy="1655961"/>
          </a:xfrm>
        </p:spPr>
        <p:txBody>
          <a:bodyPr/>
          <a:lstStyle>
            <a:lvl1pPr marL="0" indent="0" algn="ctr">
              <a:buNone/>
              <a:defRPr sz="303"/>
            </a:lvl1pPr>
            <a:lvl2pPr marL="57688" indent="0" algn="ctr">
              <a:buNone/>
              <a:defRPr sz="252"/>
            </a:lvl2pPr>
            <a:lvl3pPr marL="115378" indent="0" algn="ctr">
              <a:buNone/>
              <a:defRPr sz="227"/>
            </a:lvl3pPr>
            <a:lvl4pPr marL="173065" indent="0" algn="ctr">
              <a:buNone/>
              <a:defRPr sz="202"/>
            </a:lvl4pPr>
            <a:lvl5pPr marL="230754" indent="0" algn="ctr">
              <a:buNone/>
              <a:defRPr sz="202"/>
            </a:lvl5pPr>
            <a:lvl6pPr marL="288443" indent="0" algn="ctr">
              <a:buNone/>
              <a:defRPr sz="202"/>
            </a:lvl6pPr>
            <a:lvl7pPr marL="346132" indent="0" algn="ctr">
              <a:buNone/>
              <a:defRPr sz="202"/>
            </a:lvl7pPr>
            <a:lvl8pPr marL="403820" indent="0" algn="ctr">
              <a:buNone/>
              <a:defRPr sz="202"/>
            </a:lvl8pPr>
            <a:lvl9pPr marL="461508" indent="0" algn="ctr">
              <a:buNone/>
              <a:defRPr sz="202"/>
            </a:lvl9pPr>
          </a:lstStyle>
          <a:p>
            <a:pPr>
              <a:defRPr/>
            </a:pPr>
            <a:r>
              <a:t>Click to edit Master subtitle style</a:t>
            </a:r>
          </a:p>
        </p:txBody>
      </p:sp>
      <p:sp>
        <p:nvSpPr>
          <p:cNvPr id="104628511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194659226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396718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" preserve="1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49549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835600043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2397842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57172692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830868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secHead" preserve="1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632808" name="Title 1"/>
          <p:cNvSpPr>
            <a:spLocks noGrp="1"/>
          </p:cNvSpPr>
          <p:nvPr>
            <p:ph type="title"/>
          </p:nvPr>
        </p:nvSpPr>
        <p:spPr bwMode="auto">
          <a:xfrm>
            <a:off x="675904" y="1709945"/>
            <a:ext cx="8544204" cy="2853078"/>
          </a:xfrm>
        </p:spPr>
        <p:txBody>
          <a:bodyPr anchor="b"/>
          <a:lstStyle>
            <a:lvl1pPr>
              <a:defRPr sz="757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3034919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75904" y="4590015"/>
            <a:ext cx="8544204" cy="1500366"/>
          </a:xfrm>
        </p:spPr>
        <p:txBody>
          <a:bodyPr/>
          <a:lstStyle>
            <a:lvl1pPr marL="0" indent="0">
              <a:buNone/>
              <a:defRPr sz="303">
                <a:solidFill>
                  <a:schemeClr val="tx1">
                    <a:tint val="75000"/>
                  </a:schemeClr>
                </a:solidFill>
              </a:defRPr>
            </a:lvl1pPr>
            <a:lvl2pPr marL="57688" indent="0">
              <a:buNone/>
              <a:defRPr sz="252">
                <a:solidFill>
                  <a:schemeClr val="tx1">
                    <a:tint val="75000"/>
                  </a:schemeClr>
                </a:solidFill>
              </a:defRPr>
            </a:lvl2pPr>
            <a:lvl3pPr marL="115378" indent="0">
              <a:buNone/>
              <a:defRPr sz="227">
                <a:solidFill>
                  <a:schemeClr val="tx1">
                    <a:tint val="75000"/>
                  </a:schemeClr>
                </a:solidFill>
              </a:defRPr>
            </a:lvl3pPr>
            <a:lvl4pPr marL="173065" indent="0">
              <a:buNone/>
              <a:defRPr sz="202">
                <a:solidFill>
                  <a:schemeClr val="tx1">
                    <a:tint val="75000"/>
                  </a:schemeClr>
                </a:solidFill>
              </a:defRPr>
            </a:lvl4pPr>
            <a:lvl5pPr marL="230754" indent="0">
              <a:buNone/>
              <a:defRPr sz="202">
                <a:solidFill>
                  <a:schemeClr val="tx1">
                    <a:tint val="75000"/>
                  </a:schemeClr>
                </a:solidFill>
              </a:defRPr>
            </a:lvl5pPr>
            <a:lvl6pPr marL="288443" indent="0">
              <a:buNone/>
              <a:defRPr sz="202">
                <a:solidFill>
                  <a:schemeClr val="tx1">
                    <a:tint val="75000"/>
                  </a:schemeClr>
                </a:solidFill>
              </a:defRPr>
            </a:lvl6pPr>
            <a:lvl7pPr marL="346132" indent="0">
              <a:buNone/>
              <a:defRPr sz="202">
                <a:solidFill>
                  <a:schemeClr val="tx1">
                    <a:tint val="75000"/>
                  </a:schemeClr>
                </a:solidFill>
              </a:defRPr>
            </a:lvl7pPr>
            <a:lvl8pPr marL="403820" indent="0">
              <a:buNone/>
              <a:defRPr sz="202">
                <a:solidFill>
                  <a:schemeClr val="tx1">
                    <a:tint val="75000"/>
                  </a:schemeClr>
                </a:solidFill>
              </a:defRPr>
            </a:lvl8pPr>
            <a:lvl9pPr marL="461508" indent="0">
              <a:buNone/>
              <a:defRPr sz="20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810401743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139676057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41011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Obj" preserve="1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92106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94131677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81064" y="1825851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85196822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5015079" y="1825851"/>
            <a:ext cx="4210186" cy="435185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28068800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57766729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3193475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woTxTwoObj" preserve="1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2889374" name="Title 1"/>
          <p:cNvSpPr>
            <a:spLocks noGrp="1"/>
          </p:cNvSpPr>
          <p:nvPr>
            <p:ph type="title"/>
          </p:nvPr>
        </p:nvSpPr>
        <p:spPr bwMode="auto">
          <a:xfrm>
            <a:off x="682353" y="365172"/>
            <a:ext cx="8544204" cy="1325721"/>
          </a:xfrm>
        </p:spPr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51476130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2356" y="1681365"/>
            <a:ext cx="4190837" cy="824010"/>
          </a:xfrm>
        </p:spPr>
        <p:txBody>
          <a:bodyPr anchor="b"/>
          <a:lstStyle>
            <a:lvl1pPr marL="0" indent="0">
              <a:buNone/>
              <a:defRPr sz="303" b="1"/>
            </a:lvl1pPr>
            <a:lvl2pPr marL="57688" indent="0">
              <a:buNone/>
              <a:defRPr sz="252" b="1"/>
            </a:lvl2pPr>
            <a:lvl3pPr marL="115378" indent="0">
              <a:buNone/>
              <a:defRPr sz="227" b="1"/>
            </a:lvl3pPr>
            <a:lvl4pPr marL="173065" indent="0">
              <a:buNone/>
              <a:defRPr sz="202" b="1"/>
            </a:lvl4pPr>
            <a:lvl5pPr marL="230754" indent="0">
              <a:buNone/>
              <a:defRPr sz="202" b="1"/>
            </a:lvl5pPr>
            <a:lvl6pPr marL="288443" indent="0">
              <a:buNone/>
              <a:defRPr sz="202" b="1"/>
            </a:lvl6pPr>
            <a:lvl7pPr marL="346132" indent="0">
              <a:buNone/>
              <a:defRPr sz="202" b="1"/>
            </a:lvl7pPr>
            <a:lvl8pPr marL="403820" indent="0">
              <a:buNone/>
              <a:defRPr sz="202" b="1"/>
            </a:lvl8pPr>
            <a:lvl9pPr marL="461508" indent="0">
              <a:buNone/>
              <a:defRPr sz="202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526478061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82356" y="2505376"/>
            <a:ext cx="4190837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485332007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5015077" y="1681365"/>
            <a:ext cx="4211476" cy="824010"/>
          </a:xfrm>
        </p:spPr>
        <p:txBody>
          <a:bodyPr anchor="b"/>
          <a:lstStyle>
            <a:lvl1pPr marL="0" indent="0">
              <a:buNone/>
              <a:defRPr sz="303" b="1"/>
            </a:lvl1pPr>
            <a:lvl2pPr marL="57688" indent="0">
              <a:buNone/>
              <a:defRPr sz="252" b="1"/>
            </a:lvl2pPr>
            <a:lvl3pPr marL="115378" indent="0">
              <a:buNone/>
              <a:defRPr sz="227" b="1"/>
            </a:lvl3pPr>
            <a:lvl4pPr marL="173065" indent="0">
              <a:buNone/>
              <a:defRPr sz="202" b="1"/>
            </a:lvl4pPr>
            <a:lvl5pPr marL="230754" indent="0">
              <a:buNone/>
              <a:defRPr sz="202" b="1"/>
            </a:lvl5pPr>
            <a:lvl6pPr marL="288443" indent="0">
              <a:buNone/>
              <a:defRPr sz="202" b="1"/>
            </a:lvl6pPr>
            <a:lvl7pPr marL="346132" indent="0">
              <a:buNone/>
              <a:defRPr sz="202" b="1"/>
            </a:lvl7pPr>
            <a:lvl8pPr marL="403820" indent="0">
              <a:buNone/>
              <a:defRPr sz="202" b="1"/>
            </a:lvl8pPr>
            <a:lvl9pPr marL="461508" indent="0">
              <a:buNone/>
              <a:defRPr sz="202" b="1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12251099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5015077" y="2505376"/>
            <a:ext cx="4211476" cy="3685029"/>
          </a:xfrm>
        </p:spPr>
        <p:txBody>
          <a:bodyPr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36887696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1596838452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181096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titleOnly" preserve="1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89117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69482568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1489428852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686558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blank" preserve="1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134824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1077906664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3107656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objTx" preserve="1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182696" name="Title 1"/>
          <p:cNvSpPr>
            <a:spLocks noGrp="1"/>
          </p:cNvSpPr>
          <p:nvPr>
            <p:ph type="title"/>
          </p:nvPr>
        </p:nvSpPr>
        <p:spPr bwMode="auto">
          <a:xfrm>
            <a:off x="682351" y="457258"/>
            <a:ext cx="3195047" cy="1600391"/>
          </a:xfrm>
        </p:spPr>
        <p:txBody>
          <a:bodyPr anchor="b"/>
          <a:lstStyle>
            <a:lvl1pPr>
              <a:defRPr sz="40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045940648" name="Content Placeholder 2"/>
          <p:cNvSpPr>
            <a:spLocks noGrp="1"/>
          </p:cNvSpPr>
          <p:nvPr>
            <p:ph idx="1"/>
          </p:nvPr>
        </p:nvSpPr>
        <p:spPr bwMode="auto">
          <a:xfrm>
            <a:off x="4211480" y="987544"/>
            <a:ext cx="5015074" cy="4874208"/>
          </a:xfrm>
        </p:spPr>
        <p:txBody>
          <a:bodyPr/>
          <a:lstStyle>
            <a:lvl1pPr>
              <a:defRPr sz="404"/>
            </a:lvl1pPr>
            <a:lvl2pPr>
              <a:defRPr sz="353"/>
            </a:lvl2pPr>
            <a:lvl3pPr>
              <a:defRPr sz="303"/>
            </a:lvl3pPr>
            <a:lvl4pPr>
              <a:defRPr sz="252"/>
            </a:lvl4pPr>
            <a:lvl5pPr>
              <a:defRPr sz="252"/>
            </a:lvl5pPr>
            <a:lvl6pPr>
              <a:defRPr sz="252"/>
            </a:lvl6pPr>
            <a:lvl7pPr>
              <a:defRPr sz="252"/>
            </a:lvl7pPr>
            <a:lvl8pPr>
              <a:defRPr sz="252"/>
            </a:lvl8pPr>
            <a:lvl9pPr>
              <a:defRPr sz="252"/>
            </a:lvl9pPr>
          </a:lstStyle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121760823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50"/>
            <a:ext cx="3195047" cy="3812043"/>
          </a:xfrm>
        </p:spPr>
        <p:txBody>
          <a:bodyPr/>
          <a:lstStyle>
            <a:lvl1pPr marL="0" indent="0">
              <a:buNone/>
              <a:defRPr sz="202"/>
            </a:lvl1pPr>
            <a:lvl2pPr marL="57688" indent="0">
              <a:buNone/>
              <a:defRPr sz="177"/>
            </a:lvl2pPr>
            <a:lvl3pPr marL="115378" indent="0">
              <a:buNone/>
              <a:defRPr sz="152"/>
            </a:lvl3pPr>
            <a:lvl4pPr marL="173065" indent="0">
              <a:buNone/>
              <a:defRPr sz="126"/>
            </a:lvl4pPr>
            <a:lvl5pPr marL="230754" indent="0">
              <a:buNone/>
              <a:defRPr sz="126"/>
            </a:lvl5pPr>
            <a:lvl6pPr marL="288443" indent="0">
              <a:buNone/>
              <a:defRPr sz="126"/>
            </a:lvl6pPr>
            <a:lvl7pPr marL="346132" indent="0">
              <a:buNone/>
              <a:defRPr sz="126"/>
            </a:lvl7pPr>
            <a:lvl8pPr marL="403820" indent="0">
              <a:buNone/>
              <a:defRPr sz="126"/>
            </a:lvl8pPr>
            <a:lvl9pPr marL="461508" indent="0">
              <a:buNone/>
              <a:defRPr sz="126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207365673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86248463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7618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picTx" preserve="1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25992" name="Title 1"/>
          <p:cNvSpPr>
            <a:spLocks noGrp="1"/>
          </p:cNvSpPr>
          <p:nvPr>
            <p:ph type="title"/>
          </p:nvPr>
        </p:nvSpPr>
        <p:spPr bwMode="auto">
          <a:xfrm>
            <a:off x="682351" y="457258"/>
            <a:ext cx="3195047" cy="1600391"/>
          </a:xfrm>
        </p:spPr>
        <p:txBody>
          <a:bodyPr anchor="b"/>
          <a:lstStyle>
            <a:lvl1pPr>
              <a:defRPr sz="404"/>
            </a:lvl1pPr>
          </a:lstStyle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203436220" name="Picture Placeholder 2"/>
          <p:cNvSpPr>
            <a:spLocks noGrp="1" noChangeAspect="1"/>
          </p:cNvSpPr>
          <p:nvPr>
            <p:ph type="pic" idx="1"/>
          </p:nvPr>
        </p:nvSpPr>
        <p:spPr bwMode="auto">
          <a:xfrm>
            <a:off x="4211480" y="987544"/>
            <a:ext cx="5015074" cy="4874208"/>
          </a:xfrm>
        </p:spPr>
        <p:txBody>
          <a:bodyPr anchor="t"/>
          <a:lstStyle>
            <a:lvl1pPr marL="0" indent="0">
              <a:buNone/>
              <a:defRPr sz="404"/>
            </a:lvl1pPr>
            <a:lvl2pPr marL="57688" indent="0">
              <a:buNone/>
              <a:defRPr sz="353"/>
            </a:lvl2pPr>
            <a:lvl3pPr marL="115378" indent="0">
              <a:buNone/>
              <a:defRPr sz="303"/>
            </a:lvl3pPr>
            <a:lvl4pPr marL="173065" indent="0">
              <a:buNone/>
              <a:defRPr sz="252"/>
            </a:lvl4pPr>
            <a:lvl5pPr marL="230754" indent="0">
              <a:buNone/>
              <a:defRPr sz="252"/>
            </a:lvl5pPr>
            <a:lvl6pPr marL="288443" indent="0">
              <a:buNone/>
              <a:defRPr sz="252"/>
            </a:lvl6pPr>
            <a:lvl7pPr marL="346132" indent="0">
              <a:buNone/>
              <a:defRPr sz="252"/>
            </a:lvl7pPr>
            <a:lvl8pPr marL="403820" indent="0">
              <a:buNone/>
              <a:defRPr sz="252"/>
            </a:lvl8pPr>
            <a:lvl9pPr marL="461508" indent="0">
              <a:buNone/>
              <a:defRPr sz="252"/>
            </a:lvl9pPr>
          </a:lstStyle>
          <a:p>
            <a:pPr>
              <a:defRPr/>
            </a:pPr>
            <a:r>
              <a:t>Click icon to add picture</a:t>
            </a:r>
          </a:p>
        </p:txBody>
      </p:sp>
      <p:sp>
        <p:nvSpPr>
          <p:cNvPr id="1179953786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82351" y="2057650"/>
            <a:ext cx="3195047" cy="3812043"/>
          </a:xfrm>
        </p:spPr>
        <p:txBody>
          <a:bodyPr/>
          <a:lstStyle>
            <a:lvl1pPr marL="0" indent="0">
              <a:buNone/>
              <a:defRPr sz="202"/>
            </a:lvl1pPr>
            <a:lvl2pPr marL="57688" indent="0">
              <a:buNone/>
              <a:defRPr sz="177"/>
            </a:lvl2pPr>
            <a:lvl3pPr marL="115378" indent="0">
              <a:buNone/>
              <a:defRPr sz="152"/>
            </a:lvl3pPr>
            <a:lvl4pPr marL="173065" indent="0">
              <a:buNone/>
              <a:defRPr sz="126"/>
            </a:lvl4pPr>
            <a:lvl5pPr marL="230754" indent="0">
              <a:buNone/>
              <a:defRPr sz="126"/>
            </a:lvl5pPr>
            <a:lvl6pPr marL="288443" indent="0">
              <a:buNone/>
              <a:defRPr sz="126"/>
            </a:lvl6pPr>
            <a:lvl7pPr marL="346132" indent="0">
              <a:buNone/>
              <a:defRPr sz="126"/>
            </a:lvl7pPr>
            <a:lvl8pPr marL="403820" indent="0">
              <a:buNone/>
              <a:defRPr sz="126"/>
            </a:lvl8pPr>
            <a:lvl9pPr marL="461508" indent="0">
              <a:buNone/>
              <a:defRPr sz="126"/>
            </a:lvl9pPr>
          </a:lstStyle>
          <a:p>
            <a:pPr lvl="0">
              <a:defRPr/>
            </a:pPr>
            <a:r>
              <a:t>Click to edit Master text styles</a:t>
            </a:r>
          </a:p>
        </p:txBody>
      </p:sp>
      <p:sp>
        <p:nvSpPr>
          <p:cNvPr id="150830426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155468605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684379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x" preserve="1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430916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349168479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6803472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26275328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2098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type="vertTitleAndTx" preserve="1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5596649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7089216" y="365173"/>
            <a:ext cx="2136048" cy="5812534"/>
          </a:xfrm>
        </p:spPr>
        <p:txBody>
          <a:bodyPr vert="eaVert"/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267034152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81066" y="365173"/>
            <a:ext cx="6284323" cy="5812534"/>
          </a:xfrm>
        </p:spPr>
        <p:txBody>
          <a:bodyPr vert="eaVert"/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75600803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183927752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166375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671219" name="Title Placeholder 1"/>
          <p:cNvSpPr>
            <a:spLocks noGrp="1"/>
          </p:cNvSpPr>
          <p:nvPr>
            <p:ph type="title"/>
          </p:nvPr>
        </p:nvSpPr>
        <p:spPr bwMode="auto">
          <a:xfrm>
            <a:off x="681064" y="365172"/>
            <a:ext cx="8544204" cy="132572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t>Click to edit Master title style</a:t>
            </a:r>
          </a:p>
        </p:txBody>
      </p:sp>
      <p:sp>
        <p:nvSpPr>
          <p:cNvPr id="150239639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81064" y="1825851"/>
            <a:ext cx="8544204" cy="43518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t>Click to edit Master text styles</a:t>
            </a:r>
          </a:p>
          <a:p>
            <a:pPr lvl="1">
              <a:defRPr/>
            </a:pPr>
            <a:r>
              <a:t>Second level</a:t>
            </a:r>
          </a:p>
          <a:p>
            <a:pPr lvl="2">
              <a:defRPr/>
            </a:pPr>
            <a:r>
              <a:t>Third level</a:t>
            </a:r>
          </a:p>
          <a:p>
            <a:pPr lvl="3">
              <a:defRPr/>
            </a:pPr>
            <a:r>
              <a:t>Fourth level</a:t>
            </a:r>
          </a:p>
          <a:p>
            <a:pPr lvl="4">
              <a:defRPr/>
            </a:pPr>
            <a:r>
              <a:t>Fifth level</a:t>
            </a:r>
          </a:p>
        </p:txBody>
      </p:sp>
      <p:sp>
        <p:nvSpPr>
          <p:cNvPr id="1951886429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81061" y="6357112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fa-IR"/>
              <a:t>10/05/1448</a:t>
            </a:fld>
            <a:endParaRPr/>
          </a:p>
        </p:txBody>
      </p:sp>
      <p:sp>
        <p:nvSpPr>
          <p:cNvPr id="154874500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281472" y="6357112"/>
            <a:ext cx="3343384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737140085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6996340" y="6357112"/>
            <a:ext cx="2228922" cy="3651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52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115378" rtl="0">
        <a:lnSpc>
          <a:spcPct val="90000"/>
        </a:lnSpc>
        <a:spcBef>
          <a:spcPts val="0"/>
        </a:spcBef>
        <a:buNone/>
        <a:defRPr sz="556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8844" indent="-28844" algn="l" defTabSz="115378" rtl="0">
        <a:lnSpc>
          <a:spcPct val="90000"/>
        </a:lnSpc>
        <a:spcBef>
          <a:spcPts val="126"/>
        </a:spcBef>
        <a:buFont typeface="Arial"/>
        <a:buChar char="•"/>
        <a:defRPr sz="353">
          <a:solidFill>
            <a:schemeClr val="tx1"/>
          </a:solidFill>
          <a:latin typeface="+mn-lt"/>
          <a:ea typeface="+mn-ea"/>
          <a:cs typeface="+mn-cs"/>
        </a:defRPr>
      </a:lvl1pPr>
      <a:lvl2pPr marL="86532" indent="-28844" algn="l" defTabSz="115378" rtl="0">
        <a:lnSpc>
          <a:spcPct val="90000"/>
        </a:lnSpc>
        <a:spcBef>
          <a:spcPts val="63"/>
        </a:spcBef>
        <a:buFont typeface="Arial"/>
        <a:buChar char="•"/>
        <a:defRPr sz="303">
          <a:solidFill>
            <a:schemeClr val="tx1"/>
          </a:solidFill>
          <a:latin typeface="+mn-lt"/>
          <a:ea typeface="+mn-ea"/>
          <a:cs typeface="+mn-cs"/>
        </a:defRPr>
      </a:lvl2pPr>
      <a:lvl3pPr marL="144221" indent="-28844" algn="l" defTabSz="115378" rtl="0">
        <a:lnSpc>
          <a:spcPct val="90000"/>
        </a:lnSpc>
        <a:spcBef>
          <a:spcPts val="63"/>
        </a:spcBef>
        <a:buFont typeface="Arial"/>
        <a:buChar char="•"/>
        <a:defRPr sz="252">
          <a:solidFill>
            <a:schemeClr val="tx1"/>
          </a:solidFill>
          <a:latin typeface="+mn-lt"/>
          <a:ea typeface="+mn-ea"/>
          <a:cs typeface="+mn-cs"/>
        </a:defRPr>
      </a:lvl3pPr>
      <a:lvl4pPr marL="201909" indent="-28844" algn="l" defTabSz="115378" rtl="0">
        <a:lnSpc>
          <a:spcPct val="90000"/>
        </a:lnSpc>
        <a:spcBef>
          <a:spcPts val="63"/>
        </a:spcBef>
        <a:buFont typeface="Arial"/>
        <a:buChar char="•"/>
        <a:defRPr sz="227">
          <a:solidFill>
            <a:schemeClr val="tx1"/>
          </a:solidFill>
          <a:latin typeface="+mn-lt"/>
          <a:ea typeface="+mn-ea"/>
          <a:cs typeface="+mn-cs"/>
        </a:defRPr>
      </a:lvl4pPr>
      <a:lvl5pPr marL="259599" indent="-28844" algn="l" defTabSz="115378" rtl="0">
        <a:lnSpc>
          <a:spcPct val="90000"/>
        </a:lnSpc>
        <a:spcBef>
          <a:spcPts val="63"/>
        </a:spcBef>
        <a:buFont typeface="Arial"/>
        <a:buChar char="•"/>
        <a:defRPr sz="227">
          <a:solidFill>
            <a:schemeClr val="tx1"/>
          </a:solidFill>
          <a:latin typeface="+mn-lt"/>
          <a:ea typeface="+mn-ea"/>
          <a:cs typeface="+mn-cs"/>
        </a:defRPr>
      </a:lvl5pPr>
      <a:lvl6pPr marL="317288" indent="-28844" algn="l" defTabSz="115378" rtl="0">
        <a:lnSpc>
          <a:spcPct val="90000"/>
        </a:lnSpc>
        <a:spcBef>
          <a:spcPts val="63"/>
        </a:spcBef>
        <a:buFont typeface="Arial"/>
        <a:buChar char="•"/>
        <a:defRPr sz="227">
          <a:solidFill>
            <a:schemeClr val="tx1"/>
          </a:solidFill>
          <a:latin typeface="+mn-lt"/>
          <a:ea typeface="+mn-ea"/>
          <a:cs typeface="+mn-cs"/>
        </a:defRPr>
      </a:lvl6pPr>
      <a:lvl7pPr marL="374976" indent="-28844" algn="l" defTabSz="115378" rtl="0">
        <a:lnSpc>
          <a:spcPct val="90000"/>
        </a:lnSpc>
        <a:spcBef>
          <a:spcPts val="63"/>
        </a:spcBef>
        <a:buFont typeface="Arial"/>
        <a:buChar char="•"/>
        <a:defRPr sz="227">
          <a:solidFill>
            <a:schemeClr val="tx1"/>
          </a:solidFill>
          <a:latin typeface="+mn-lt"/>
          <a:ea typeface="+mn-ea"/>
          <a:cs typeface="+mn-cs"/>
        </a:defRPr>
      </a:lvl7pPr>
      <a:lvl8pPr marL="432664" indent="-28844" algn="l" defTabSz="115378" rtl="0">
        <a:lnSpc>
          <a:spcPct val="90000"/>
        </a:lnSpc>
        <a:spcBef>
          <a:spcPts val="63"/>
        </a:spcBef>
        <a:buFont typeface="Arial"/>
        <a:buChar char="•"/>
        <a:defRPr sz="227">
          <a:solidFill>
            <a:schemeClr val="tx1"/>
          </a:solidFill>
          <a:latin typeface="+mn-lt"/>
          <a:ea typeface="+mn-ea"/>
          <a:cs typeface="+mn-cs"/>
        </a:defRPr>
      </a:lvl8pPr>
      <a:lvl9pPr marL="490353" indent="-28844" algn="l" defTabSz="115378" rtl="0">
        <a:lnSpc>
          <a:spcPct val="90000"/>
        </a:lnSpc>
        <a:spcBef>
          <a:spcPts val="63"/>
        </a:spcBef>
        <a:buFont typeface="Arial"/>
        <a:buChar char="•"/>
        <a:defRPr sz="227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115378" rtl="0">
        <a:defRPr sz="227">
          <a:solidFill>
            <a:schemeClr val="tx1"/>
          </a:solidFill>
          <a:latin typeface="+mn-lt"/>
          <a:ea typeface="+mn-ea"/>
          <a:cs typeface="+mn-cs"/>
        </a:defRPr>
      </a:lvl1pPr>
      <a:lvl2pPr marL="57688" algn="l" defTabSz="115378" rtl="0">
        <a:defRPr sz="227">
          <a:solidFill>
            <a:schemeClr val="tx1"/>
          </a:solidFill>
          <a:latin typeface="+mn-lt"/>
          <a:ea typeface="+mn-ea"/>
          <a:cs typeface="+mn-cs"/>
        </a:defRPr>
      </a:lvl2pPr>
      <a:lvl3pPr marL="115378" algn="l" defTabSz="115378" rtl="0">
        <a:defRPr sz="227">
          <a:solidFill>
            <a:schemeClr val="tx1"/>
          </a:solidFill>
          <a:latin typeface="+mn-lt"/>
          <a:ea typeface="+mn-ea"/>
          <a:cs typeface="+mn-cs"/>
        </a:defRPr>
      </a:lvl3pPr>
      <a:lvl4pPr marL="173065" algn="l" defTabSz="115378" rtl="0">
        <a:defRPr sz="227">
          <a:solidFill>
            <a:schemeClr val="tx1"/>
          </a:solidFill>
          <a:latin typeface="+mn-lt"/>
          <a:ea typeface="+mn-ea"/>
          <a:cs typeface="+mn-cs"/>
        </a:defRPr>
      </a:lvl4pPr>
      <a:lvl5pPr marL="230754" algn="l" defTabSz="115378" rtl="0">
        <a:defRPr sz="227">
          <a:solidFill>
            <a:schemeClr val="tx1"/>
          </a:solidFill>
          <a:latin typeface="+mn-lt"/>
          <a:ea typeface="+mn-ea"/>
          <a:cs typeface="+mn-cs"/>
        </a:defRPr>
      </a:lvl5pPr>
      <a:lvl6pPr marL="288443" algn="l" defTabSz="115378" rtl="0">
        <a:defRPr sz="227">
          <a:solidFill>
            <a:schemeClr val="tx1"/>
          </a:solidFill>
          <a:latin typeface="+mn-lt"/>
          <a:ea typeface="+mn-ea"/>
          <a:cs typeface="+mn-cs"/>
        </a:defRPr>
      </a:lvl6pPr>
      <a:lvl7pPr marL="346132" algn="l" defTabSz="115378" rtl="0">
        <a:defRPr sz="227">
          <a:solidFill>
            <a:schemeClr val="tx1"/>
          </a:solidFill>
          <a:latin typeface="+mn-lt"/>
          <a:ea typeface="+mn-ea"/>
          <a:cs typeface="+mn-cs"/>
        </a:defRPr>
      </a:lvl7pPr>
      <a:lvl8pPr marL="403820" algn="l" defTabSz="115378" rtl="0">
        <a:defRPr sz="227">
          <a:solidFill>
            <a:schemeClr val="tx1"/>
          </a:solidFill>
          <a:latin typeface="+mn-lt"/>
          <a:ea typeface="+mn-ea"/>
          <a:cs typeface="+mn-cs"/>
        </a:defRPr>
      </a:lvl8pPr>
      <a:lvl9pPr marL="461508" algn="l" defTabSz="115378" rtl="0">
        <a:defRPr sz="227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D6D4DA9C-E17A-696E-5219-AB26116386D3}"/>
            </a:ext>
          </a:extLst>
        </p:cNvPr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" name="Oval 29">
            <a:extLst>
              <a:ext uri="{FF2B5EF4-FFF2-40B4-BE49-F238E27FC236}">
                <a16:creationId xmlns:a16="http://schemas.microsoft.com/office/drawing/2014/main" id="{C79AE5C5-D274-8815-77E4-73289B05943E}"/>
              </a:ext>
            </a:extLst>
          </p:cNvPr>
          <p:cNvSpPr/>
          <p:nvPr/>
        </p:nvSpPr>
        <p:spPr bwMode="auto">
          <a:xfrm rot="18907748">
            <a:off x="5645670" y="334105"/>
            <a:ext cx="4222208" cy="5628251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349977 w 5248987"/>
              <a:gd name="csY0" fmla="*/ 1677593 h 7304978"/>
              <a:gd name="csX1" fmla="*/ 2643077 w 5248987"/>
              <a:gd name="csY1" fmla="*/ 55378 h 7304978"/>
              <a:gd name="csX2" fmla="*/ 4818773 w 5248987"/>
              <a:gd name="csY2" fmla="*/ 3244883 h 7304978"/>
              <a:gd name="csX3" fmla="*/ 990444 w 5248987"/>
              <a:gd name="csY3" fmla="*/ 7257313 h 7304978"/>
              <a:gd name="csX4" fmla="*/ 349977 w 5248987"/>
              <a:gd name="csY4" fmla="*/ 1677593 h 7304978"/>
              <a:gd name="csX0" fmla="*/ 349977 w 5236960"/>
              <a:gd name="csY0" fmla="*/ 1627449 h 7254834"/>
              <a:gd name="csX1" fmla="*/ 2643077 w 5236960"/>
              <a:gd name="csY1" fmla="*/ 5234 h 7254834"/>
              <a:gd name="csX2" fmla="*/ 4818773 w 5236960"/>
              <a:gd name="csY2" fmla="*/ 3194739 h 7254834"/>
              <a:gd name="csX3" fmla="*/ 990444 w 5236960"/>
              <a:gd name="csY3" fmla="*/ 7207169 h 7254834"/>
              <a:gd name="csX4" fmla="*/ 349977 w 5236960"/>
              <a:gd name="csY4" fmla="*/ 1627449 h 7254834"/>
              <a:gd name="csX0" fmla="*/ 119626 w 5043533"/>
              <a:gd name="csY0" fmla="*/ 1463253 h 7315371"/>
              <a:gd name="csX1" fmla="*/ 2437231 w 5043533"/>
              <a:gd name="csY1" fmla="*/ 88439 h 7315371"/>
              <a:gd name="csX2" fmla="*/ 4612927 w 5043533"/>
              <a:gd name="csY2" fmla="*/ 3277944 h 7315371"/>
              <a:gd name="csX3" fmla="*/ 784598 w 5043533"/>
              <a:gd name="csY3" fmla="*/ 7290374 h 7315371"/>
              <a:gd name="csX4" fmla="*/ 119626 w 5043533"/>
              <a:gd name="csY4" fmla="*/ 1463253 h 7315371"/>
              <a:gd name="csX0" fmla="*/ 105918 w 5029825"/>
              <a:gd name="csY0" fmla="*/ 1443927 h 7296045"/>
              <a:gd name="csX1" fmla="*/ 2423523 w 5029825"/>
              <a:gd name="csY1" fmla="*/ 69113 h 7296045"/>
              <a:gd name="csX2" fmla="*/ 4599219 w 5029825"/>
              <a:gd name="csY2" fmla="*/ 3258618 h 7296045"/>
              <a:gd name="csX3" fmla="*/ 770890 w 5029825"/>
              <a:gd name="csY3" fmla="*/ 7271048 h 7296045"/>
              <a:gd name="csX4" fmla="*/ 105918 w 5029825"/>
              <a:gd name="csY4" fmla="*/ 1443927 h 7296045"/>
              <a:gd name="csX0" fmla="*/ 183921 w 5107828"/>
              <a:gd name="csY0" fmla="*/ 1443927 h 7398576"/>
              <a:gd name="csX1" fmla="*/ 2501526 w 5107828"/>
              <a:gd name="csY1" fmla="*/ 69113 h 7398576"/>
              <a:gd name="csX2" fmla="*/ 4677222 w 5107828"/>
              <a:gd name="csY2" fmla="*/ 3258618 h 7398576"/>
              <a:gd name="csX3" fmla="*/ 848893 w 5107828"/>
              <a:gd name="csY3" fmla="*/ 7271048 h 7398576"/>
              <a:gd name="csX4" fmla="*/ 183921 w 5107828"/>
              <a:gd name="csY4" fmla="*/ 1443927 h 7398576"/>
              <a:gd name="csX0" fmla="*/ 395880 w 5319787"/>
              <a:gd name="csY0" fmla="*/ 1458340 h 7091336"/>
              <a:gd name="csX1" fmla="*/ 2713485 w 5319787"/>
              <a:gd name="csY1" fmla="*/ 83526 h 7091336"/>
              <a:gd name="csX2" fmla="*/ 4889181 w 5319787"/>
              <a:gd name="csY2" fmla="*/ 3273031 h 7091336"/>
              <a:gd name="csX3" fmla="*/ 676940 w 5319787"/>
              <a:gd name="csY3" fmla="*/ 6951063 h 7091336"/>
              <a:gd name="csX4" fmla="*/ 395880 w 5319787"/>
              <a:gd name="csY4" fmla="*/ 1458340 h 709133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319787" h="7091336">
                <a:moveTo>
                  <a:pt x="395880" y="1458340"/>
                </a:moveTo>
                <a:cubicBezTo>
                  <a:pt x="735304" y="313751"/>
                  <a:pt x="1964602" y="-218922"/>
                  <a:pt x="2713485" y="83526"/>
                </a:cubicBezTo>
                <a:cubicBezTo>
                  <a:pt x="3462368" y="385974"/>
                  <a:pt x="6412583" y="698013"/>
                  <a:pt x="4889181" y="3273031"/>
                </a:cubicBezTo>
                <a:cubicBezTo>
                  <a:pt x="3667384" y="5081053"/>
                  <a:pt x="1762164" y="7731701"/>
                  <a:pt x="676940" y="6951063"/>
                </a:cubicBezTo>
                <a:cubicBezTo>
                  <a:pt x="-408284" y="6170425"/>
                  <a:pt x="56456" y="2602929"/>
                  <a:pt x="395880" y="1458340"/>
                </a:cubicBezTo>
                <a:close/>
              </a:path>
            </a:pathLst>
          </a:custGeom>
          <a:solidFill>
            <a:srgbClr val="EEF7E9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3492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EEB699C-818A-8863-67F4-83623F06B2C8}"/>
              </a:ext>
            </a:extLst>
          </p:cNvPr>
          <p:cNvSpPr/>
          <p:nvPr/>
        </p:nvSpPr>
        <p:spPr bwMode="auto">
          <a:xfrm>
            <a:off x="2234095" y="15143"/>
            <a:ext cx="3267466" cy="5335083"/>
          </a:xfrm>
          <a:custGeom>
            <a:avLst/>
            <a:gdLst>
              <a:gd name="csX0" fmla="*/ 0 w 2888469"/>
              <a:gd name="csY0" fmla="*/ 2952627 h 5905253"/>
              <a:gd name="csX1" fmla="*/ 1444235 w 2888469"/>
              <a:gd name="csY1" fmla="*/ 0 h 5905253"/>
              <a:gd name="csX2" fmla="*/ 2888470 w 2888469"/>
              <a:gd name="csY2" fmla="*/ 2952627 h 5905253"/>
              <a:gd name="csX3" fmla="*/ 1444235 w 2888469"/>
              <a:gd name="csY3" fmla="*/ 5905254 h 5905253"/>
              <a:gd name="csX4" fmla="*/ 0 w 2888469"/>
              <a:gd name="csY4" fmla="*/ 2952627 h 5905253"/>
              <a:gd name="csX0" fmla="*/ 0 w 3712559"/>
              <a:gd name="csY0" fmla="*/ 2549514 h 5910917"/>
              <a:gd name="csX1" fmla="*/ 2268324 w 3712559"/>
              <a:gd name="csY1" fmla="*/ 3287 h 5910917"/>
              <a:gd name="csX2" fmla="*/ 3712559 w 3712559"/>
              <a:gd name="csY2" fmla="*/ 2955914 h 5910917"/>
              <a:gd name="csX3" fmla="*/ 2268324 w 3712559"/>
              <a:gd name="csY3" fmla="*/ 5908541 h 5910917"/>
              <a:gd name="csX4" fmla="*/ 0 w 3712559"/>
              <a:gd name="csY4" fmla="*/ 2549514 h 5910917"/>
              <a:gd name="csX0" fmla="*/ 3960 w 3716519"/>
              <a:gd name="csY0" fmla="*/ 2221291 h 5582694"/>
              <a:gd name="csX1" fmla="*/ 1775573 w 3716519"/>
              <a:gd name="csY1" fmla="*/ 2441 h 5582694"/>
              <a:gd name="csX2" fmla="*/ 3716519 w 3716519"/>
              <a:gd name="csY2" fmla="*/ 2627691 h 5582694"/>
              <a:gd name="csX3" fmla="*/ 2272284 w 3716519"/>
              <a:gd name="csY3" fmla="*/ 5580318 h 5582694"/>
              <a:gd name="csX4" fmla="*/ 3960 w 3716519"/>
              <a:gd name="csY4" fmla="*/ 2221291 h 5582694"/>
              <a:gd name="csX0" fmla="*/ 23609 w 3736168"/>
              <a:gd name="csY0" fmla="*/ 2222937 h 5584340"/>
              <a:gd name="csX1" fmla="*/ 1795222 w 3736168"/>
              <a:gd name="csY1" fmla="*/ 4087 h 5584340"/>
              <a:gd name="csX2" fmla="*/ 3736168 w 3736168"/>
              <a:gd name="csY2" fmla="*/ 2629337 h 5584340"/>
              <a:gd name="csX3" fmla="*/ 2291933 w 3736168"/>
              <a:gd name="csY3" fmla="*/ 5581964 h 5584340"/>
              <a:gd name="csX4" fmla="*/ 23609 w 3736168"/>
              <a:gd name="csY4" fmla="*/ 2222937 h 5584340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3950 w 3693932"/>
              <a:gd name="csY0" fmla="*/ 2256570 h 5619122"/>
              <a:gd name="csX1" fmla="*/ 1775563 w 3693932"/>
              <a:gd name="csY1" fmla="*/ 37720 h 5619122"/>
              <a:gd name="csX2" fmla="*/ 3693932 w 3693932"/>
              <a:gd name="csY2" fmla="*/ 1590526 h 5619122"/>
              <a:gd name="csX3" fmla="*/ 2272274 w 3693932"/>
              <a:gd name="csY3" fmla="*/ 5615597 h 5619122"/>
              <a:gd name="csX4" fmla="*/ 3950 w 3693932"/>
              <a:gd name="csY4" fmla="*/ 2256570 h 5619122"/>
              <a:gd name="csX0" fmla="*/ 826914 w 4516896"/>
              <a:gd name="csY0" fmla="*/ 2256570 h 6779981"/>
              <a:gd name="csX1" fmla="*/ 2598527 w 4516896"/>
              <a:gd name="csY1" fmla="*/ 37720 h 6779981"/>
              <a:gd name="csX2" fmla="*/ 4516896 w 4516896"/>
              <a:gd name="csY2" fmla="*/ 1590526 h 6779981"/>
              <a:gd name="csX3" fmla="*/ 3095238 w 4516896"/>
              <a:gd name="csY3" fmla="*/ 5615597 h 6779981"/>
              <a:gd name="csX4" fmla="*/ 110535 w 4516896"/>
              <a:gd name="csY4" fmla="*/ 6577156 h 6779981"/>
              <a:gd name="csX5" fmla="*/ 826914 w 4516896"/>
              <a:gd name="csY5" fmla="*/ 2256570 h 6779981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822638 w 4512620"/>
              <a:gd name="csY0" fmla="*/ 2256570 h 6697946"/>
              <a:gd name="csX1" fmla="*/ 2594251 w 4512620"/>
              <a:gd name="csY1" fmla="*/ 37720 h 6697946"/>
              <a:gd name="csX2" fmla="*/ 4512620 w 4512620"/>
              <a:gd name="csY2" fmla="*/ 1590526 h 6697946"/>
              <a:gd name="csX3" fmla="*/ 3090962 w 4512620"/>
              <a:gd name="csY3" fmla="*/ 5615597 h 6697946"/>
              <a:gd name="csX4" fmla="*/ 106259 w 4512620"/>
              <a:gd name="csY4" fmla="*/ 6577156 h 6697946"/>
              <a:gd name="csX5" fmla="*/ 851326 w 4512620"/>
              <a:gd name="csY5" fmla="*/ 3754933 h 6697946"/>
              <a:gd name="csX6" fmla="*/ 822638 w 4512620"/>
              <a:gd name="csY6" fmla="*/ 2256570 h 6697946"/>
              <a:gd name="csX0" fmla="*/ 1364505 w 4512620"/>
              <a:gd name="csY0" fmla="*/ 1228595 h 6663393"/>
              <a:gd name="csX1" fmla="*/ 2594251 w 4512620"/>
              <a:gd name="csY1" fmla="*/ 3167 h 6663393"/>
              <a:gd name="csX2" fmla="*/ 4512620 w 4512620"/>
              <a:gd name="csY2" fmla="*/ 1555973 h 6663393"/>
              <a:gd name="csX3" fmla="*/ 3090962 w 4512620"/>
              <a:gd name="csY3" fmla="*/ 5581044 h 6663393"/>
              <a:gd name="csX4" fmla="*/ 106259 w 4512620"/>
              <a:gd name="csY4" fmla="*/ 6542603 h 6663393"/>
              <a:gd name="csX5" fmla="*/ 851326 w 4512620"/>
              <a:gd name="csY5" fmla="*/ 3720380 h 6663393"/>
              <a:gd name="csX6" fmla="*/ 1364505 w 4512620"/>
              <a:gd name="csY6" fmla="*/ 1228595 h 6663393"/>
              <a:gd name="csX0" fmla="*/ 1364505 w 4512620"/>
              <a:gd name="csY0" fmla="*/ 1228804 h 6663602"/>
              <a:gd name="csX1" fmla="*/ 2594251 w 4512620"/>
              <a:gd name="csY1" fmla="*/ 3376 h 6663602"/>
              <a:gd name="csX2" fmla="*/ 4512620 w 4512620"/>
              <a:gd name="csY2" fmla="*/ 1556182 h 6663602"/>
              <a:gd name="csX3" fmla="*/ 3090962 w 4512620"/>
              <a:gd name="csY3" fmla="*/ 5581253 h 6663602"/>
              <a:gd name="csX4" fmla="*/ 106259 w 4512620"/>
              <a:gd name="csY4" fmla="*/ 6542812 h 6663602"/>
              <a:gd name="csX5" fmla="*/ 851326 w 4512620"/>
              <a:gd name="csY5" fmla="*/ 3720589 h 6663602"/>
              <a:gd name="csX6" fmla="*/ 1364505 w 4512620"/>
              <a:gd name="csY6" fmla="*/ 1228804 h 6663602"/>
              <a:gd name="csX0" fmla="*/ 1251616 w 4512620"/>
              <a:gd name="csY0" fmla="*/ 1086996 h 6668550"/>
              <a:gd name="csX1" fmla="*/ 2594251 w 4512620"/>
              <a:gd name="csY1" fmla="*/ 8324 h 6668550"/>
              <a:gd name="csX2" fmla="*/ 4512620 w 4512620"/>
              <a:gd name="csY2" fmla="*/ 1561130 h 6668550"/>
              <a:gd name="csX3" fmla="*/ 3090962 w 4512620"/>
              <a:gd name="csY3" fmla="*/ 5586201 h 6668550"/>
              <a:gd name="csX4" fmla="*/ 106259 w 4512620"/>
              <a:gd name="csY4" fmla="*/ 6547760 h 6668550"/>
              <a:gd name="csX5" fmla="*/ 851326 w 4512620"/>
              <a:gd name="csY5" fmla="*/ 3725537 h 6668550"/>
              <a:gd name="csX6" fmla="*/ 1251616 w 4512620"/>
              <a:gd name="csY6" fmla="*/ 1086996 h 6668550"/>
              <a:gd name="csX0" fmla="*/ 1251616 w 4512620"/>
              <a:gd name="csY0" fmla="*/ 1087496 h 6669050"/>
              <a:gd name="csX1" fmla="*/ 2594251 w 4512620"/>
              <a:gd name="csY1" fmla="*/ 8824 h 6669050"/>
              <a:gd name="csX2" fmla="*/ 4512620 w 4512620"/>
              <a:gd name="csY2" fmla="*/ 1561630 h 6669050"/>
              <a:gd name="csX3" fmla="*/ 3090962 w 4512620"/>
              <a:gd name="csY3" fmla="*/ 5586701 h 6669050"/>
              <a:gd name="csX4" fmla="*/ 106259 w 4512620"/>
              <a:gd name="csY4" fmla="*/ 6548260 h 6669050"/>
              <a:gd name="csX5" fmla="*/ 851326 w 4512620"/>
              <a:gd name="csY5" fmla="*/ 3726037 h 6669050"/>
              <a:gd name="csX6" fmla="*/ 1251616 w 4512620"/>
              <a:gd name="csY6" fmla="*/ 1087496 h 6669050"/>
              <a:gd name="csX0" fmla="*/ 1208967 w 4469971"/>
              <a:gd name="csY0" fmla="*/ 1086454 h 6668008"/>
              <a:gd name="csX1" fmla="*/ 2551602 w 4469971"/>
              <a:gd name="csY1" fmla="*/ 7782 h 6668008"/>
              <a:gd name="csX2" fmla="*/ 4469971 w 4469971"/>
              <a:gd name="csY2" fmla="*/ 1560588 h 6668008"/>
              <a:gd name="csX3" fmla="*/ 3048313 w 4469971"/>
              <a:gd name="csY3" fmla="*/ 5585659 h 6668008"/>
              <a:gd name="csX4" fmla="*/ 63610 w 4469971"/>
              <a:gd name="csY4" fmla="*/ 6547218 h 6668008"/>
              <a:gd name="csX5" fmla="*/ 1734365 w 4469971"/>
              <a:gd name="csY5" fmla="*/ 3747573 h 6668008"/>
              <a:gd name="csX6" fmla="*/ 1208967 w 4469971"/>
              <a:gd name="csY6" fmla="*/ 1086454 h 6668008"/>
              <a:gd name="csX0" fmla="*/ 1262979 w 4523983"/>
              <a:gd name="csY0" fmla="*/ 1086454 h 6668008"/>
              <a:gd name="csX1" fmla="*/ 2605614 w 4523983"/>
              <a:gd name="csY1" fmla="*/ 7782 h 6668008"/>
              <a:gd name="csX2" fmla="*/ 4523983 w 4523983"/>
              <a:gd name="csY2" fmla="*/ 1560588 h 6668008"/>
              <a:gd name="csX3" fmla="*/ 3102325 w 4523983"/>
              <a:gd name="csY3" fmla="*/ 5585659 h 6668008"/>
              <a:gd name="csX4" fmla="*/ 117622 w 4523983"/>
              <a:gd name="csY4" fmla="*/ 6547218 h 6668008"/>
              <a:gd name="csX5" fmla="*/ 1788377 w 4523983"/>
              <a:gd name="csY5" fmla="*/ 3747573 h 6668008"/>
              <a:gd name="csX6" fmla="*/ 1262979 w 4523983"/>
              <a:gd name="csY6" fmla="*/ 1086454 h 6668008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824813 h 6688589"/>
              <a:gd name="csX1" fmla="*/ 2605614 w 4523983"/>
              <a:gd name="csY1" fmla="*/ 28363 h 6688589"/>
              <a:gd name="csX2" fmla="*/ 4523983 w 4523983"/>
              <a:gd name="csY2" fmla="*/ 1581169 h 6688589"/>
              <a:gd name="csX3" fmla="*/ 3102325 w 4523983"/>
              <a:gd name="csY3" fmla="*/ 5606240 h 6688589"/>
              <a:gd name="csX4" fmla="*/ 117622 w 4523983"/>
              <a:gd name="csY4" fmla="*/ 6567799 h 6688589"/>
              <a:gd name="csX5" fmla="*/ 1788377 w 4523983"/>
              <a:gd name="csY5" fmla="*/ 3768154 h 6688589"/>
              <a:gd name="csX6" fmla="*/ 1330713 w 4523983"/>
              <a:gd name="csY6" fmla="*/ 824813 h 6688589"/>
              <a:gd name="csX0" fmla="*/ 1330713 w 4523983"/>
              <a:gd name="csY0" fmla="*/ 977840 h 6841616"/>
              <a:gd name="csX1" fmla="*/ 2605614 w 4523983"/>
              <a:gd name="csY1" fmla="*/ 181390 h 6841616"/>
              <a:gd name="csX2" fmla="*/ 4523983 w 4523983"/>
              <a:gd name="csY2" fmla="*/ 1734196 h 6841616"/>
              <a:gd name="csX3" fmla="*/ 3102325 w 4523983"/>
              <a:gd name="csY3" fmla="*/ 5759267 h 6841616"/>
              <a:gd name="csX4" fmla="*/ 117622 w 4523983"/>
              <a:gd name="csY4" fmla="*/ 6720826 h 6841616"/>
              <a:gd name="csX5" fmla="*/ 1788377 w 4523983"/>
              <a:gd name="csY5" fmla="*/ 3921181 h 6841616"/>
              <a:gd name="csX6" fmla="*/ 1330713 w 4523983"/>
              <a:gd name="csY6" fmla="*/ 977840 h 6841616"/>
              <a:gd name="csX0" fmla="*/ 1330713 w 4523983"/>
              <a:gd name="csY0" fmla="*/ 842023 h 6705799"/>
              <a:gd name="csX1" fmla="*/ 2605614 w 4523983"/>
              <a:gd name="csY1" fmla="*/ 45573 h 6705799"/>
              <a:gd name="csX2" fmla="*/ 4523983 w 4523983"/>
              <a:gd name="csY2" fmla="*/ 1598379 h 6705799"/>
              <a:gd name="csX3" fmla="*/ 3102325 w 4523983"/>
              <a:gd name="csY3" fmla="*/ 5623450 h 6705799"/>
              <a:gd name="csX4" fmla="*/ 117622 w 4523983"/>
              <a:gd name="csY4" fmla="*/ 6585009 h 6705799"/>
              <a:gd name="csX5" fmla="*/ 1788377 w 4523983"/>
              <a:gd name="csY5" fmla="*/ 3785364 h 6705799"/>
              <a:gd name="csX6" fmla="*/ 1330713 w 4523983"/>
              <a:gd name="csY6" fmla="*/ 842023 h 6705799"/>
              <a:gd name="csX0" fmla="*/ 1330713 w 4523983"/>
              <a:gd name="csY0" fmla="*/ 739993 h 6603769"/>
              <a:gd name="csX1" fmla="*/ 2718503 w 4523983"/>
              <a:gd name="csY1" fmla="*/ 33854 h 6603769"/>
              <a:gd name="csX2" fmla="*/ 4523983 w 4523983"/>
              <a:gd name="csY2" fmla="*/ 1496349 h 6603769"/>
              <a:gd name="csX3" fmla="*/ 3102325 w 4523983"/>
              <a:gd name="csY3" fmla="*/ 5521420 h 6603769"/>
              <a:gd name="csX4" fmla="*/ 117622 w 4523983"/>
              <a:gd name="csY4" fmla="*/ 6482979 h 6603769"/>
              <a:gd name="csX5" fmla="*/ 1788377 w 4523983"/>
              <a:gd name="csY5" fmla="*/ 3683334 h 6603769"/>
              <a:gd name="csX6" fmla="*/ 1330713 w 4523983"/>
              <a:gd name="csY6" fmla="*/ 739993 h 6603769"/>
              <a:gd name="csX0" fmla="*/ 1330713 w 4523983"/>
              <a:gd name="csY0" fmla="*/ 718603 h 6582379"/>
              <a:gd name="csX1" fmla="*/ 2718503 w 4523983"/>
              <a:gd name="csY1" fmla="*/ 12464 h 6582379"/>
              <a:gd name="csX2" fmla="*/ 4523983 w 4523983"/>
              <a:gd name="csY2" fmla="*/ 1474959 h 6582379"/>
              <a:gd name="csX3" fmla="*/ 3102325 w 4523983"/>
              <a:gd name="csY3" fmla="*/ 5500030 h 6582379"/>
              <a:gd name="csX4" fmla="*/ 117622 w 4523983"/>
              <a:gd name="csY4" fmla="*/ 6461589 h 6582379"/>
              <a:gd name="csX5" fmla="*/ 1788377 w 4523983"/>
              <a:gd name="csY5" fmla="*/ 3661944 h 6582379"/>
              <a:gd name="csX6" fmla="*/ 1330713 w 4523983"/>
              <a:gd name="csY6" fmla="*/ 718603 h 658237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5259"/>
              <a:gd name="csX1" fmla="*/ 2718503 w 4523983"/>
              <a:gd name="csY1" fmla="*/ 5344 h 6575259"/>
              <a:gd name="csX2" fmla="*/ 4523983 w 4523983"/>
              <a:gd name="csY2" fmla="*/ 1467839 h 6575259"/>
              <a:gd name="csX3" fmla="*/ 3102325 w 4523983"/>
              <a:gd name="csY3" fmla="*/ 5492910 h 6575259"/>
              <a:gd name="csX4" fmla="*/ 117622 w 4523983"/>
              <a:gd name="csY4" fmla="*/ 6454469 h 6575259"/>
              <a:gd name="csX5" fmla="*/ 1788377 w 4523983"/>
              <a:gd name="csY5" fmla="*/ 3654824 h 6575259"/>
              <a:gd name="csX6" fmla="*/ 1330713 w 4523983"/>
              <a:gd name="csY6" fmla="*/ 711483 h 6575259"/>
              <a:gd name="csX0" fmla="*/ 1330713 w 4523983"/>
              <a:gd name="csY0" fmla="*/ 711483 h 6573787"/>
              <a:gd name="csX1" fmla="*/ 2718503 w 4523983"/>
              <a:gd name="csY1" fmla="*/ 5344 h 6573787"/>
              <a:gd name="csX2" fmla="*/ 4523983 w 4523983"/>
              <a:gd name="csY2" fmla="*/ 1467839 h 6573787"/>
              <a:gd name="csX3" fmla="*/ 2989437 w 4523983"/>
              <a:gd name="csY3" fmla="*/ 5481621 h 6573787"/>
              <a:gd name="csX4" fmla="*/ 117622 w 4523983"/>
              <a:gd name="csY4" fmla="*/ 6454469 h 6573787"/>
              <a:gd name="csX5" fmla="*/ 1788377 w 4523983"/>
              <a:gd name="csY5" fmla="*/ 3654824 h 6573787"/>
              <a:gd name="csX6" fmla="*/ 1330713 w 4523983"/>
              <a:gd name="csY6" fmla="*/ 711483 h 6573787"/>
              <a:gd name="csX0" fmla="*/ 1330713 w 4523983"/>
              <a:gd name="csY0" fmla="*/ 711483 h 6562714"/>
              <a:gd name="csX1" fmla="*/ 2718503 w 4523983"/>
              <a:gd name="csY1" fmla="*/ 5344 h 6562714"/>
              <a:gd name="csX2" fmla="*/ 4523983 w 4523983"/>
              <a:gd name="csY2" fmla="*/ 1467839 h 6562714"/>
              <a:gd name="csX3" fmla="*/ 2989437 w 4523983"/>
              <a:gd name="csY3" fmla="*/ 5481621 h 6562714"/>
              <a:gd name="csX4" fmla="*/ 117622 w 4523983"/>
              <a:gd name="csY4" fmla="*/ 6454469 h 6562714"/>
              <a:gd name="csX5" fmla="*/ 1788377 w 4523983"/>
              <a:gd name="csY5" fmla="*/ 3654824 h 6562714"/>
              <a:gd name="csX6" fmla="*/ 1330713 w 4523983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27142 w 4520412"/>
              <a:gd name="csY0" fmla="*/ 711483 h 6562714"/>
              <a:gd name="csX1" fmla="*/ 2714932 w 4520412"/>
              <a:gd name="csY1" fmla="*/ 5344 h 6562714"/>
              <a:gd name="csX2" fmla="*/ 4520412 w 4520412"/>
              <a:gd name="csY2" fmla="*/ 1467839 h 6562714"/>
              <a:gd name="csX3" fmla="*/ 2985866 w 4520412"/>
              <a:gd name="csY3" fmla="*/ 5481621 h 6562714"/>
              <a:gd name="csX4" fmla="*/ 114051 w 4520412"/>
              <a:gd name="csY4" fmla="*/ 6454469 h 6562714"/>
              <a:gd name="csX5" fmla="*/ 1784806 w 4520412"/>
              <a:gd name="csY5" fmla="*/ 3654824 h 6562714"/>
              <a:gd name="csX6" fmla="*/ 1327142 w 4520412"/>
              <a:gd name="csY6" fmla="*/ 711483 h 6562714"/>
              <a:gd name="csX0" fmla="*/ 1331984 w 4525254"/>
              <a:gd name="csY0" fmla="*/ 711037 h 6562268"/>
              <a:gd name="csX1" fmla="*/ 2719774 w 4525254"/>
              <a:gd name="csY1" fmla="*/ 4898 h 6562268"/>
              <a:gd name="csX2" fmla="*/ 4525254 w 4525254"/>
              <a:gd name="csY2" fmla="*/ 1467393 h 6562268"/>
              <a:gd name="csX3" fmla="*/ 2990708 w 4525254"/>
              <a:gd name="csY3" fmla="*/ 5481175 h 6562268"/>
              <a:gd name="csX4" fmla="*/ 118893 w 4525254"/>
              <a:gd name="csY4" fmla="*/ 6454023 h 6562268"/>
              <a:gd name="csX5" fmla="*/ 1733203 w 4525254"/>
              <a:gd name="csY5" fmla="*/ 3541489 h 6562268"/>
              <a:gd name="csX6" fmla="*/ 1331984 w 4525254"/>
              <a:gd name="csY6" fmla="*/ 711037 h 6562268"/>
              <a:gd name="csX0" fmla="*/ 1324874 w 4518144"/>
              <a:gd name="csY0" fmla="*/ 711037 h 6562268"/>
              <a:gd name="csX1" fmla="*/ 2712664 w 4518144"/>
              <a:gd name="csY1" fmla="*/ 4898 h 6562268"/>
              <a:gd name="csX2" fmla="*/ 4518144 w 4518144"/>
              <a:gd name="csY2" fmla="*/ 1467393 h 6562268"/>
              <a:gd name="csX3" fmla="*/ 2983598 w 4518144"/>
              <a:gd name="csY3" fmla="*/ 5481175 h 6562268"/>
              <a:gd name="csX4" fmla="*/ 111783 w 4518144"/>
              <a:gd name="csY4" fmla="*/ 6454023 h 6562268"/>
              <a:gd name="csX5" fmla="*/ 1726093 w 4518144"/>
              <a:gd name="csY5" fmla="*/ 3541489 h 6562268"/>
              <a:gd name="csX6" fmla="*/ 1324874 w 4518144"/>
              <a:gd name="csY6" fmla="*/ 711037 h 6562268"/>
              <a:gd name="csX0" fmla="*/ 1413614 w 4606884"/>
              <a:gd name="csY0" fmla="*/ 711037 h 6562268"/>
              <a:gd name="csX1" fmla="*/ 2801404 w 4606884"/>
              <a:gd name="csY1" fmla="*/ 4898 h 6562268"/>
              <a:gd name="csX2" fmla="*/ 4606884 w 4606884"/>
              <a:gd name="csY2" fmla="*/ 1467393 h 6562268"/>
              <a:gd name="csX3" fmla="*/ 3072338 w 4606884"/>
              <a:gd name="csY3" fmla="*/ 5481175 h 6562268"/>
              <a:gd name="csX4" fmla="*/ 200523 w 4606884"/>
              <a:gd name="csY4" fmla="*/ 6454023 h 6562268"/>
              <a:gd name="csX5" fmla="*/ 1814833 w 4606884"/>
              <a:gd name="csY5" fmla="*/ 3541489 h 6562268"/>
              <a:gd name="csX6" fmla="*/ 1413614 w 4606884"/>
              <a:gd name="csY6" fmla="*/ 711037 h 6562268"/>
              <a:gd name="csX0" fmla="*/ 1413614 w 4606884"/>
              <a:gd name="csY0" fmla="*/ 711037 h 6630146"/>
              <a:gd name="csX1" fmla="*/ 2801404 w 4606884"/>
              <a:gd name="csY1" fmla="*/ 4898 h 6630146"/>
              <a:gd name="csX2" fmla="*/ 4606884 w 4606884"/>
              <a:gd name="csY2" fmla="*/ 1467393 h 6630146"/>
              <a:gd name="csX3" fmla="*/ 3072338 w 4606884"/>
              <a:gd name="csY3" fmla="*/ 5481175 h 6630146"/>
              <a:gd name="csX4" fmla="*/ 200523 w 4606884"/>
              <a:gd name="csY4" fmla="*/ 6454023 h 6630146"/>
              <a:gd name="csX5" fmla="*/ 1814833 w 4606884"/>
              <a:gd name="csY5" fmla="*/ 3541489 h 6630146"/>
              <a:gd name="csX6" fmla="*/ 1413614 w 4606884"/>
              <a:gd name="csY6" fmla="*/ 711037 h 6630146"/>
              <a:gd name="csX0" fmla="*/ 1413614 w 4606884"/>
              <a:gd name="csY0" fmla="*/ 714544 h 6633653"/>
              <a:gd name="csX1" fmla="*/ 2801404 w 4606884"/>
              <a:gd name="csY1" fmla="*/ 8405 h 6633653"/>
              <a:gd name="csX2" fmla="*/ 4606884 w 4606884"/>
              <a:gd name="csY2" fmla="*/ 1470900 h 6633653"/>
              <a:gd name="csX3" fmla="*/ 3072338 w 4606884"/>
              <a:gd name="csY3" fmla="*/ 5484682 h 6633653"/>
              <a:gd name="csX4" fmla="*/ 200523 w 4606884"/>
              <a:gd name="csY4" fmla="*/ 6457530 h 6633653"/>
              <a:gd name="csX5" fmla="*/ 1814833 w 4606884"/>
              <a:gd name="csY5" fmla="*/ 3544996 h 6633653"/>
              <a:gd name="csX6" fmla="*/ 1413614 w 4606884"/>
              <a:gd name="csY6" fmla="*/ 714544 h 6633653"/>
              <a:gd name="csX0" fmla="*/ 1413614 w 4606884"/>
              <a:gd name="csY0" fmla="*/ 721519 h 6640628"/>
              <a:gd name="csX1" fmla="*/ 2801404 w 4606884"/>
              <a:gd name="csY1" fmla="*/ 15380 h 6640628"/>
              <a:gd name="csX2" fmla="*/ 4606884 w 4606884"/>
              <a:gd name="csY2" fmla="*/ 1477875 h 6640628"/>
              <a:gd name="csX3" fmla="*/ 3072338 w 4606884"/>
              <a:gd name="csY3" fmla="*/ 5491657 h 6640628"/>
              <a:gd name="csX4" fmla="*/ 200523 w 4606884"/>
              <a:gd name="csY4" fmla="*/ 6464505 h 6640628"/>
              <a:gd name="csX5" fmla="*/ 1814833 w 4606884"/>
              <a:gd name="csY5" fmla="*/ 3551971 h 6640628"/>
              <a:gd name="csX6" fmla="*/ 1413614 w 4606884"/>
              <a:gd name="csY6" fmla="*/ 721519 h 6640628"/>
              <a:gd name="csX0" fmla="*/ 1481347 w 4606884"/>
              <a:gd name="csY0" fmla="*/ 685139 h 6705848"/>
              <a:gd name="csX1" fmla="*/ 2801404 w 4606884"/>
              <a:gd name="csY1" fmla="*/ 80600 h 6705848"/>
              <a:gd name="csX2" fmla="*/ 4606884 w 4606884"/>
              <a:gd name="csY2" fmla="*/ 1543095 h 6705848"/>
              <a:gd name="csX3" fmla="*/ 3072338 w 4606884"/>
              <a:gd name="csY3" fmla="*/ 5556877 h 6705848"/>
              <a:gd name="csX4" fmla="*/ 200523 w 4606884"/>
              <a:gd name="csY4" fmla="*/ 6529725 h 6705848"/>
              <a:gd name="csX5" fmla="*/ 1814833 w 4606884"/>
              <a:gd name="csY5" fmla="*/ 3617191 h 6705848"/>
              <a:gd name="csX6" fmla="*/ 1481347 w 4606884"/>
              <a:gd name="csY6" fmla="*/ 685139 h 6705848"/>
              <a:gd name="csX0" fmla="*/ 1481347 w 4606884"/>
              <a:gd name="csY0" fmla="*/ 623980 h 6644689"/>
              <a:gd name="csX1" fmla="*/ 3061048 w 4606884"/>
              <a:gd name="csY1" fmla="*/ 53307 h 6644689"/>
              <a:gd name="csX2" fmla="*/ 4606884 w 4606884"/>
              <a:gd name="csY2" fmla="*/ 1481936 h 6644689"/>
              <a:gd name="csX3" fmla="*/ 3072338 w 4606884"/>
              <a:gd name="csY3" fmla="*/ 5495718 h 6644689"/>
              <a:gd name="csX4" fmla="*/ 200523 w 4606884"/>
              <a:gd name="csY4" fmla="*/ 6468566 h 6644689"/>
              <a:gd name="csX5" fmla="*/ 1814833 w 4606884"/>
              <a:gd name="csY5" fmla="*/ 3556032 h 6644689"/>
              <a:gd name="csX6" fmla="*/ 1481347 w 4606884"/>
              <a:gd name="csY6" fmla="*/ 623980 h 6644689"/>
              <a:gd name="csX0" fmla="*/ 1481347 w 4606884"/>
              <a:gd name="csY0" fmla="*/ 591938 h 6612647"/>
              <a:gd name="csX1" fmla="*/ 3061048 w 4606884"/>
              <a:gd name="csY1" fmla="*/ 21265 h 6612647"/>
              <a:gd name="csX2" fmla="*/ 4606884 w 4606884"/>
              <a:gd name="csY2" fmla="*/ 1449894 h 6612647"/>
              <a:gd name="csX3" fmla="*/ 3072338 w 4606884"/>
              <a:gd name="csY3" fmla="*/ 5463676 h 6612647"/>
              <a:gd name="csX4" fmla="*/ 200523 w 4606884"/>
              <a:gd name="csY4" fmla="*/ 6436524 h 6612647"/>
              <a:gd name="csX5" fmla="*/ 1814833 w 4606884"/>
              <a:gd name="csY5" fmla="*/ 3523990 h 6612647"/>
              <a:gd name="csX6" fmla="*/ 1481347 w 4606884"/>
              <a:gd name="csY6" fmla="*/ 591938 h 6612647"/>
              <a:gd name="csX0" fmla="*/ 1391036 w 4606884"/>
              <a:gd name="csY0" fmla="*/ 572824 h 6661267"/>
              <a:gd name="csX1" fmla="*/ 3061048 w 4606884"/>
              <a:gd name="csY1" fmla="*/ 69885 h 6661267"/>
              <a:gd name="csX2" fmla="*/ 4606884 w 4606884"/>
              <a:gd name="csY2" fmla="*/ 1498514 h 6661267"/>
              <a:gd name="csX3" fmla="*/ 3072338 w 4606884"/>
              <a:gd name="csY3" fmla="*/ 5512296 h 6661267"/>
              <a:gd name="csX4" fmla="*/ 200523 w 4606884"/>
              <a:gd name="csY4" fmla="*/ 6485144 h 6661267"/>
              <a:gd name="csX5" fmla="*/ 1814833 w 4606884"/>
              <a:gd name="csY5" fmla="*/ 3572610 h 6661267"/>
              <a:gd name="csX6" fmla="*/ 1391036 w 4606884"/>
              <a:gd name="csY6" fmla="*/ 572824 h 6661267"/>
              <a:gd name="csX0" fmla="*/ 1384424 w 4600272"/>
              <a:gd name="csY0" fmla="*/ 572824 h 6661267"/>
              <a:gd name="csX1" fmla="*/ 3054436 w 4600272"/>
              <a:gd name="csY1" fmla="*/ 69885 h 6661267"/>
              <a:gd name="csX2" fmla="*/ 4600272 w 4600272"/>
              <a:gd name="csY2" fmla="*/ 1498514 h 6661267"/>
              <a:gd name="csX3" fmla="*/ 3065726 w 4600272"/>
              <a:gd name="csY3" fmla="*/ 5512296 h 6661267"/>
              <a:gd name="csX4" fmla="*/ 193911 w 4600272"/>
              <a:gd name="csY4" fmla="*/ 6485144 h 6661267"/>
              <a:gd name="csX5" fmla="*/ 1808221 w 4600272"/>
              <a:gd name="csY5" fmla="*/ 3572610 h 6661267"/>
              <a:gd name="csX6" fmla="*/ 1384424 w 4600272"/>
              <a:gd name="csY6" fmla="*/ 572824 h 6661267"/>
              <a:gd name="csX0" fmla="*/ 1399338 w 4615186"/>
              <a:gd name="csY0" fmla="*/ 565951 h 6654394"/>
              <a:gd name="csX1" fmla="*/ 3069350 w 4615186"/>
              <a:gd name="csY1" fmla="*/ 63012 h 6654394"/>
              <a:gd name="csX2" fmla="*/ 4615186 w 4615186"/>
              <a:gd name="csY2" fmla="*/ 1491641 h 6654394"/>
              <a:gd name="csX3" fmla="*/ 3080640 w 4615186"/>
              <a:gd name="csY3" fmla="*/ 5505423 h 6654394"/>
              <a:gd name="csX4" fmla="*/ 208825 w 4615186"/>
              <a:gd name="csY4" fmla="*/ 6478271 h 6654394"/>
              <a:gd name="csX5" fmla="*/ 1687669 w 4615186"/>
              <a:gd name="csY5" fmla="*/ 3317381 h 6654394"/>
              <a:gd name="csX6" fmla="*/ 1399338 w 4615186"/>
              <a:gd name="csY6" fmla="*/ 565951 h 6654394"/>
              <a:gd name="csX0" fmla="*/ 1382281 w 4598129"/>
              <a:gd name="csY0" fmla="*/ 565951 h 6654394"/>
              <a:gd name="csX1" fmla="*/ 3052293 w 4598129"/>
              <a:gd name="csY1" fmla="*/ 63012 h 6654394"/>
              <a:gd name="csX2" fmla="*/ 4598129 w 4598129"/>
              <a:gd name="csY2" fmla="*/ 1491641 h 6654394"/>
              <a:gd name="csX3" fmla="*/ 3063583 w 4598129"/>
              <a:gd name="csY3" fmla="*/ 5505423 h 6654394"/>
              <a:gd name="csX4" fmla="*/ 191768 w 4598129"/>
              <a:gd name="csY4" fmla="*/ 6478271 h 6654394"/>
              <a:gd name="csX5" fmla="*/ 1670612 w 4598129"/>
              <a:gd name="csY5" fmla="*/ 3317381 h 6654394"/>
              <a:gd name="csX6" fmla="*/ 1382281 w 4598129"/>
              <a:gd name="csY6" fmla="*/ 565951 h 6654394"/>
              <a:gd name="csX0" fmla="*/ 1382281 w 4598129"/>
              <a:gd name="csY0" fmla="*/ 573492 h 6661935"/>
              <a:gd name="csX1" fmla="*/ 3052293 w 4598129"/>
              <a:gd name="csY1" fmla="*/ 70553 h 6661935"/>
              <a:gd name="csX2" fmla="*/ 4598129 w 4598129"/>
              <a:gd name="csY2" fmla="*/ 1499182 h 6661935"/>
              <a:gd name="csX3" fmla="*/ 3063583 w 4598129"/>
              <a:gd name="csY3" fmla="*/ 5512964 h 6661935"/>
              <a:gd name="csX4" fmla="*/ 191768 w 4598129"/>
              <a:gd name="csY4" fmla="*/ 6485812 h 6661935"/>
              <a:gd name="csX5" fmla="*/ 1670612 w 4598129"/>
              <a:gd name="csY5" fmla="*/ 3324922 h 6661935"/>
              <a:gd name="csX6" fmla="*/ 1382281 w 4598129"/>
              <a:gd name="csY6" fmla="*/ 573492 h 6661935"/>
              <a:gd name="csX0" fmla="*/ 1416148 w 4598129"/>
              <a:gd name="csY0" fmla="*/ 688391 h 6630078"/>
              <a:gd name="csX1" fmla="*/ 3052293 w 4598129"/>
              <a:gd name="csY1" fmla="*/ 38696 h 6630078"/>
              <a:gd name="csX2" fmla="*/ 4598129 w 4598129"/>
              <a:gd name="csY2" fmla="*/ 1467325 h 6630078"/>
              <a:gd name="csX3" fmla="*/ 3063583 w 4598129"/>
              <a:gd name="csY3" fmla="*/ 5481107 h 6630078"/>
              <a:gd name="csX4" fmla="*/ 191768 w 4598129"/>
              <a:gd name="csY4" fmla="*/ 6453955 h 6630078"/>
              <a:gd name="csX5" fmla="*/ 1670612 w 4598129"/>
              <a:gd name="csY5" fmla="*/ 3293065 h 6630078"/>
              <a:gd name="csX6" fmla="*/ 1416148 w 4598129"/>
              <a:gd name="csY6" fmla="*/ 688391 h 6630078"/>
              <a:gd name="csX0" fmla="*/ 1416148 w 4598129"/>
              <a:gd name="csY0" fmla="*/ 687355 h 6629042"/>
              <a:gd name="csX1" fmla="*/ 3052293 w 4598129"/>
              <a:gd name="csY1" fmla="*/ 37660 h 6629042"/>
              <a:gd name="csX2" fmla="*/ 4598129 w 4598129"/>
              <a:gd name="csY2" fmla="*/ 1466289 h 6629042"/>
              <a:gd name="csX3" fmla="*/ 3063583 w 4598129"/>
              <a:gd name="csY3" fmla="*/ 5480071 h 6629042"/>
              <a:gd name="csX4" fmla="*/ 191768 w 4598129"/>
              <a:gd name="csY4" fmla="*/ 6452919 h 6629042"/>
              <a:gd name="csX5" fmla="*/ 1670612 w 4598129"/>
              <a:gd name="csY5" fmla="*/ 3292029 h 6629042"/>
              <a:gd name="csX6" fmla="*/ 1416148 w 4598129"/>
              <a:gd name="csY6" fmla="*/ 687355 h 6629042"/>
              <a:gd name="csX0" fmla="*/ 1416148 w 4598129"/>
              <a:gd name="csY0" fmla="*/ 690596 h 6632283"/>
              <a:gd name="csX1" fmla="*/ 3052293 w 4598129"/>
              <a:gd name="csY1" fmla="*/ 40901 h 6632283"/>
              <a:gd name="csX2" fmla="*/ 4598129 w 4598129"/>
              <a:gd name="csY2" fmla="*/ 1469530 h 6632283"/>
              <a:gd name="csX3" fmla="*/ 3063583 w 4598129"/>
              <a:gd name="csY3" fmla="*/ 5483312 h 6632283"/>
              <a:gd name="csX4" fmla="*/ 191768 w 4598129"/>
              <a:gd name="csY4" fmla="*/ 6456160 h 6632283"/>
              <a:gd name="csX5" fmla="*/ 1670612 w 4598129"/>
              <a:gd name="csY5" fmla="*/ 3295270 h 6632283"/>
              <a:gd name="csX6" fmla="*/ 1416148 w 4598129"/>
              <a:gd name="csY6" fmla="*/ 690596 h 6632283"/>
              <a:gd name="csX0" fmla="*/ 1416148 w 4598129"/>
              <a:gd name="csY0" fmla="*/ 684492 h 6626179"/>
              <a:gd name="csX1" fmla="*/ 3108737 w 4598129"/>
              <a:gd name="csY1" fmla="*/ 34797 h 6626179"/>
              <a:gd name="csX2" fmla="*/ 4598129 w 4598129"/>
              <a:gd name="csY2" fmla="*/ 1463426 h 6626179"/>
              <a:gd name="csX3" fmla="*/ 3063583 w 4598129"/>
              <a:gd name="csY3" fmla="*/ 5477208 h 6626179"/>
              <a:gd name="csX4" fmla="*/ 191768 w 4598129"/>
              <a:gd name="csY4" fmla="*/ 6450056 h 6626179"/>
              <a:gd name="csX5" fmla="*/ 1670612 w 4598129"/>
              <a:gd name="csY5" fmla="*/ 3289166 h 6626179"/>
              <a:gd name="csX6" fmla="*/ 1416148 w 4598129"/>
              <a:gd name="csY6" fmla="*/ 684492 h 6626179"/>
              <a:gd name="csX0" fmla="*/ 1416148 w 4598129"/>
              <a:gd name="csY0" fmla="*/ 658667 h 6600354"/>
              <a:gd name="csX1" fmla="*/ 3108737 w 4598129"/>
              <a:gd name="csY1" fmla="*/ 8972 h 6600354"/>
              <a:gd name="csX2" fmla="*/ 4598129 w 4598129"/>
              <a:gd name="csY2" fmla="*/ 1437601 h 6600354"/>
              <a:gd name="csX3" fmla="*/ 3063583 w 4598129"/>
              <a:gd name="csY3" fmla="*/ 5451383 h 6600354"/>
              <a:gd name="csX4" fmla="*/ 191768 w 4598129"/>
              <a:gd name="csY4" fmla="*/ 6424231 h 6600354"/>
              <a:gd name="csX5" fmla="*/ 1670612 w 4598129"/>
              <a:gd name="csY5" fmla="*/ 3263341 h 6600354"/>
              <a:gd name="csX6" fmla="*/ 1416148 w 4598129"/>
              <a:gd name="csY6" fmla="*/ 658667 h 6600354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91947 h 6646523"/>
              <a:gd name="csX1" fmla="*/ 3108737 w 4598129"/>
              <a:gd name="csY1" fmla="*/ 55141 h 6646523"/>
              <a:gd name="csX2" fmla="*/ 4598129 w 4598129"/>
              <a:gd name="csY2" fmla="*/ 1483770 h 6646523"/>
              <a:gd name="csX3" fmla="*/ 3063583 w 4598129"/>
              <a:gd name="csY3" fmla="*/ 5497552 h 6646523"/>
              <a:gd name="csX4" fmla="*/ 191768 w 4598129"/>
              <a:gd name="csY4" fmla="*/ 6470400 h 6646523"/>
              <a:gd name="csX5" fmla="*/ 1670612 w 4598129"/>
              <a:gd name="csY5" fmla="*/ 3309510 h 6646523"/>
              <a:gd name="csX6" fmla="*/ 1416148 w 4598129"/>
              <a:gd name="csY6" fmla="*/ 591947 h 664652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534007 h 6588583"/>
              <a:gd name="csX1" fmla="*/ 3266782 w 4598129"/>
              <a:gd name="csY1" fmla="*/ 64934 h 6588583"/>
              <a:gd name="csX2" fmla="*/ 4598129 w 4598129"/>
              <a:gd name="csY2" fmla="*/ 1425830 h 6588583"/>
              <a:gd name="csX3" fmla="*/ 3063583 w 4598129"/>
              <a:gd name="csY3" fmla="*/ 5439612 h 6588583"/>
              <a:gd name="csX4" fmla="*/ 191768 w 4598129"/>
              <a:gd name="csY4" fmla="*/ 6412460 h 6588583"/>
              <a:gd name="csX5" fmla="*/ 1670612 w 4598129"/>
              <a:gd name="csY5" fmla="*/ 3251570 h 6588583"/>
              <a:gd name="csX6" fmla="*/ 1416148 w 4598129"/>
              <a:gd name="csY6" fmla="*/ 534007 h 6588583"/>
              <a:gd name="csX0" fmla="*/ 1416148 w 4598129"/>
              <a:gd name="csY0" fmla="*/ 601833 h 6656409"/>
              <a:gd name="csX1" fmla="*/ 3368382 w 4598129"/>
              <a:gd name="csY1" fmla="*/ 53738 h 6656409"/>
              <a:gd name="csX2" fmla="*/ 4598129 w 4598129"/>
              <a:gd name="csY2" fmla="*/ 1493656 h 6656409"/>
              <a:gd name="csX3" fmla="*/ 3063583 w 4598129"/>
              <a:gd name="csY3" fmla="*/ 5507438 h 6656409"/>
              <a:gd name="csX4" fmla="*/ 191768 w 4598129"/>
              <a:gd name="csY4" fmla="*/ 6480286 h 6656409"/>
              <a:gd name="csX5" fmla="*/ 1670612 w 4598129"/>
              <a:gd name="csY5" fmla="*/ 3319396 h 6656409"/>
              <a:gd name="csX6" fmla="*/ 1416148 w 4598129"/>
              <a:gd name="csY6" fmla="*/ 601833 h 6656409"/>
              <a:gd name="csX0" fmla="*/ 1416148 w 4598129"/>
              <a:gd name="csY0" fmla="*/ 578877 h 6633453"/>
              <a:gd name="csX1" fmla="*/ 3368382 w 4598129"/>
              <a:gd name="csY1" fmla="*/ 30782 h 6633453"/>
              <a:gd name="csX2" fmla="*/ 4598129 w 4598129"/>
              <a:gd name="csY2" fmla="*/ 1470700 h 6633453"/>
              <a:gd name="csX3" fmla="*/ 3063583 w 4598129"/>
              <a:gd name="csY3" fmla="*/ 5484482 h 6633453"/>
              <a:gd name="csX4" fmla="*/ 191768 w 4598129"/>
              <a:gd name="csY4" fmla="*/ 6457330 h 6633453"/>
              <a:gd name="csX5" fmla="*/ 1670612 w 4598129"/>
              <a:gd name="csY5" fmla="*/ 3296440 h 6633453"/>
              <a:gd name="csX6" fmla="*/ 1416148 w 4598129"/>
              <a:gd name="csY6" fmla="*/ 578877 h 6633453"/>
              <a:gd name="csX0" fmla="*/ 1416148 w 4598129"/>
              <a:gd name="csY0" fmla="*/ 558677 h 6613253"/>
              <a:gd name="csX1" fmla="*/ 3390960 w 4598129"/>
              <a:gd name="csY1" fmla="*/ 33160 h 6613253"/>
              <a:gd name="csX2" fmla="*/ 4598129 w 4598129"/>
              <a:gd name="csY2" fmla="*/ 1450500 h 6613253"/>
              <a:gd name="csX3" fmla="*/ 3063583 w 4598129"/>
              <a:gd name="csY3" fmla="*/ 5464282 h 6613253"/>
              <a:gd name="csX4" fmla="*/ 191768 w 4598129"/>
              <a:gd name="csY4" fmla="*/ 6437130 h 6613253"/>
              <a:gd name="csX5" fmla="*/ 1670612 w 4598129"/>
              <a:gd name="csY5" fmla="*/ 3276240 h 6613253"/>
              <a:gd name="csX6" fmla="*/ 1416148 w 4598129"/>
              <a:gd name="csY6" fmla="*/ 558677 h 6613253"/>
              <a:gd name="csX0" fmla="*/ 1438726 w 4598129"/>
              <a:gd name="csY0" fmla="*/ 515668 h 6660556"/>
              <a:gd name="csX1" fmla="*/ 3390960 w 4598129"/>
              <a:gd name="csY1" fmla="*/ 80463 h 6660556"/>
              <a:gd name="csX2" fmla="*/ 4598129 w 4598129"/>
              <a:gd name="csY2" fmla="*/ 1497803 h 6660556"/>
              <a:gd name="csX3" fmla="*/ 3063583 w 4598129"/>
              <a:gd name="csY3" fmla="*/ 5511585 h 6660556"/>
              <a:gd name="csX4" fmla="*/ 191768 w 4598129"/>
              <a:gd name="csY4" fmla="*/ 6484433 h 6660556"/>
              <a:gd name="csX5" fmla="*/ 1670612 w 4598129"/>
              <a:gd name="csY5" fmla="*/ 3323543 h 6660556"/>
              <a:gd name="csX6" fmla="*/ 1438726 w 4598129"/>
              <a:gd name="csY6" fmla="*/ 515668 h 6660556"/>
              <a:gd name="csX0" fmla="*/ 1438726 w 4598129"/>
              <a:gd name="csY0" fmla="*/ 494822 h 6639710"/>
              <a:gd name="csX1" fmla="*/ 3390960 w 4598129"/>
              <a:gd name="csY1" fmla="*/ 59617 h 6639710"/>
              <a:gd name="csX2" fmla="*/ 4598129 w 4598129"/>
              <a:gd name="csY2" fmla="*/ 1476957 h 6639710"/>
              <a:gd name="csX3" fmla="*/ 3063583 w 4598129"/>
              <a:gd name="csY3" fmla="*/ 5490739 h 6639710"/>
              <a:gd name="csX4" fmla="*/ 191768 w 4598129"/>
              <a:gd name="csY4" fmla="*/ 6463587 h 6639710"/>
              <a:gd name="csX5" fmla="*/ 1670612 w 4598129"/>
              <a:gd name="csY5" fmla="*/ 3302697 h 6639710"/>
              <a:gd name="csX6" fmla="*/ 1438726 w 4598129"/>
              <a:gd name="csY6" fmla="*/ 494822 h 6639710"/>
              <a:gd name="csX0" fmla="*/ 1393570 w 4598129"/>
              <a:gd name="csY0" fmla="*/ 468927 h 6647682"/>
              <a:gd name="csX1" fmla="*/ 3390960 w 4598129"/>
              <a:gd name="csY1" fmla="*/ 67589 h 6647682"/>
              <a:gd name="csX2" fmla="*/ 4598129 w 4598129"/>
              <a:gd name="csY2" fmla="*/ 1484929 h 6647682"/>
              <a:gd name="csX3" fmla="*/ 3063583 w 4598129"/>
              <a:gd name="csY3" fmla="*/ 5498711 h 6647682"/>
              <a:gd name="csX4" fmla="*/ 191768 w 4598129"/>
              <a:gd name="csY4" fmla="*/ 6471559 h 6647682"/>
              <a:gd name="csX5" fmla="*/ 1670612 w 4598129"/>
              <a:gd name="csY5" fmla="*/ 3310669 h 6647682"/>
              <a:gd name="csX6" fmla="*/ 1393570 w 4598129"/>
              <a:gd name="csY6" fmla="*/ 468927 h 6647682"/>
              <a:gd name="csX0" fmla="*/ 1393570 w 4598129"/>
              <a:gd name="csY0" fmla="*/ 492668 h 6671423"/>
              <a:gd name="csX1" fmla="*/ 3424827 w 4598129"/>
              <a:gd name="csY1" fmla="*/ 91330 h 6671423"/>
              <a:gd name="csX2" fmla="*/ 4598129 w 4598129"/>
              <a:gd name="csY2" fmla="*/ 1508670 h 6671423"/>
              <a:gd name="csX3" fmla="*/ 3063583 w 4598129"/>
              <a:gd name="csY3" fmla="*/ 5522452 h 6671423"/>
              <a:gd name="csX4" fmla="*/ 191768 w 4598129"/>
              <a:gd name="csY4" fmla="*/ 6495300 h 6671423"/>
              <a:gd name="csX5" fmla="*/ 1670612 w 4598129"/>
              <a:gd name="csY5" fmla="*/ 3334410 h 6671423"/>
              <a:gd name="csX6" fmla="*/ 1393570 w 4598129"/>
              <a:gd name="csY6" fmla="*/ 492668 h 6671423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424827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67585 h 6646340"/>
              <a:gd name="csX1" fmla="*/ 3797360 w 4598129"/>
              <a:gd name="csY1" fmla="*/ 66247 h 6646340"/>
              <a:gd name="csX2" fmla="*/ 4598129 w 4598129"/>
              <a:gd name="csY2" fmla="*/ 1483587 h 6646340"/>
              <a:gd name="csX3" fmla="*/ 3063583 w 4598129"/>
              <a:gd name="csY3" fmla="*/ 5497369 h 6646340"/>
              <a:gd name="csX4" fmla="*/ 191768 w 4598129"/>
              <a:gd name="csY4" fmla="*/ 6470217 h 6646340"/>
              <a:gd name="csX5" fmla="*/ 1670612 w 4598129"/>
              <a:gd name="csY5" fmla="*/ 3309327 h 6646340"/>
              <a:gd name="csX6" fmla="*/ 1393570 w 4598129"/>
              <a:gd name="csY6" fmla="*/ 467585 h 6646340"/>
              <a:gd name="csX0" fmla="*/ 1393570 w 4598129"/>
              <a:gd name="csY0" fmla="*/ 487651 h 6666406"/>
              <a:gd name="csX1" fmla="*/ 3797360 w 4598129"/>
              <a:gd name="csY1" fmla="*/ 86313 h 6666406"/>
              <a:gd name="csX2" fmla="*/ 4598129 w 4598129"/>
              <a:gd name="csY2" fmla="*/ 1503653 h 6666406"/>
              <a:gd name="csX3" fmla="*/ 3063583 w 4598129"/>
              <a:gd name="csY3" fmla="*/ 5517435 h 6666406"/>
              <a:gd name="csX4" fmla="*/ 191768 w 4598129"/>
              <a:gd name="csY4" fmla="*/ 6490283 h 6666406"/>
              <a:gd name="csX5" fmla="*/ 1670612 w 4598129"/>
              <a:gd name="csY5" fmla="*/ 3329393 h 6666406"/>
              <a:gd name="csX6" fmla="*/ 1393570 w 4598129"/>
              <a:gd name="csY6" fmla="*/ 487651 h 6666406"/>
              <a:gd name="csX0" fmla="*/ 1393570 w 4598129"/>
              <a:gd name="csY0" fmla="*/ 547856 h 6726611"/>
              <a:gd name="csX1" fmla="*/ 3797360 w 4598129"/>
              <a:gd name="csY1" fmla="*/ 146518 h 6726611"/>
              <a:gd name="csX2" fmla="*/ 4598129 w 4598129"/>
              <a:gd name="csY2" fmla="*/ 1563858 h 6726611"/>
              <a:gd name="csX3" fmla="*/ 3063583 w 4598129"/>
              <a:gd name="csY3" fmla="*/ 5577640 h 6726611"/>
              <a:gd name="csX4" fmla="*/ 191768 w 4598129"/>
              <a:gd name="csY4" fmla="*/ 6550488 h 6726611"/>
              <a:gd name="csX5" fmla="*/ 1670612 w 4598129"/>
              <a:gd name="csY5" fmla="*/ 3389598 h 6726611"/>
              <a:gd name="csX6" fmla="*/ 1393570 w 4598129"/>
              <a:gd name="csY6" fmla="*/ 547856 h 6726611"/>
              <a:gd name="csX0" fmla="*/ 1393570 w 4599402"/>
              <a:gd name="csY0" fmla="*/ 547856 h 6726611"/>
              <a:gd name="csX1" fmla="*/ 3797360 w 4599402"/>
              <a:gd name="csY1" fmla="*/ 146518 h 6726611"/>
              <a:gd name="csX2" fmla="*/ 4598129 w 4599402"/>
              <a:gd name="csY2" fmla="*/ 1563858 h 6726611"/>
              <a:gd name="csX3" fmla="*/ 3063583 w 4599402"/>
              <a:gd name="csY3" fmla="*/ 5577640 h 6726611"/>
              <a:gd name="csX4" fmla="*/ 191768 w 4599402"/>
              <a:gd name="csY4" fmla="*/ 6550488 h 6726611"/>
              <a:gd name="csX5" fmla="*/ 1670612 w 4599402"/>
              <a:gd name="csY5" fmla="*/ 3389598 h 6726611"/>
              <a:gd name="csX6" fmla="*/ 1393570 w 4599402"/>
              <a:gd name="csY6" fmla="*/ 547856 h 6726611"/>
              <a:gd name="csX0" fmla="*/ 1393570 w 4603890"/>
              <a:gd name="csY0" fmla="*/ 488366 h 6667121"/>
              <a:gd name="csX1" fmla="*/ 4057005 w 4603890"/>
              <a:gd name="csY1" fmla="*/ 166050 h 6667121"/>
              <a:gd name="csX2" fmla="*/ 4598129 w 4603890"/>
              <a:gd name="csY2" fmla="*/ 1504368 h 6667121"/>
              <a:gd name="csX3" fmla="*/ 3063583 w 4603890"/>
              <a:gd name="csY3" fmla="*/ 5518150 h 6667121"/>
              <a:gd name="csX4" fmla="*/ 191768 w 4603890"/>
              <a:gd name="csY4" fmla="*/ 6490998 h 6667121"/>
              <a:gd name="csX5" fmla="*/ 1670612 w 4603890"/>
              <a:gd name="csY5" fmla="*/ 3330108 h 6667121"/>
              <a:gd name="csX6" fmla="*/ 1393570 w 4603890"/>
              <a:gd name="csY6" fmla="*/ 488366 h 6667121"/>
              <a:gd name="csX0" fmla="*/ 1393570 w 4615934"/>
              <a:gd name="csY0" fmla="*/ 458638 h 6637393"/>
              <a:gd name="csX1" fmla="*/ 4057005 w 4615934"/>
              <a:gd name="csY1" fmla="*/ 136322 h 6637393"/>
              <a:gd name="csX2" fmla="*/ 4598129 w 4615934"/>
              <a:gd name="csY2" fmla="*/ 1474640 h 6637393"/>
              <a:gd name="csX3" fmla="*/ 3063583 w 4615934"/>
              <a:gd name="csY3" fmla="*/ 5488422 h 6637393"/>
              <a:gd name="csX4" fmla="*/ 191768 w 4615934"/>
              <a:gd name="csY4" fmla="*/ 6461270 h 6637393"/>
              <a:gd name="csX5" fmla="*/ 1670612 w 4615934"/>
              <a:gd name="csY5" fmla="*/ 3300380 h 6637393"/>
              <a:gd name="csX6" fmla="*/ 1393570 w 4615934"/>
              <a:gd name="csY6" fmla="*/ 458638 h 6637393"/>
              <a:gd name="csX0" fmla="*/ 1630636 w 4601822"/>
              <a:gd name="csY0" fmla="*/ 321391 h 6737213"/>
              <a:gd name="csX1" fmla="*/ 4057005 w 4601822"/>
              <a:gd name="csY1" fmla="*/ 236142 h 6737213"/>
              <a:gd name="csX2" fmla="*/ 4598129 w 4601822"/>
              <a:gd name="csY2" fmla="*/ 1574460 h 6737213"/>
              <a:gd name="csX3" fmla="*/ 3063583 w 4601822"/>
              <a:gd name="csY3" fmla="*/ 5588242 h 6737213"/>
              <a:gd name="csX4" fmla="*/ 191768 w 4601822"/>
              <a:gd name="csY4" fmla="*/ 6561090 h 6737213"/>
              <a:gd name="csX5" fmla="*/ 1670612 w 4601822"/>
              <a:gd name="csY5" fmla="*/ 3400200 h 6737213"/>
              <a:gd name="csX6" fmla="*/ 1630636 w 4601822"/>
              <a:gd name="csY6" fmla="*/ 321391 h 6737213"/>
              <a:gd name="csX0" fmla="*/ 1499940 w 4471126"/>
              <a:gd name="csY0" fmla="*/ 321391 h 6859664"/>
              <a:gd name="csX1" fmla="*/ 3926309 w 4471126"/>
              <a:gd name="csY1" fmla="*/ 236142 h 6859664"/>
              <a:gd name="csX2" fmla="*/ 4467433 w 4471126"/>
              <a:gd name="csY2" fmla="*/ 1574460 h 6859664"/>
              <a:gd name="csX3" fmla="*/ 2932887 w 4471126"/>
              <a:gd name="csY3" fmla="*/ 5588242 h 6859664"/>
              <a:gd name="csX4" fmla="*/ 207827 w 4471126"/>
              <a:gd name="csY4" fmla="*/ 6685268 h 6859664"/>
              <a:gd name="csX5" fmla="*/ 1539916 w 4471126"/>
              <a:gd name="csY5" fmla="*/ 3400200 h 6859664"/>
              <a:gd name="csX6" fmla="*/ 1499940 w 4471126"/>
              <a:gd name="csY6" fmla="*/ 321391 h 6859664"/>
              <a:gd name="csX0" fmla="*/ 1453694 w 4424880"/>
              <a:gd name="csY0" fmla="*/ 330618 h 6868891"/>
              <a:gd name="csX1" fmla="*/ 3880063 w 4424880"/>
              <a:gd name="csY1" fmla="*/ 245369 h 6868891"/>
              <a:gd name="csX2" fmla="*/ 4421187 w 4424880"/>
              <a:gd name="csY2" fmla="*/ 1583687 h 6868891"/>
              <a:gd name="csX3" fmla="*/ 2886641 w 4424880"/>
              <a:gd name="csY3" fmla="*/ 5597469 h 6868891"/>
              <a:gd name="csX4" fmla="*/ 161581 w 4424880"/>
              <a:gd name="csY4" fmla="*/ 6694495 h 6868891"/>
              <a:gd name="csX5" fmla="*/ 1990381 w 4424880"/>
              <a:gd name="csY5" fmla="*/ 3544894 h 6868891"/>
              <a:gd name="csX6" fmla="*/ 1453694 w 4424880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82302 w 4453488"/>
              <a:gd name="csY0" fmla="*/ 330618 h 6868891"/>
              <a:gd name="csX1" fmla="*/ 3908671 w 4453488"/>
              <a:gd name="csY1" fmla="*/ 245369 h 6868891"/>
              <a:gd name="csX2" fmla="*/ 4449795 w 4453488"/>
              <a:gd name="csY2" fmla="*/ 1583687 h 6868891"/>
              <a:gd name="csX3" fmla="*/ 2915249 w 4453488"/>
              <a:gd name="csY3" fmla="*/ 5597469 h 6868891"/>
              <a:gd name="csX4" fmla="*/ 190189 w 4453488"/>
              <a:gd name="csY4" fmla="*/ 6694495 h 6868891"/>
              <a:gd name="csX5" fmla="*/ 2018989 w 4453488"/>
              <a:gd name="csY5" fmla="*/ 3544894 h 6868891"/>
              <a:gd name="csX6" fmla="*/ 1482302 w 4453488"/>
              <a:gd name="csY6" fmla="*/ 330618 h 6868891"/>
              <a:gd name="csX0" fmla="*/ 1459724 w 4453599"/>
              <a:gd name="csY0" fmla="*/ 433979 h 6746474"/>
              <a:gd name="csX1" fmla="*/ 3908671 w 4453599"/>
              <a:gd name="csY1" fmla="*/ 122952 h 6746474"/>
              <a:gd name="csX2" fmla="*/ 4449795 w 4453599"/>
              <a:gd name="csY2" fmla="*/ 1461270 h 6746474"/>
              <a:gd name="csX3" fmla="*/ 2915249 w 4453599"/>
              <a:gd name="csY3" fmla="*/ 5475052 h 6746474"/>
              <a:gd name="csX4" fmla="*/ 190189 w 4453599"/>
              <a:gd name="csY4" fmla="*/ 6572078 h 6746474"/>
              <a:gd name="csX5" fmla="*/ 2018989 w 4453599"/>
              <a:gd name="csY5" fmla="*/ 3422477 h 6746474"/>
              <a:gd name="csX6" fmla="*/ 1459724 w 4453599"/>
              <a:gd name="csY6" fmla="*/ 433979 h 6746474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68091 h 6680586"/>
              <a:gd name="csX1" fmla="*/ 3908671 w 4453599"/>
              <a:gd name="csY1" fmla="*/ 57064 h 6680586"/>
              <a:gd name="csX2" fmla="*/ 4449795 w 4453599"/>
              <a:gd name="csY2" fmla="*/ 1395382 h 6680586"/>
              <a:gd name="csX3" fmla="*/ 2915249 w 4453599"/>
              <a:gd name="csY3" fmla="*/ 5409164 h 6680586"/>
              <a:gd name="csX4" fmla="*/ 190189 w 4453599"/>
              <a:gd name="csY4" fmla="*/ 6506190 h 6680586"/>
              <a:gd name="csX5" fmla="*/ 2018989 w 4453599"/>
              <a:gd name="csY5" fmla="*/ 3356589 h 6680586"/>
              <a:gd name="csX6" fmla="*/ 1544854 w 4453599"/>
              <a:gd name="csY6" fmla="*/ 1471347 h 6680586"/>
              <a:gd name="csX7" fmla="*/ 1459724 w 4453599"/>
              <a:gd name="csY7" fmla="*/ 368091 h 6680586"/>
              <a:gd name="csX0" fmla="*/ 1459724 w 4453599"/>
              <a:gd name="csY0" fmla="*/ 383247 h 6695742"/>
              <a:gd name="csX1" fmla="*/ 3908671 w 4453599"/>
              <a:gd name="csY1" fmla="*/ 72220 h 6695742"/>
              <a:gd name="csX2" fmla="*/ 4449795 w 4453599"/>
              <a:gd name="csY2" fmla="*/ 1410538 h 6695742"/>
              <a:gd name="csX3" fmla="*/ 2915249 w 4453599"/>
              <a:gd name="csY3" fmla="*/ 5424320 h 6695742"/>
              <a:gd name="csX4" fmla="*/ 190189 w 4453599"/>
              <a:gd name="csY4" fmla="*/ 6521346 h 6695742"/>
              <a:gd name="csX5" fmla="*/ 2018989 w 4453599"/>
              <a:gd name="csY5" fmla="*/ 3371745 h 6695742"/>
              <a:gd name="csX6" fmla="*/ 1544854 w 4453599"/>
              <a:gd name="csY6" fmla="*/ 1486503 h 6695742"/>
              <a:gd name="csX7" fmla="*/ 1459724 w 4453599"/>
              <a:gd name="csY7" fmla="*/ 383247 h 6695742"/>
              <a:gd name="csX0" fmla="*/ 1459724 w 4160496"/>
              <a:gd name="csY0" fmla="*/ 403883 h 6710874"/>
              <a:gd name="csX1" fmla="*/ 3908671 w 4160496"/>
              <a:gd name="csY1" fmla="*/ 92856 h 6710874"/>
              <a:gd name="csX2" fmla="*/ 4065972 w 4160496"/>
              <a:gd name="csY2" fmla="*/ 1713396 h 6710874"/>
              <a:gd name="csX3" fmla="*/ 2915249 w 4160496"/>
              <a:gd name="csY3" fmla="*/ 5444956 h 6710874"/>
              <a:gd name="csX4" fmla="*/ 190189 w 4160496"/>
              <a:gd name="csY4" fmla="*/ 6541982 h 6710874"/>
              <a:gd name="csX5" fmla="*/ 2018989 w 4160496"/>
              <a:gd name="csY5" fmla="*/ 3392381 h 6710874"/>
              <a:gd name="csX6" fmla="*/ 1544854 w 4160496"/>
              <a:gd name="csY6" fmla="*/ 1507139 h 6710874"/>
              <a:gd name="csX7" fmla="*/ 1459724 w 4160496"/>
              <a:gd name="csY7" fmla="*/ 403883 h 6710874"/>
              <a:gd name="csX0" fmla="*/ 1459724 w 4133482"/>
              <a:gd name="csY0" fmla="*/ 518594 h 6825585"/>
              <a:gd name="csX1" fmla="*/ 3908671 w 4133482"/>
              <a:gd name="csY1" fmla="*/ 207567 h 6825585"/>
              <a:gd name="csX2" fmla="*/ 4065972 w 4133482"/>
              <a:gd name="csY2" fmla="*/ 1828107 h 6825585"/>
              <a:gd name="csX3" fmla="*/ 2915249 w 4133482"/>
              <a:gd name="csY3" fmla="*/ 5559667 h 6825585"/>
              <a:gd name="csX4" fmla="*/ 190189 w 4133482"/>
              <a:gd name="csY4" fmla="*/ 6656693 h 6825585"/>
              <a:gd name="csX5" fmla="*/ 2018989 w 4133482"/>
              <a:gd name="csY5" fmla="*/ 3507092 h 6825585"/>
              <a:gd name="csX6" fmla="*/ 1544854 w 4133482"/>
              <a:gd name="csY6" fmla="*/ 1621850 h 6825585"/>
              <a:gd name="csX7" fmla="*/ 1459724 w 4133482"/>
              <a:gd name="csY7" fmla="*/ 518594 h 6825585"/>
              <a:gd name="csX0" fmla="*/ 1459724 w 4210480"/>
              <a:gd name="csY0" fmla="*/ 407707 h 6714698"/>
              <a:gd name="csX1" fmla="*/ 4032849 w 4210480"/>
              <a:gd name="csY1" fmla="*/ 209569 h 6714698"/>
              <a:gd name="csX2" fmla="*/ 4065972 w 4210480"/>
              <a:gd name="csY2" fmla="*/ 1717220 h 6714698"/>
              <a:gd name="csX3" fmla="*/ 2915249 w 4210480"/>
              <a:gd name="csY3" fmla="*/ 5448780 h 6714698"/>
              <a:gd name="csX4" fmla="*/ 190189 w 4210480"/>
              <a:gd name="csY4" fmla="*/ 6545806 h 6714698"/>
              <a:gd name="csX5" fmla="*/ 2018989 w 4210480"/>
              <a:gd name="csY5" fmla="*/ 3396205 h 6714698"/>
              <a:gd name="csX6" fmla="*/ 1544854 w 4210480"/>
              <a:gd name="csY6" fmla="*/ 1510963 h 6714698"/>
              <a:gd name="csX7" fmla="*/ 1459724 w 4210480"/>
              <a:gd name="csY7" fmla="*/ 407707 h 6714698"/>
              <a:gd name="csX0" fmla="*/ 1459724 w 4150964"/>
              <a:gd name="csY0" fmla="*/ 442784 h 6749775"/>
              <a:gd name="csX1" fmla="*/ 4032849 w 4150964"/>
              <a:gd name="csY1" fmla="*/ 244646 h 6749775"/>
              <a:gd name="csX2" fmla="*/ 4065972 w 4150964"/>
              <a:gd name="csY2" fmla="*/ 1752297 h 6749775"/>
              <a:gd name="csX3" fmla="*/ 2915249 w 4150964"/>
              <a:gd name="csY3" fmla="*/ 5483857 h 6749775"/>
              <a:gd name="csX4" fmla="*/ 190189 w 4150964"/>
              <a:gd name="csY4" fmla="*/ 6580883 h 6749775"/>
              <a:gd name="csX5" fmla="*/ 2018989 w 4150964"/>
              <a:gd name="csY5" fmla="*/ 3431282 h 6749775"/>
              <a:gd name="csX6" fmla="*/ 1544854 w 4150964"/>
              <a:gd name="csY6" fmla="*/ 1546040 h 6749775"/>
              <a:gd name="csX7" fmla="*/ 1459724 w 4150964"/>
              <a:gd name="csY7" fmla="*/ 442784 h 6749775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02702"/>
              <a:gd name="csX1" fmla="*/ 4032849 w 4262613"/>
              <a:gd name="csY1" fmla="*/ 98640 h 6602702"/>
              <a:gd name="csX2" fmla="*/ 4122417 w 4262613"/>
              <a:gd name="csY2" fmla="*/ 1662736 h 6602702"/>
              <a:gd name="csX3" fmla="*/ 2915249 w 4262613"/>
              <a:gd name="csY3" fmla="*/ 5337851 h 6602702"/>
              <a:gd name="csX4" fmla="*/ 190189 w 4262613"/>
              <a:gd name="csY4" fmla="*/ 6434877 h 6602702"/>
              <a:gd name="csX5" fmla="*/ 2018989 w 4262613"/>
              <a:gd name="csY5" fmla="*/ 3285276 h 6602702"/>
              <a:gd name="csX6" fmla="*/ 1544854 w 4262613"/>
              <a:gd name="csY6" fmla="*/ 1400034 h 6602702"/>
              <a:gd name="csX7" fmla="*/ 1459724 w 4262613"/>
              <a:gd name="csY7" fmla="*/ 296778 h 6602702"/>
              <a:gd name="csX0" fmla="*/ 1459724 w 4262613"/>
              <a:gd name="csY0" fmla="*/ 296778 h 6613004"/>
              <a:gd name="csX1" fmla="*/ 4032849 w 4262613"/>
              <a:gd name="csY1" fmla="*/ 98640 h 6613004"/>
              <a:gd name="csX2" fmla="*/ 4122417 w 4262613"/>
              <a:gd name="csY2" fmla="*/ 1662736 h 6613004"/>
              <a:gd name="csX3" fmla="*/ 2441116 w 4262613"/>
              <a:gd name="csY3" fmla="*/ 5416873 h 6613004"/>
              <a:gd name="csX4" fmla="*/ 190189 w 4262613"/>
              <a:gd name="csY4" fmla="*/ 6434877 h 6613004"/>
              <a:gd name="csX5" fmla="*/ 2018989 w 4262613"/>
              <a:gd name="csY5" fmla="*/ 3285276 h 6613004"/>
              <a:gd name="csX6" fmla="*/ 1544854 w 4262613"/>
              <a:gd name="csY6" fmla="*/ 1400034 h 6613004"/>
              <a:gd name="csX7" fmla="*/ 1459724 w 4262613"/>
              <a:gd name="csY7" fmla="*/ 296778 h 6613004"/>
              <a:gd name="csX0" fmla="*/ 1507371 w 4310260"/>
              <a:gd name="csY0" fmla="*/ 296778 h 6613004"/>
              <a:gd name="csX1" fmla="*/ 4080496 w 4310260"/>
              <a:gd name="csY1" fmla="*/ 98640 h 6613004"/>
              <a:gd name="csX2" fmla="*/ 4170064 w 4310260"/>
              <a:gd name="csY2" fmla="*/ 1662736 h 6613004"/>
              <a:gd name="csX3" fmla="*/ 2488763 w 4310260"/>
              <a:gd name="csY3" fmla="*/ 5416873 h 6613004"/>
              <a:gd name="csX4" fmla="*/ 237836 w 4310260"/>
              <a:gd name="csY4" fmla="*/ 6434877 h 6613004"/>
              <a:gd name="csX5" fmla="*/ 1671525 w 4310260"/>
              <a:gd name="csY5" fmla="*/ 3612654 h 6613004"/>
              <a:gd name="csX6" fmla="*/ 1592501 w 4310260"/>
              <a:gd name="csY6" fmla="*/ 1400034 h 6613004"/>
              <a:gd name="csX7" fmla="*/ 1507371 w 4310260"/>
              <a:gd name="csY7" fmla="*/ 296778 h 6613004"/>
              <a:gd name="csX0" fmla="*/ 1486388 w 4289277"/>
              <a:gd name="csY0" fmla="*/ 296778 h 6613004"/>
              <a:gd name="csX1" fmla="*/ 4059513 w 4289277"/>
              <a:gd name="csY1" fmla="*/ 98640 h 6613004"/>
              <a:gd name="csX2" fmla="*/ 4149081 w 4289277"/>
              <a:gd name="csY2" fmla="*/ 1662736 h 6613004"/>
              <a:gd name="csX3" fmla="*/ 2467780 w 4289277"/>
              <a:gd name="csY3" fmla="*/ 5416873 h 6613004"/>
              <a:gd name="csX4" fmla="*/ 216853 w 4289277"/>
              <a:gd name="csY4" fmla="*/ 6434877 h 6613004"/>
              <a:gd name="csX5" fmla="*/ 1650542 w 4289277"/>
              <a:gd name="csY5" fmla="*/ 3612654 h 6613004"/>
              <a:gd name="csX6" fmla="*/ 1571518 w 4289277"/>
              <a:gd name="csY6" fmla="*/ 1400034 h 6613004"/>
              <a:gd name="csX7" fmla="*/ 1486388 w 4289277"/>
              <a:gd name="csY7" fmla="*/ 296778 h 6613004"/>
              <a:gd name="csX0" fmla="*/ 1486388 w 4190291"/>
              <a:gd name="csY0" fmla="*/ 271841 h 6588067"/>
              <a:gd name="csX1" fmla="*/ 4059513 w 4190291"/>
              <a:gd name="csY1" fmla="*/ 73703 h 6588067"/>
              <a:gd name="csX2" fmla="*/ 4149081 w 4190291"/>
              <a:gd name="csY2" fmla="*/ 1637799 h 6588067"/>
              <a:gd name="csX3" fmla="*/ 2467780 w 4190291"/>
              <a:gd name="csY3" fmla="*/ 5391936 h 6588067"/>
              <a:gd name="csX4" fmla="*/ 216853 w 4190291"/>
              <a:gd name="csY4" fmla="*/ 6409940 h 6588067"/>
              <a:gd name="csX5" fmla="*/ 1650542 w 4190291"/>
              <a:gd name="csY5" fmla="*/ 3587717 h 6588067"/>
              <a:gd name="csX6" fmla="*/ 1571518 w 4190291"/>
              <a:gd name="csY6" fmla="*/ 1375097 h 6588067"/>
              <a:gd name="csX7" fmla="*/ 1486388 w 4190291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31052"/>
              <a:gd name="csY0" fmla="*/ 271841 h 6588067"/>
              <a:gd name="csX1" fmla="*/ 4059513 w 4231052"/>
              <a:gd name="csY1" fmla="*/ 73703 h 6588067"/>
              <a:gd name="csX2" fmla="*/ 4149081 w 4231052"/>
              <a:gd name="csY2" fmla="*/ 1637799 h 6588067"/>
              <a:gd name="csX3" fmla="*/ 2467780 w 4231052"/>
              <a:gd name="csY3" fmla="*/ 5391936 h 6588067"/>
              <a:gd name="csX4" fmla="*/ 216853 w 4231052"/>
              <a:gd name="csY4" fmla="*/ 6409940 h 6588067"/>
              <a:gd name="csX5" fmla="*/ 1650542 w 4231052"/>
              <a:gd name="csY5" fmla="*/ 3587717 h 6588067"/>
              <a:gd name="csX6" fmla="*/ 1571518 w 4231052"/>
              <a:gd name="csY6" fmla="*/ 1375097 h 6588067"/>
              <a:gd name="csX7" fmla="*/ 1486388 w 4231052"/>
              <a:gd name="csY7" fmla="*/ 271841 h 6588067"/>
              <a:gd name="csX0" fmla="*/ 1486388 w 4299528"/>
              <a:gd name="csY0" fmla="*/ 282638 h 6602932"/>
              <a:gd name="csX1" fmla="*/ 4059513 w 4299528"/>
              <a:gd name="csY1" fmla="*/ 84500 h 6602932"/>
              <a:gd name="csX2" fmla="*/ 4103925 w 4299528"/>
              <a:gd name="csY2" fmla="*/ 1456685 h 6602932"/>
              <a:gd name="csX3" fmla="*/ 2467780 w 4299528"/>
              <a:gd name="csY3" fmla="*/ 5402733 h 6602932"/>
              <a:gd name="csX4" fmla="*/ 216853 w 4299528"/>
              <a:gd name="csY4" fmla="*/ 6420737 h 6602932"/>
              <a:gd name="csX5" fmla="*/ 1650542 w 4299528"/>
              <a:gd name="csY5" fmla="*/ 3598514 h 6602932"/>
              <a:gd name="csX6" fmla="*/ 1571518 w 4299528"/>
              <a:gd name="csY6" fmla="*/ 1385894 h 6602932"/>
              <a:gd name="csX7" fmla="*/ 1486388 w 4299528"/>
              <a:gd name="csY7" fmla="*/ 282638 h 6602932"/>
              <a:gd name="csX0" fmla="*/ 1486388 w 4192078"/>
              <a:gd name="csY0" fmla="*/ 291844 h 6612138"/>
              <a:gd name="csX1" fmla="*/ 3845024 w 4192078"/>
              <a:gd name="csY1" fmla="*/ 82417 h 6612138"/>
              <a:gd name="csX2" fmla="*/ 4103925 w 4192078"/>
              <a:gd name="csY2" fmla="*/ 1465891 h 6612138"/>
              <a:gd name="csX3" fmla="*/ 2467780 w 4192078"/>
              <a:gd name="csY3" fmla="*/ 5411939 h 6612138"/>
              <a:gd name="csX4" fmla="*/ 216853 w 4192078"/>
              <a:gd name="csY4" fmla="*/ 6429943 h 6612138"/>
              <a:gd name="csX5" fmla="*/ 1650542 w 4192078"/>
              <a:gd name="csY5" fmla="*/ 3607720 h 6612138"/>
              <a:gd name="csX6" fmla="*/ 1571518 w 4192078"/>
              <a:gd name="csY6" fmla="*/ 1395100 h 6612138"/>
              <a:gd name="csX7" fmla="*/ 1486388 w 4192078"/>
              <a:gd name="csY7" fmla="*/ 291844 h 6612138"/>
              <a:gd name="csX0" fmla="*/ 1644433 w 4184699"/>
              <a:gd name="csY0" fmla="*/ 171346 h 6694840"/>
              <a:gd name="csX1" fmla="*/ 3845024 w 4184699"/>
              <a:gd name="csY1" fmla="*/ 165119 h 6694840"/>
              <a:gd name="csX2" fmla="*/ 4103925 w 4184699"/>
              <a:gd name="csY2" fmla="*/ 1548593 h 6694840"/>
              <a:gd name="csX3" fmla="*/ 2467780 w 4184699"/>
              <a:gd name="csY3" fmla="*/ 5494641 h 6694840"/>
              <a:gd name="csX4" fmla="*/ 216853 w 4184699"/>
              <a:gd name="csY4" fmla="*/ 6512645 h 6694840"/>
              <a:gd name="csX5" fmla="*/ 1650542 w 4184699"/>
              <a:gd name="csY5" fmla="*/ 3690422 h 6694840"/>
              <a:gd name="csX6" fmla="*/ 1571518 w 4184699"/>
              <a:gd name="csY6" fmla="*/ 1477802 h 6694840"/>
              <a:gd name="csX7" fmla="*/ 1644433 w 4184699"/>
              <a:gd name="csY7" fmla="*/ 171346 h 6694840"/>
              <a:gd name="csX0" fmla="*/ 1644433 w 4184699"/>
              <a:gd name="csY0" fmla="*/ 198463 h 6721957"/>
              <a:gd name="csX1" fmla="*/ 3845024 w 4184699"/>
              <a:gd name="csY1" fmla="*/ 192236 h 6721957"/>
              <a:gd name="csX2" fmla="*/ 4103925 w 4184699"/>
              <a:gd name="csY2" fmla="*/ 1575710 h 6721957"/>
              <a:gd name="csX3" fmla="*/ 2467780 w 4184699"/>
              <a:gd name="csY3" fmla="*/ 5521758 h 6721957"/>
              <a:gd name="csX4" fmla="*/ 216853 w 4184699"/>
              <a:gd name="csY4" fmla="*/ 6539762 h 6721957"/>
              <a:gd name="csX5" fmla="*/ 1650542 w 4184699"/>
              <a:gd name="csY5" fmla="*/ 3717539 h 6721957"/>
              <a:gd name="csX6" fmla="*/ 1797296 w 4184699"/>
              <a:gd name="csY6" fmla="*/ 1933897 h 6721957"/>
              <a:gd name="csX7" fmla="*/ 1644433 w 4184699"/>
              <a:gd name="csY7" fmla="*/ 198463 h 6721957"/>
              <a:gd name="csX0" fmla="*/ 1632274 w 4172540"/>
              <a:gd name="csY0" fmla="*/ 198463 h 6721957"/>
              <a:gd name="csX1" fmla="*/ 3832865 w 4172540"/>
              <a:gd name="csY1" fmla="*/ 192236 h 6721957"/>
              <a:gd name="csX2" fmla="*/ 4091766 w 4172540"/>
              <a:gd name="csY2" fmla="*/ 1575710 h 6721957"/>
              <a:gd name="csX3" fmla="*/ 2455621 w 4172540"/>
              <a:gd name="csY3" fmla="*/ 5521758 h 6721957"/>
              <a:gd name="csX4" fmla="*/ 204694 w 4172540"/>
              <a:gd name="csY4" fmla="*/ 6539762 h 6721957"/>
              <a:gd name="csX5" fmla="*/ 1739983 w 4172540"/>
              <a:gd name="csY5" fmla="*/ 3570784 h 6721957"/>
              <a:gd name="csX6" fmla="*/ 1785137 w 4172540"/>
              <a:gd name="csY6" fmla="*/ 1933897 h 6721957"/>
              <a:gd name="csX7" fmla="*/ 1632274 w 4172540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82183 w 4122449"/>
              <a:gd name="csY0" fmla="*/ 198463 h 6721957"/>
              <a:gd name="csX1" fmla="*/ 3782774 w 4122449"/>
              <a:gd name="csY1" fmla="*/ 192236 h 6721957"/>
              <a:gd name="csX2" fmla="*/ 4041675 w 4122449"/>
              <a:gd name="csY2" fmla="*/ 1575710 h 6721957"/>
              <a:gd name="csX3" fmla="*/ 2405530 w 4122449"/>
              <a:gd name="csY3" fmla="*/ 5521758 h 6721957"/>
              <a:gd name="csX4" fmla="*/ 154603 w 4122449"/>
              <a:gd name="csY4" fmla="*/ 6539762 h 6721957"/>
              <a:gd name="csX5" fmla="*/ 1689892 w 4122449"/>
              <a:gd name="csY5" fmla="*/ 3570784 h 6721957"/>
              <a:gd name="csX6" fmla="*/ 1735046 w 4122449"/>
              <a:gd name="csY6" fmla="*/ 1933897 h 6721957"/>
              <a:gd name="csX7" fmla="*/ 1582183 w 4122449"/>
              <a:gd name="csY7" fmla="*/ 198463 h 6721957"/>
              <a:gd name="csX0" fmla="*/ 1576590 w 4116856"/>
              <a:gd name="csY0" fmla="*/ 198463 h 6721957"/>
              <a:gd name="csX1" fmla="*/ 3777181 w 4116856"/>
              <a:gd name="csY1" fmla="*/ 192236 h 6721957"/>
              <a:gd name="csX2" fmla="*/ 4036082 w 4116856"/>
              <a:gd name="csY2" fmla="*/ 1575710 h 6721957"/>
              <a:gd name="csX3" fmla="*/ 2399937 w 4116856"/>
              <a:gd name="csY3" fmla="*/ 5521758 h 6721957"/>
              <a:gd name="csX4" fmla="*/ 149010 w 4116856"/>
              <a:gd name="csY4" fmla="*/ 6539762 h 6721957"/>
              <a:gd name="csX5" fmla="*/ 1684299 w 4116856"/>
              <a:gd name="csY5" fmla="*/ 3570784 h 6721957"/>
              <a:gd name="csX6" fmla="*/ 1729453 w 4116856"/>
              <a:gd name="csY6" fmla="*/ 1933897 h 6721957"/>
              <a:gd name="csX7" fmla="*/ 1576590 w 4116856"/>
              <a:gd name="csY7" fmla="*/ 198463 h 672195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4116856" h="6721957">
                <a:moveTo>
                  <a:pt x="1576590" y="198463"/>
                </a:moveTo>
                <a:cubicBezTo>
                  <a:pt x="1917878" y="-91814"/>
                  <a:pt x="3367266" y="-37305"/>
                  <a:pt x="3777181" y="192236"/>
                </a:cubicBezTo>
                <a:cubicBezTo>
                  <a:pt x="4187096" y="421777"/>
                  <a:pt x="4160259" y="938442"/>
                  <a:pt x="4036082" y="1575710"/>
                </a:cubicBezTo>
                <a:cubicBezTo>
                  <a:pt x="3731283" y="2201688"/>
                  <a:pt x="3047782" y="4694416"/>
                  <a:pt x="2399937" y="5521758"/>
                </a:cubicBezTo>
                <a:cubicBezTo>
                  <a:pt x="1752092" y="6349100"/>
                  <a:pt x="939971" y="7071887"/>
                  <a:pt x="149010" y="6539762"/>
                </a:cubicBezTo>
                <a:cubicBezTo>
                  <a:pt x="-529062" y="5872170"/>
                  <a:pt x="1305259" y="4076394"/>
                  <a:pt x="1684299" y="3570784"/>
                </a:cubicBezTo>
                <a:cubicBezTo>
                  <a:pt x="2101987" y="2944250"/>
                  <a:pt x="1980708" y="2431980"/>
                  <a:pt x="1729453" y="1933897"/>
                </a:cubicBezTo>
                <a:cubicBezTo>
                  <a:pt x="1500775" y="1435814"/>
                  <a:pt x="1235302" y="488740"/>
                  <a:pt x="1576590" y="198463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3492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E0086E13-B4E8-8FDE-07F8-5DA29A30F952}"/>
              </a:ext>
            </a:extLst>
          </p:cNvPr>
          <p:cNvSpPr/>
          <p:nvPr/>
        </p:nvSpPr>
        <p:spPr bwMode="auto">
          <a:xfrm rot="1935669">
            <a:off x="3739674" y="3713857"/>
            <a:ext cx="3865685" cy="3852538"/>
          </a:xfrm>
          <a:custGeom>
            <a:avLst/>
            <a:gdLst>
              <a:gd name="csX0" fmla="*/ 0 w 4818094"/>
              <a:gd name="csY0" fmla="*/ 2593800 h 5187600"/>
              <a:gd name="csX1" fmla="*/ 2409047 w 4818094"/>
              <a:gd name="csY1" fmla="*/ 0 h 5187600"/>
              <a:gd name="csX2" fmla="*/ 4818094 w 4818094"/>
              <a:gd name="csY2" fmla="*/ 2593800 h 5187600"/>
              <a:gd name="csX3" fmla="*/ 2409047 w 4818094"/>
              <a:gd name="csY3" fmla="*/ 5187600 h 5187600"/>
              <a:gd name="csX4" fmla="*/ 0 w 4818094"/>
              <a:gd name="csY4" fmla="*/ 2593800 h 5187600"/>
              <a:gd name="csX0" fmla="*/ 0 w 5187760"/>
              <a:gd name="csY0" fmla="*/ 2594828 h 5189910"/>
              <a:gd name="csX1" fmla="*/ 2409047 w 5187760"/>
              <a:gd name="csY1" fmla="*/ 1028 h 5189910"/>
              <a:gd name="csX2" fmla="*/ 5187760 w 5187760"/>
              <a:gd name="csY2" fmla="*/ 2842077 h 5189910"/>
              <a:gd name="csX3" fmla="*/ 2409047 w 5187760"/>
              <a:gd name="csY3" fmla="*/ 5188628 h 5189910"/>
              <a:gd name="csX4" fmla="*/ 0 w 5187760"/>
              <a:gd name="csY4" fmla="*/ 2594828 h 5189910"/>
              <a:gd name="csX0" fmla="*/ 42041 w 5229801"/>
              <a:gd name="csY0" fmla="*/ 2594508 h 5203334"/>
              <a:gd name="csX1" fmla="*/ 2451088 w 5229801"/>
              <a:gd name="csY1" fmla="*/ 708 h 5203334"/>
              <a:gd name="csX2" fmla="*/ 5229801 w 5229801"/>
              <a:gd name="csY2" fmla="*/ 2841757 h 5203334"/>
              <a:gd name="csX3" fmla="*/ 1244945 w 5229801"/>
              <a:gd name="csY3" fmla="*/ 5202069 h 5203334"/>
              <a:gd name="csX4" fmla="*/ 42041 w 5229801"/>
              <a:gd name="csY4" fmla="*/ 2594508 h 5203334"/>
              <a:gd name="csX0" fmla="*/ 74467 w 4841053"/>
              <a:gd name="csY0" fmla="*/ 1799631 h 5238998"/>
              <a:gd name="csX1" fmla="*/ 2062340 w 4841053"/>
              <a:gd name="csY1" fmla="*/ 19027 h 5238998"/>
              <a:gd name="csX2" fmla="*/ 4841053 w 4841053"/>
              <a:gd name="csY2" fmla="*/ 2860076 h 5238998"/>
              <a:gd name="csX3" fmla="*/ 856197 w 4841053"/>
              <a:gd name="csY3" fmla="*/ 5220388 h 5238998"/>
              <a:gd name="csX4" fmla="*/ 74467 w 4841053"/>
              <a:gd name="csY4" fmla="*/ 1799631 h 5238998"/>
              <a:gd name="csX0" fmla="*/ 109724 w 4876310"/>
              <a:gd name="csY0" fmla="*/ 1799261 h 5087365"/>
              <a:gd name="csX1" fmla="*/ 2097597 w 4876310"/>
              <a:gd name="csY1" fmla="*/ 18657 h 5087365"/>
              <a:gd name="csX2" fmla="*/ 4876310 w 4876310"/>
              <a:gd name="csY2" fmla="*/ 2859706 h 5087365"/>
              <a:gd name="csX3" fmla="*/ 754352 w 4876310"/>
              <a:gd name="csY3" fmla="*/ 5066265 h 5087365"/>
              <a:gd name="csX4" fmla="*/ 109724 w 4876310"/>
              <a:gd name="csY4" fmla="*/ 1799261 h 5087365"/>
              <a:gd name="csX0" fmla="*/ 133227 w 4899813"/>
              <a:gd name="csY0" fmla="*/ 1799261 h 5263847"/>
              <a:gd name="csX1" fmla="*/ 2121100 w 4899813"/>
              <a:gd name="csY1" fmla="*/ 18657 h 5263847"/>
              <a:gd name="csX2" fmla="*/ 4899813 w 4899813"/>
              <a:gd name="csY2" fmla="*/ 2859706 h 5263847"/>
              <a:gd name="csX3" fmla="*/ 777855 w 4899813"/>
              <a:gd name="csY3" fmla="*/ 5066265 h 5263847"/>
              <a:gd name="csX4" fmla="*/ 133227 w 4899813"/>
              <a:gd name="csY4" fmla="*/ 1799261 h 5263847"/>
              <a:gd name="csX0" fmla="*/ 116725 w 5089331"/>
              <a:gd name="csY0" fmla="*/ 1792871 h 5071472"/>
              <a:gd name="csX1" fmla="*/ 2104598 w 5089331"/>
              <a:gd name="csY1" fmla="*/ 12267 h 5071472"/>
              <a:gd name="csX2" fmla="*/ 5089331 w 5089331"/>
              <a:gd name="csY2" fmla="*/ 2629823 h 5071472"/>
              <a:gd name="csX3" fmla="*/ 761353 w 5089331"/>
              <a:gd name="csY3" fmla="*/ 5059875 h 5071472"/>
              <a:gd name="csX4" fmla="*/ 116725 w 5089331"/>
              <a:gd name="csY4" fmla="*/ 1792871 h 5071472"/>
              <a:gd name="csX0" fmla="*/ 116725 w 5089331"/>
              <a:gd name="csY0" fmla="*/ 1792871 h 5069573"/>
              <a:gd name="csX1" fmla="*/ 2104598 w 5089331"/>
              <a:gd name="csY1" fmla="*/ 12267 h 5069573"/>
              <a:gd name="csX2" fmla="*/ 5089331 w 5089331"/>
              <a:gd name="csY2" fmla="*/ 2629823 h 5069573"/>
              <a:gd name="csX3" fmla="*/ 761353 w 5089331"/>
              <a:gd name="csY3" fmla="*/ 5059875 h 5069573"/>
              <a:gd name="csX4" fmla="*/ 116725 w 5089331"/>
              <a:gd name="csY4" fmla="*/ 1792871 h 5069573"/>
              <a:gd name="csX0" fmla="*/ 84154 w 5056760"/>
              <a:gd name="csY0" fmla="*/ 1790420 h 5062474"/>
              <a:gd name="csX1" fmla="*/ 2072027 w 5056760"/>
              <a:gd name="csY1" fmla="*/ 9816 h 5062474"/>
              <a:gd name="csX2" fmla="*/ 5056760 w 5056760"/>
              <a:gd name="csY2" fmla="*/ 2627372 h 5062474"/>
              <a:gd name="csX3" fmla="*/ 728782 w 5056760"/>
              <a:gd name="csY3" fmla="*/ 5057424 h 5062474"/>
              <a:gd name="csX4" fmla="*/ 404231 w 5056760"/>
              <a:gd name="csY4" fmla="*/ 3222753 h 5062474"/>
              <a:gd name="csX5" fmla="*/ 84154 w 5056760"/>
              <a:gd name="csY5" fmla="*/ 1790420 h 5062474"/>
              <a:gd name="csX0" fmla="*/ 79747 w 5052353"/>
              <a:gd name="csY0" fmla="*/ 1790420 h 5062474"/>
              <a:gd name="csX1" fmla="*/ 2067620 w 5052353"/>
              <a:gd name="csY1" fmla="*/ 9816 h 5062474"/>
              <a:gd name="csX2" fmla="*/ 5052353 w 5052353"/>
              <a:gd name="csY2" fmla="*/ 2627372 h 5062474"/>
              <a:gd name="csX3" fmla="*/ 724375 w 5052353"/>
              <a:gd name="csY3" fmla="*/ 5057424 h 5062474"/>
              <a:gd name="csX4" fmla="*/ 399824 w 5052353"/>
              <a:gd name="csY4" fmla="*/ 3222753 h 5062474"/>
              <a:gd name="csX5" fmla="*/ 79747 w 5052353"/>
              <a:gd name="csY5" fmla="*/ 1790420 h 5062474"/>
              <a:gd name="csX0" fmla="*/ 751 w 4973357"/>
              <a:gd name="csY0" fmla="*/ 1791382 h 5063436"/>
              <a:gd name="csX1" fmla="*/ 1988624 w 4973357"/>
              <a:gd name="csY1" fmla="*/ 10778 h 5063436"/>
              <a:gd name="csX2" fmla="*/ 4973357 w 4973357"/>
              <a:gd name="csY2" fmla="*/ 2628334 h 5063436"/>
              <a:gd name="csX3" fmla="*/ 645379 w 4973357"/>
              <a:gd name="csY3" fmla="*/ 5058386 h 5063436"/>
              <a:gd name="csX4" fmla="*/ 320828 w 4973357"/>
              <a:gd name="csY4" fmla="*/ 3223715 h 5063436"/>
              <a:gd name="csX5" fmla="*/ 751 w 4973357"/>
              <a:gd name="csY5" fmla="*/ 1791382 h 5063436"/>
              <a:gd name="csX0" fmla="*/ 755 w 4966384"/>
              <a:gd name="csY0" fmla="*/ 2008354 h 5057866"/>
              <a:gd name="csX1" fmla="*/ 1981651 w 4966384"/>
              <a:gd name="csY1" fmla="*/ 5208 h 5057866"/>
              <a:gd name="csX2" fmla="*/ 4966384 w 4966384"/>
              <a:gd name="csY2" fmla="*/ 2622764 h 5057866"/>
              <a:gd name="csX3" fmla="*/ 638406 w 4966384"/>
              <a:gd name="csY3" fmla="*/ 5052816 h 5057866"/>
              <a:gd name="csX4" fmla="*/ 313855 w 4966384"/>
              <a:gd name="csY4" fmla="*/ 3218145 h 5057866"/>
              <a:gd name="csX5" fmla="*/ 755 w 4966384"/>
              <a:gd name="csY5" fmla="*/ 2008354 h 5057866"/>
              <a:gd name="csX0" fmla="*/ 4502 w 4970131"/>
              <a:gd name="csY0" fmla="*/ 2008285 h 5057797"/>
              <a:gd name="csX1" fmla="*/ 1985398 w 4970131"/>
              <a:gd name="csY1" fmla="*/ 5139 h 5057797"/>
              <a:gd name="csX2" fmla="*/ 4970131 w 4970131"/>
              <a:gd name="csY2" fmla="*/ 2622695 h 5057797"/>
              <a:gd name="csX3" fmla="*/ 642153 w 4970131"/>
              <a:gd name="csY3" fmla="*/ 5052747 h 5057797"/>
              <a:gd name="csX4" fmla="*/ 317602 w 4970131"/>
              <a:gd name="csY4" fmla="*/ 3218076 h 5057797"/>
              <a:gd name="csX5" fmla="*/ 4502 w 4970131"/>
              <a:gd name="csY5" fmla="*/ 2008285 h 5057797"/>
              <a:gd name="csX0" fmla="*/ 4853 w 4856467"/>
              <a:gd name="csY0" fmla="*/ 2081855 h 5056489"/>
              <a:gd name="csX1" fmla="*/ 1871734 w 4856467"/>
              <a:gd name="csY1" fmla="*/ 3831 h 5056489"/>
              <a:gd name="csX2" fmla="*/ 4856467 w 4856467"/>
              <a:gd name="csY2" fmla="*/ 2621387 h 5056489"/>
              <a:gd name="csX3" fmla="*/ 528489 w 4856467"/>
              <a:gd name="csY3" fmla="*/ 5051439 h 5056489"/>
              <a:gd name="csX4" fmla="*/ 203938 w 4856467"/>
              <a:gd name="csY4" fmla="*/ 3216768 h 5056489"/>
              <a:gd name="csX5" fmla="*/ 4853 w 4856467"/>
              <a:gd name="csY5" fmla="*/ 2081855 h 5056489"/>
              <a:gd name="csX0" fmla="*/ 42894 w 4894508"/>
              <a:gd name="csY0" fmla="*/ 1888260 h 4862894"/>
              <a:gd name="csX1" fmla="*/ 1137616 w 4894508"/>
              <a:gd name="csY1" fmla="*/ 3948 h 4862894"/>
              <a:gd name="csX2" fmla="*/ 4894508 w 4894508"/>
              <a:gd name="csY2" fmla="*/ 2427792 h 4862894"/>
              <a:gd name="csX3" fmla="*/ 566530 w 4894508"/>
              <a:gd name="csY3" fmla="*/ 4857844 h 4862894"/>
              <a:gd name="csX4" fmla="*/ 241979 w 4894508"/>
              <a:gd name="csY4" fmla="*/ 3023173 h 4862894"/>
              <a:gd name="csX5" fmla="*/ 42894 w 4894508"/>
              <a:gd name="csY5" fmla="*/ 1888260 h 4862894"/>
              <a:gd name="csX0" fmla="*/ 42894 w 4894508"/>
              <a:gd name="csY0" fmla="*/ 1983654 h 4958288"/>
              <a:gd name="csX1" fmla="*/ 1137616 w 4894508"/>
              <a:gd name="csY1" fmla="*/ 99342 h 4958288"/>
              <a:gd name="csX2" fmla="*/ 4894508 w 4894508"/>
              <a:gd name="csY2" fmla="*/ 2523186 h 4958288"/>
              <a:gd name="csX3" fmla="*/ 566530 w 4894508"/>
              <a:gd name="csY3" fmla="*/ 4953238 h 4958288"/>
              <a:gd name="csX4" fmla="*/ 241979 w 4894508"/>
              <a:gd name="csY4" fmla="*/ 3118567 h 4958288"/>
              <a:gd name="csX5" fmla="*/ 42894 w 4894508"/>
              <a:gd name="csY5" fmla="*/ 1983654 h 4958288"/>
              <a:gd name="csX0" fmla="*/ 35178 w 4973722"/>
              <a:gd name="csY0" fmla="*/ 1981804 h 4861515"/>
              <a:gd name="csX1" fmla="*/ 1216830 w 4973722"/>
              <a:gd name="csY1" fmla="*/ 2569 h 4861515"/>
              <a:gd name="csX2" fmla="*/ 4973722 w 4973722"/>
              <a:gd name="csY2" fmla="*/ 2426413 h 4861515"/>
              <a:gd name="csX3" fmla="*/ 645744 w 4973722"/>
              <a:gd name="csY3" fmla="*/ 4856465 h 4861515"/>
              <a:gd name="csX4" fmla="*/ 321193 w 4973722"/>
              <a:gd name="csY4" fmla="*/ 3021794 h 4861515"/>
              <a:gd name="csX5" fmla="*/ 35178 w 4973722"/>
              <a:gd name="csY5" fmla="*/ 1981804 h 4861515"/>
              <a:gd name="csX0" fmla="*/ 1802 w 4940346"/>
              <a:gd name="csY0" fmla="*/ 1981685 h 4861396"/>
              <a:gd name="csX1" fmla="*/ 1183454 w 4940346"/>
              <a:gd name="csY1" fmla="*/ 2450 h 4861396"/>
              <a:gd name="csX2" fmla="*/ 4940346 w 4940346"/>
              <a:gd name="csY2" fmla="*/ 2426294 h 4861396"/>
              <a:gd name="csX3" fmla="*/ 612368 w 4940346"/>
              <a:gd name="csY3" fmla="*/ 4856346 h 4861396"/>
              <a:gd name="csX4" fmla="*/ 287817 w 4940346"/>
              <a:gd name="csY4" fmla="*/ 3021675 h 4861396"/>
              <a:gd name="csX5" fmla="*/ 1802 w 4940346"/>
              <a:gd name="csY5" fmla="*/ 1981685 h 4861396"/>
              <a:gd name="csX0" fmla="*/ 24863 w 4747430"/>
              <a:gd name="csY0" fmla="*/ 2111059 h 4860104"/>
              <a:gd name="csX1" fmla="*/ 990538 w 4747430"/>
              <a:gd name="csY1" fmla="*/ 1158 h 4860104"/>
              <a:gd name="csX2" fmla="*/ 4747430 w 4747430"/>
              <a:gd name="csY2" fmla="*/ 2425002 h 4860104"/>
              <a:gd name="csX3" fmla="*/ 419452 w 4747430"/>
              <a:gd name="csY3" fmla="*/ 4855054 h 4860104"/>
              <a:gd name="csX4" fmla="*/ 94901 w 4747430"/>
              <a:gd name="csY4" fmla="*/ 3020383 h 4860104"/>
              <a:gd name="csX5" fmla="*/ 24863 w 4747430"/>
              <a:gd name="csY5" fmla="*/ 2111059 h 4860104"/>
              <a:gd name="csX0" fmla="*/ 43013 w 5023801"/>
              <a:gd name="csY0" fmla="*/ 2110689 h 4860667"/>
              <a:gd name="csX1" fmla="*/ 1008688 w 5023801"/>
              <a:gd name="csY1" fmla="*/ 788 h 4860667"/>
              <a:gd name="csX2" fmla="*/ 5023801 w 5023801"/>
              <a:gd name="csY2" fmla="*/ 2368434 h 4860667"/>
              <a:gd name="csX3" fmla="*/ 437602 w 5023801"/>
              <a:gd name="csY3" fmla="*/ 4854684 h 4860667"/>
              <a:gd name="csX4" fmla="*/ 113051 w 5023801"/>
              <a:gd name="csY4" fmla="*/ 3020013 h 4860667"/>
              <a:gd name="csX5" fmla="*/ 43013 w 5023801"/>
              <a:gd name="csY5" fmla="*/ 2110689 h 4860667"/>
              <a:gd name="csX0" fmla="*/ 8874 w 4989662"/>
              <a:gd name="csY0" fmla="*/ 2110689 h 4865235"/>
              <a:gd name="csX1" fmla="*/ 974549 w 4989662"/>
              <a:gd name="csY1" fmla="*/ 788 h 4865235"/>
              <a:gd name="csX2" fmla="*/ 4989662 w 4989662"/>
              <a:gd name="csY2" fmla="*/ 2368434 h 4865235"/>
              <a:gd name="csX3" fmla="*/ 403463 w 4989662"/>
              <a:gd name="csY3" fmla="*/ 4854684 h 4865235"/>
              <a:gd name="csX4" fmla="*/ 78912 w 4989662"/>
              <a:gd name="csY4" fmla="*/ 3020013 h 4865235"/>
              <a:gd name="csX5" fmla="*/ 8874 w 4989662"/>
              <a:gd name="csY5" fmla="*/ 2110689 h 4865235"/>
              <a:gd name="csX0" fmla="*/ 65222 w 5046010"/>
              <a:gd name="csY0" fmla="*/ 2110748 h 4869039"/>
              <a:gd name="csX1" fmla="*/ 1030897 w 5046010"/>
              <a:gd name="csY1" fmla="*/ 847 h 4869039"/>
              <a:gd name="csX2" fmla="*/ 5046010 w 5046010"/>
              <a:gd name="csY2" fmla="*/ 2368493 h 4869039"/>
              <a:gd name="csX3" fmla="*/ 459811 w 5046010"/>
              <a:gd name="csY3" fmla="*/ 4854743 h 4869039"/>
              <a:gd name="csX4" fmla="*/ 128155 w 5046010"/>
              <a:gd name="csY4" fmla="*/ 3304902 h 4869039"/>
              <a:gd name="csX5" fmla="*/ 65222 w 5046010"/>
              <a:gd name="csY5" fmla="*/ 2110748 h 486903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86577 w 5067365"/>
              <a:gd name="csY0" fmla="*/ 2110748 h 4869459"/>
              <a:gd name="csX1" fmla="*/ 1052252 w 5067365"/>
              <a:gd name="csY1" fmla="*/ 847 h 4869459"/>
              <a:gd name="csX2" fmla="*/ 5067365 w 5067365"/>
              <a:gd name="csY2" fmla="*/ 2368493 h 4869459"/>
              <a:gd name="csX3" fmla="*/ 481166 w 5067365"/>
              <a:gd name="csY3" fmla="*/ 4854743 h 4869459"/>
              <a:gd name="csX4" fmla="*/ 149510 w 5067365"/>
              <a:gd name="csY4" fmla="*/ 3304902 h 4869459"/>
              <a:gd name="csX5" fmla="*/ 86577 w 5067365"/>
              <a:gd name="csY5" fmla="*/ 2110748 h 4869459"/>
              <a:gd name="csX0" fmla="*/ 171393 w 5152181"/>
              <a:gd name="csY0" fmla="*/ 2110758 h 4874910"/>
              <a:gd name="csX1" fmla="*/ 1137068 w 5152181"/>
              <a:gd name="csY1" fmla="*/ 857 h 4874910"/>
              <a:gd name="csX2" fmla="*/ 5152181 w 5152181"/>
              <a:gd name="csY2" fmla="*/ 2368503 h 4874910"/>
              <a:gd name="csX3" fmla="*/ 565982 w 5152181"/>
              <a:gd name="csY3" fmla="*/ 4854753 h 4874910"/>
              <a:gd name="csX4" fmla="*/ 84093 w 5152181"/>
              <a:gd name="csY4" fmla="*/ 3426443 h 4874910"/>
              <a:gd name="csX5" fmla="*/ 171393 w 5152181"/>
              <a:gd name="csY5" fmla="*/ 2110758 h 4874910"/>
              <a:gd name="csX0" fmla="*/ 171060 w 5151848"/>
              <a:gd name="csY0" fmla="*/ 2110758 h 4874910"/>
              <a:gd name="csX1" fmla="*/ 1136735 w 5151848"/>
              <a:gd name="csY1" fmla="*/ 857 h 4874910"/>
              <a:gd name="csX2" fmla="*/ 5151848 w 5151848"/>
              <a:gd name="csY2" fmla="*/ 2368503 h 4874910"/>
              <a:gd name="csX3" fmla="*/ 565649 w 5151848"/>
              <a:gd name="csY3" fmla="*/ 4854753 h 4874910"/>
              <a:gd name="csX4" fmla="*/ 83760 w 5151848"/>
              <a:gd name="csY4" fmla="*/ 3426443 h 4874910"/>
              <a:gd name="csX5" fmla="*/ 171060 w 5151848"/>
              <a:gd name="csY5" fmla="*/ 2110758 h 4874910"/>
              <a:gd name="csX0" fmla="*/ 150001 w 5130789"/>
              <a:gd name="csY0" fmla="*/ 2110906 h 4854901"/>
              <a:gd name="csX1" fmla="*/ 1115676 w 5130789"/>
              <a:gd name="csY1" fmla="*/ 1005 h 4854901"/>
              <a:gd name="csX2" fmla="*/ 5130789 w 5130789"/>
              <a:gd name="csY2" fmla="*/ 2368651 h 4854901"/>
              <a:gd name="csX3" fmla="*/ 544590 w 5130789"/>
              <a:gd name="csY3" fmla="*/ 4854901 h 4854901"/>
              <a:gd name="csX4" fmla="*/ 150001 w 5130789"/>
              <a:gd name="csY4" fmla="*/ 2110906 h 4854901"/>
              <a:gd name="csX0" fmla="*/ 141325 w 5143299"/>
              <a:gd name="csY0" fmla="*/ 2457192 h 4854172"/>
              <a:gd name="csX1" fmla="*/ 1128186 w 5143299"/>
              <a:gd name="csY1" fmla="*/ 173 h 4854172"/>
              <a:gd name="csX2" fmla="*/ 5143299 w 5143299"/>
              <a:gd name="csY2" fmla="*/ 2367819 h 4854172"/>
              <a:gd name="csX3" fmla="*/ 557100 w 5143299"/>
              <a:gd name="csY3" fmla="*/ 4854069 h 4854172"/>
              <a:gd name="csX4" fmla="*/ 141325 w 5143299"/>
              <a:gd name="csY4" fmla="*/ 2457192 h 4854172"/>
              <a:gd name="csX0" fmla="*/ 120587 w 4762853"/>
              <a:gd name="csY0" fmla="*/ 2457023 h 4853905"/>
              <a:gd name="csX1" fmla="*/ 1107448 w 4762853"/>
              <a:gd name="csY1" fmla="*/ 4 h 4853905"/>
              <a:gd name="csX2" fmla="*/ 4762853 w 4762853"/>
              <a:gd name="csY2" fmla="*/ 2474560 h 4853905"/>
              <a:gd name="csX3" fmla="*/ 536362 w 4762853"/>
              <a:gd name="csY3" fmla="*/ 4853900 h 4853905"/>
              <a:gd name="csX4" fmla="*/ 120587 w 4762853"/>
              <a:gd name="csY4" fmla="*/ 2457023 h 4853905"/>
              <a:gd name="csX0" fmla="*/ 134579 w 5021524"/>
              <a:gd name="csY0" fmla="*/ 2457357 h 4854429"/>
              <a:gd name="csX1" fmla="*/ 1121440 w 5021524"/>
              <a:gd name="csY1" fmla="*/ 338 h 4854429"/>
              <a:gd name="csX2" fmla="*/ 5021524 w 5021524"/>
              <a:gd name="csY2" fmla="*/ 2333796 h 4854429"/>
              <a:gd name="csX3" fmla="*/ 550354 w 5021524"/>
              <a:gd name="csY3" fmla="*/ 4854234 h 4854429"/>
              <a:gd name="csX4" fmla="*/ 134579 w 5021524"/>
              <a:gd name="csY4" fmla="*/ 2457357 h 4854429"/>
              <a:gd name="csX0" fmla="*/ 126356 w 4870584"/>
              <a:gd name="csY0" fmla="*/ 2457087 h 4854059"/>
              <a:gd name="csX1" fmla="*/ 1113217 w 4870584"/>
              <a:gd name="csY1" fmla="*/ 68 h 4854059"/>
              <a:gd name="csX2" fmla="*/ 4870584 w 4870584"/>
              <a:gd name="csY2" fmla="*/ 2530410 h 4854059"/>
              <a:gd name="csX3" fmla="*/ 542131 w 4870584"/>
              <a:gd name="csY3" fmla="*/ 4853964 h 4854059"/>
              <a:gd name="csX4" fmla="*/ 126356 w 4870584"/>
              <a:gd name="csY4" fmla="*/ 2457087 h 4854059"/>
              <a:gd name="csX0" fmla="*/ 126356 w 4870584"/>
              <a:gd name="csY0" fmla="*/ 2457087 h 4854020"/>
              <a:gd name="csX1" fmla="*/ 1113217 w 4870584"/>
              <a:gd name="csY1" fmla="*/ 68 h 4854020"/>
              <a:gd name="csX2" fmla="*/ 4870584 w 4870584"/>
              <a:gd name="csY2" fmla="*/ 2530410 h 4854020"/>
              <a:gd name="csX3" fmla="*/ 542131 w 4870584"/>
              <a:gd name="csY3" fmla="*/ 4853964 h 4854020"/>
              <a:gd name="csX4" fmla="*/ 126356 w 4870584"/>
              <a:gd name="csY4" fmla="*/ 2457087 h 485402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4870584" h="4854020">
                <a:moveTo>
                  <a:pt x="126356" y="2457087"/>
                </a:moveTo>
                <a:cubicBezTo>
                  <a:pt x="221537" y="1648104"/>
                  <a:pt x="322512" y="-12153"/>
                  <a:pt x="1113217" y="68"/>
                </a:cubicBezTo>
                <a:cubicBezTo>
                  <a:pt x="1903922" y="12289"/>
                  <a:pt x="4870584" y="1097894"/>
                  <a:pt x="4870584" y="2530410"/>
                </a:cubicBezTo>
                <a:cubicBezTo>
                  <a:pt x="4865830" y="2897944"/>
                  <a:pt x="1332836" y="4866185"/>
                  <a:pt x="542131" y="4853964"/>
                </a:cubicBezTo>
                <a:cubicBezTo>
                  <a:pt x="-248574" y="4841744"/>
                  <a:pt x="31175" y="3266070"/>
                  <a:pt x="126356" y="2457087"/>
                </a:cubicBezTo>
                <a:close/>
              </a:path>
            </a:pathLst>
          </a:custGeom>
          <a:solidFill>
            <a:srgbClr val="ECF3FA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3492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6160FD4-CFD2-290E-53C8-BCF84A71AE40}"/>
              </a:ext>
            </a:extLst>
          </p:cNvPr>
          <p:cNvSpPr/>
          <p:nvPr/>
        </p:nvSpPr>
        <p:spPr bwMode="auto">
          <a:xfrm rot="9456563">
            <a:off x="-703974" y="42006"/>
            <a:ext cx="4625285" cy="6601884"/>
          </a:xfrm>
          <a:custGeom>
            <a:avLst/>
            <a:gdLst>
              <a:gd name="csX0" fmla="*/ 0 w 5678600"/>
              <a:gd name="csY0" fmla="*/ 3658973 h 7317945"/>
              <a:gd name="csX1" fmla="*/ 2839300 w 5678600"/>
              <a:gd name="csY1" fmla="*/ 0 h 7317945"/>
              <a:gd name="csX2" fmla="*/ 5678600 w 5678600"/>
              <a:gd name="csY2" fmla="*/ 3658973 h 7317945"/>
              <a:gd name="csX3" fmla="*/ 2839300 w 5678600"/>
              <a:gd name="csY3" fmla="*/ 7317946 h 7317945"/>
              <a:gd name="csX4" fmla="*/ 0 w 5678600"/>
              <a:gd name="csY4" fmla="*/ 3658973 h 7317945"/>
              <a:gd name="csX0" fmla="*/ 0 w 5127434"/>
              <a:gd name="csY0" fmla="*/ 3659351 h 7318665"/>
              <a:gd name="csX1" fmla="*/ 2839300 w 5127434"/>
              <a:gd name="csY1" fmla="*/ 378 h 7318665"/>
              <a:gd name="csX2" fmla="*/ 5127434 w 5127434"/>
              <a:gd name="csY2" fmla="*/ 3492962 h 7318665"/>
              <a:gd name="csX3" fmla="*/ 2839300 w 5127434"/>
              <a:gd name="csY3" fmla="*/ 7318324 h 7318665"/>
              <a:gd name="csX4" fmla="*/ 0 w 5127434"/>
              <a:gd name="csY4" fmla="*/ 3659351 h 7318665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637665"/>
              <a:gd name="csY0" fmla="*/ 3659309 h 7318623"/>
              <a:gd name="csX1" fmla="*/ 2839300 w 5637665"/>
              <a:gd name="csY1" fmla="*/ 336 h 7318623"/>
              <a:gd name="csX2" fmla="*/ 5127434 w 5637665"/>
              <a:gd name="csY2" fmla="*/ 3492920 h 7318623"/>
              <a:gd name="csX3" fmla="*/ 2839300 w 5637665"/>
              <a:gd name="csY3" fmla="*/ 7318282 h 7318623"/>
              <a:gd name="csX4" fmla="*/ 0 w 5637665"/>
              <a:gd name="csY4" fmla="*/ 3659309 h 7318623"/>
              <a:gd name="csX0" fmla="*/ 0 w 5556500"/>
              <a:gd name="csY0" fmla="*/ 3659563 h 7318877"/>
              <a:gd name="csX1" fmla="*/ 2839300 w 5556500"/>
              <a:gd name="csY1" fmla="*/ 590 h 7318877"/>
              <a:gd name="csX2" fmla="*/ 5127434 w 5556500"/>
              <a:gd name="csY2" fmla="*/ 3493174 h 7318877"/>
              <a:gd name="csX3" fmla="*/ 2839300 w 5556500"/>
              <a:gd name="csY3" fmla="*/ 7318536 h 7318877"/>
              <a:gd name="csX4" fmla="*/ 0 w 5556500"/>
              <a:gd name="csY4" fmla="*/ 3659563 h 7318877"/>
              <a:gd name="csX0" fmla="*/ 43 w 5563315"/>
              <a:gd name="csY0" fmla="*/ 3308805 h 6968004"/>
              <a:gd name="csX1" fmla="*/ 2903994 w 5563315"/>
              <a:gd name="csY1" fmla="*/ 913 h 6968004"/>
              <a:gd name="csX2" fmla="*/ 5127477 w 5563315"/>
              <a:gd name="csY2" fmla="*/ 3142416 h 6968004"/>
              <a:gd name="csX3" fmla="*/ 2839343 w 5563315"/>
              <a:gd name="csY3" fmla="*/ 6967778 h 6968004"/>
              <a:gd name="csX4" fmla="*/ 43 w 5563315"/>
              <a:gd name="csY4" fmla="*/ 3308805 h 6968004"/>
              <a:gd name="csX0" fmla="*/ 60 w 4894157"/>
              <a:gd name="csY0" fmla="*/ 1630203 h 7043433"/>
              <a:gd name="csX1" fmla="*/ 2245373 w 4894157"/>
              <a:gd name="csY1" fmla="*/ 55990 h 7043433"/>
              <a:gd name="csX2" fmla="*/ 4468856 w 4894157"/>
              <a:gd name="csY2" fmla="*/ 3197493 h 7043433"/>
              <a:gd name="csX3" fmla="*/ 2180722 w 4894157"/>
              <a:gd name="csY3" fmla="*/ 7022855 h 7043433"/>
              <a:gd name="csX4" fmla="*/ 60 w 4894157"/>
              <a:gd name="csY4" fmla="*/ 1630203 h 7043433"/>
              <a:gd name="csX0" fmla="*/ 120413 w 5014510"/>
              <a:gd name="csY0" fmla="*/ 1631920 h 7230796"/>
              <a:gd name="csX1" fmla="*/ 2365726 w 5014510"/>
              <a:gd name="csY1" fmla="*/ 57707 h 7230796"/>
              <a:gd name="csX2" fmla="*/ 4589209 w 5014510"/>
              <a:gd name="csY2" fmla="*/ 3199210 h 7230796"/>
              <a:gd name="csX3" fmla="*/ 760880 w 5014510"/>
              <a:gd name="csY3" fmla="*/ 7211640 h 7230796"/>
              <a:gd name="csX4" fmla="*/ 120413 w 5014510"/>
              <a:gd name="csY4" fmla="*/ 1631920 h 7230796"/>
              <a:gd name="csX0" fmla="*/ 346956 w 5241053"/>
              <a:gd name="csY0" fmla="*/ 1631920 h 7259305"/>
              <a:gd name="csX1" fmla="*/ 2592269 w 5241053"/>
              <a:gd name="csY1" fmla="*/ 57707 h 7259305"/>
              <a:gd name="csX2" fmla="*/ 4815752 w 5241053"/>
              <a:gd name="csY2" fmla="*/ 3199210 h 7259305"/>
              <a:gd name="csX3" fmla="*/ 987423 w 5241053"/>
              <a:gd name="csY3" fmla="*/ 7211640 h 7259305"/>
              <a:gd name="csX4" fmla="*/ 346956 w 5241053"/>
              <a:gd name="csY4" fmla="*/ 1631920 h 7259305"/>
              <a:gd name="csX0" fmla="*/ 414639 w 5449346"/>
              <a:gd name="csY0" fmla="*/ 2902198 h 8529583"/>
              <a:gd name="csX1" fmla="*/ 3708963 w 5449346"/>
              <a:gd name="csY1" fmla="*/ 26423 h 8529583"/>
              <a:gd name="csX2" fmla="*/ 4883435 w 5449346"/>
              <a:gd name="csY2" fmla="*/ 4469488 h 8529583"/>
              <a:gd name="csX3" fmla="*/ 1055106 w 5449346"/>
              <a:gd name="csY3" fmla="*/ 8481918 h 8529583"/>
              <a:gd name="csX4" fmla="*/ 414639 w 5449346"/>
              <a:gd name="csY4" fmla="*/ 2902198 h 8529583"/>
              <a:gd name="csX0" fmla="*/ 183453 w 4839523"/>
              <a:gd name="csY0" fmla="*/ 2878424 h 8459374"/>
              <a:gd name="csX1" fmla="*/ 3477777 w 4839523"/>
              <a:gd name="csY1" fmla="*/ 2649 h 8459374"/>
              <a:gd name="csX2" fmla="*/ 4196225 w 4839523"/>
              <a:gd name="csY2" fmla="*/ 3329929 h 8459374"/>
              <a:gd name="csX3" fmla="*/ 823920 w 4839523"/>
              <a:gd name="csY3" fmla="*/ 8458144 h 8459374"/>
              <a:gd name="csX4" fmla="*/ 183453 w 4839523"/>
              <a:gd name="csY4" fmla="*/ 2878424 h 8459374"/>
              <a:gd name="csX0" fmla="*/ 183453 w 4839523"/>
              <a:gd name="csY0" fmla="*/ 2878424 h 8459459"/>
              <a:gd name="csX1" fmla="*/ 3477777 w 4839523"/>
              <a:gd name="csY1" fmla="*/ 2649 h 8459459"/>
              <a:gd name="csX2" fmla="*/ 4196225 w 4839523"/>
              <a:gd name="csY2" fmla="*/ 3329929 h 8459459"/>
              <a:gd name="csX3" fmla="*/ 823920 w 4839523"/>
              <a:gd name="csY3" fmla="*/ 8458144 h 8459459"/>
              <a:gd name="csX4" fmla="*/ 183453 w 4839523"/>
              <a:gd name="csY4" fmla="*/ 2878424 h 8459459"/>
              <a:gd name="csX0" fmla="*/ 50689 w 4706759"/>
              <a:gd name="csY0" fmla="*/ 2878472 h 8635821"/>
              <a:gd name="csX1" fmla="*/ 3345013 w 4706759"/>
              <a:gd name="csY1" fmla="*/ 2697 h 8635821"/>
              <a:gd name="csX2" fmla="*/ 4063461 w 4706759"/>
              <a:gd name="csY2" fmla="*/ 3329977 h 8635821"/>
              <a:gd name="csX3" fmla="*/ 1534192 w 4706759"/>
              <a:gd name="csY3" fmla="*/ 8634574 h 8635821"/>
              <a:gd name="csX4" fmla="*/ 50689 w 4706759"/>
              <a:gd name="csY4" fmla="*/ 2878472 h 8635821"/>
              <a:gd name="csX0" fmla="*/ 347528 w 5003598"/>
              <a:gd name="csY0" fmla="*/ 2878472 h 8712612"/>
              <a:gd name="csX1" fmla="*/ 3641852 w 5003598"/>
              <a:gd name="csY1" fmla="*/ 2697 h 8712612"/>
              <a:gd name="csX2" fmla="*/ 4360300 w 5003598"/>
              <a:gd name="csY2" fmla="*/ 3329977 h 8712612"/>
              <a:gd name="csX3" fmla="*/ 1831031 w 5003598"/>
              <a:gd name="csY3" fmla="*/ 8634574 h 8712612"/>
              <a:gd name="csX4" fmla="*/ 347528 w 5003598"/>
              <a:gd name="csY4" fmla="*/ 2878472 h 8712612"/>
              <a:gd name="csX0" fmla="*/ 755949 w 5412019"/>
              <a:gd name="csY0" fmla="*/ 2878371 h 8343041"/>
              <a:gd name="csX1" fmla="*/ 4050273 w 5412019"/>
              <a:gd name="csY1" fmla="*/ 2596 h 8343041"/>
              <a:gd name="csX2" fmla="*/ 4768721 w 5412019"/>
              <a:gd name="csY2" fmla="*/ 3329876 h 8343041"/>
              <a:gd name="csX3" fmla="*/ 1503293 w 5412019"/>
              <a:gd name="csY3" fmla="*/ 8257937 h 8343041"/>
              <a:gd name="csX4" fmla="*/ 755949 w 5412019"/>
              <a:gd name="csY4" fmla="*/ 2878371 h 8343041"/>
              <a:gd name="csX0" fmla="*/ 755949 w 5180572"/>
              <a:gd name="csY0" fmla="*/ 2878371 h 8343041"/>
              <a:gd name="csX1" fmla="*/ 4050273 w 5180572"/>
              <a:gd name="csY1" fmla="*/ 2596 h 8343041"/>
              <a:gd name="csX2" fmla="*/ 4768721 w 5180572"/>
              <a:gd name="csY2" fmla="*/ 3329876 h 8343041"/>
              <a:gd name="csX3" fmla="*/ 1503293 w 5180572"/>
              <a:gd name="csY3" fmla="*/ 8257937 h 8343041"/>
              <a:gd name="csX4" fmla="*/ 755949 w 5180572"/>
              <a:gd name="csY4" fmla="*/ 2878371 h 8343041"/>
              <a:gd name="csX0" fmla="*/ 755949 w 5180572"/>
              <a:gd name="csY0" fmla="*/ 2878371 h 8337890"/>
              <a:gd name="csX1" fmla="*/ 4050273 w 5180572"/>
              <a:gd name="csY1" fmla="*/ 2596 h 8337890"/>
              <a:gd name="csX2" fmla="*/ 4768721 w 5180572"/>
              <a:gd name="csY2" fmla="*/ 3329876 h 8337890"/>
              <a:gd name="csX3" fmla="*/ 1503293 w 5180572"/>
              <a:gd name="csY3" fmla="*/ 8257937 h 8337890"/>
              <a:gd name="csX4" fmla="*/ 755949 w 5180572"/>
              <a:gd name="csY4" fmla="*/ 2878371 h 8337890"/>
              <a:gd name="csX0" fmla="*/ 755949 w 5601609"/>
              <a:gd name="csY0" fmla="*/ 2962031 h 8421550"/>
              <a:gd name="csX1" fmla="*/ 4050273 w 5601609"/>
              <a:gd name="csY1" fmla="*/ 86256 h 8421550"/>
              <a:gd name="csX2" fmla="*/ 5577491 w 5601609"/>
              <a:gd name="csY2" fmla="*/ 989920 h 8421550"/>
              <a:gd name="csX3" fmla="*/ 4768721 w 5601609"/>
              <a:gd name="csY3" fmla="*/ 3413536 h 8421550"/>
              <a:gd name="csX4" fmla="*/ 1503293 w 5601609"/>
              <a:gd name="csY4" fmla="*/ 8341597 h 8421550"/>
              <a:gd name="csX5" fmla="*/ 755949 w 5601609"/>
              <a:gd name="csY5" fmla="*/ 2962031 h 8421550"/>
              <a:gd name="csX0" fmla="*/ 755949 w 5601609"/>
              <a:gd name="csY0" fmla="*/ 2954571 h 8414090"/>
              <a:gd name="csX1" fmla="*/ 4050273 w 5601609"/>
              <a:gd name="csY1" fmla="*/ 78796 h 8414090"/>
              <a:gd name="csX2" fmla="*/ 5577491 w 5601609"/>
              <a:gd name="csY2" fmla="*/ 982460 h 8414090"/>
              <a:gd name="csX3" fmla="*/ 4768721 w 5601609"/>
              <a:gd name="csY3" fmla="*/ 3406076 h 8414090"/>
              <a:gd name="csX4" fmla="*/ 1503293 w 5601609"/>
              <a:gd name="csY4" fmla="*/ 8334137 h 8414090"/>
              <a:gd name="csX5" fmla="*/ 755949 w 5601609"/>
              <a:gd name="csY5" fmla="*/ 2954571 h 8414090"/>
              <a:gd name="csX0" fmla="*/ 746220 w 5591880"/>
              <a:gd name="csY0" fmla="*/ 2863760 h 8323279"/>
              <a:gd name="csX1" fmla="*/ 3865525 w 5591880"/>
              <a:gd name="csY1" fmla="*/ 86813 h 8323279"/>
              <a:gd name="csX2" fmla="*/ 5567762 w 5591880"/>
              <a:gd name="csY2" fmla="*/ 891649 h 8323279"/>
              <a:gd name="csX3" fmla="*/ 4758992 w 5591880"/>
              <a:gd name="csY3" fmla="*/ 3315265 h 8323279"/>
              <a:gd name="csX4" fmla="*/ 1493564 w 5591880"/>
              <a:gd name="csY4" fmla="*/ 8243326 h 8323279"/>
              <a:gd name="csX5" fmla="*/ 746220 w 5591880"/>
              <a:gd name="csY5" fmla="*/ 2863760 h 8323279"/>
              <a:gd name="csX0" fmla="*/ 746220 w 5591880"/>
              <a:gd name="csY0" fmla="*/ 2777767 h 8237286"/>
              <a:gd name="csX1" fmla="*/ 3865525 w 5591880"/>
              <a:gd name="csY1" fmla="*/ 820 h 8237286"/>
              <a:gd name="csX2" fmla="*/ 5567762 w 5591880"/>
              <a:gd name="csY2" fmla="*/ 805656 h 8237286"/>
              <a:gd name="csX3" fmla="*/ 4758992 w 5591880"/>
              <a:gd name="csY3" fmla="*/ 3229272 h 8237286"/>
              <a:gd name="csX4" fmla="*/ 1493564 w 5591880"/>
              <a:gd name="csY4" fmla="*/ 8157333 h 8237286"/>
              <a:gd name="csX5" fmla="*/ 746220 w 5591880"/>
              <a:gd name="csY5" fmla="*/ 2777767 h 8237286"/>
              <a:gd name="csX0" fmla="*/ 679331 w 5524991"/>
              <a:gd name="csY0" fmla="*/ 2851449 h 8310968"/>
              <a:gd name="csX1" fmla="*/ 2562394 w 5524991"/>
              <a:gd name="csY1" fmla="*/ 2647832 h 8310968"/>
              <a:gd name="csX2" fmla="*/ 3798636 w 5524991"/>
              <a:gd name="csY2" fmla="*/ 74502 h 8310968"/>
              <a:gd name="csX3" fmla="*/ 5500873 w 5524991"/>
              <a:gd name="csY3" fmla="*/ 879338 h 8310968"/>
              <a:gd name="csX4" fmla="*/ 4692103 w 5524991"/>
              <a:gd name="csY4" fmla="*/ 3302954 h 8310968"/>
              <a:gd name="csX5" fmla="*/ 1426675 w 5524991"/>
              <a:gd name="csY5" fmla="*/ 8231015 h 8310968"/>
              <a:gd name="csX6" fmla="*/ 679331 w 5524991"/>
              <a:gd name="csY6" fmla="*/ 2851449 h 8310968"/>
              <a:gd name="csX0" fmla="*/ 250758 w 4418662"/>
              <a:gd name="csY0" fmla="*/ 3606835 h 8231523"/>
              <a:gd name="csX1" fmla="*/ 1456065 w 4418662"/>
              <a:gd name="csY1" fmla="*/ 2647832 h 8231523"/>
              <a:gd name="csX2" fmla="*/ 2692307 w 4418662"/>
              <a:gd name="csY2" fmla="*/ 74502 h 8231523"/>
              <a:gd name="csX3" fmla="*/ 4394544 w 4418662"/>
              <a:gd name="csY3" fmla="*/ 879338 h 8231523"/>
              <a:gd name="csX4" fmla="*/ 3585774 w 4418662"/>
              <a:gd name="csY4" fmla="*/ 3302954 h 8231523"/>
              <a:gd name="csX5" fmla="*/ 320346 w 4418662"/>
              <a:gd name="csY5" fmla="*/ 8231015 h 8231523"/>
              <a:gd name="csX6" fmla="*/ 250758 w 4418662"/>
              <a:gd name="csY6" fmla="*/ 3606835 h 8231523"/>
              <a:gd name="csX0" fmla="*/ 508860 w 4676764"/>
              <a:gd name="csY0" fmla="*/ 3606835 h 8231501"/>
              <a:gd name="csX1" fmla="*/ 1714167 w 4676764"/>
              <a:gd name="csY1" fmla="*/ 2647832 h 8231501"/>
              <a:gd name="csX2" fmla="*/ 2950409 w 4676764"/>
              <a:gd name="csY2" fmla="*/ 74502 h 8231501"/>
              <a:gd name="csX3" fmla="*/ 4652646 w 4676764"/>
              <a:gd name="csY3" fmla="*/ 879338 h 8231501"/>
              <a:gd name="csX4" fmla="*/ 3843876 w 4676764"/>
              <a:gd name="csY4" fmla="*/ 3302954 h 8231501"/>
              <a:gd name="csX5" fmla="*/ 578448 w 4676764"/>
              <a:gd name="csY5" fmla="*/ 8231015 h 8231501"/>
              <a:gd name="csX6" fmla="*/ 508860 w 4676764"/>
              <a:gd name="csY6" fmla="*/ 3606835 h 8231501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248083 w 4415987"/>
              <a:gd name="csY0" fmla="*/ 3610697 h 8235384"/>
              <a:gd name="csX1" fmla="*/ 1402413 w 4415987"/>
              <a:gd name="csY1" fmla="*/ 2716158 h 8235384"/>
              <a:gd name="csX2" fmla="*/ 2689632 w 4415987"/>
              <a:gd name="csY2" fmla="*/ 78364 h 8235384"/>
              <a:gd name="csX3" fmla="*/ 4391869 w 4415987"/>
              <a:gd name="csY3" fmla="*/ 883200 h 8235384"/>
              <a:gd name="csX4" fmla="*/ 3583099 w 4415987"/>
              <a:gd name="csY4" fmla="*/ 3306816 h 8235384"/>
              <a:gd name="csX5" fmla="*/ 317671 w 4415987"/>
              <a:gd name="csY5" fmla="*/ 8234877 h 8235384"/>
              <a:gd name="csX6" fmla="*/ 248083 w 4415987"/>
              <a:gd name="csY6" fmla="*/ 3610697 h 8235384"/>
              <a:gd name="csX0" fmla="*/ 85435 w 4710329"/>
              <a:gd name="csY0" fmla="*/ 4423597 h 8242968"/>
              <a:gd name="csX1" fmla="*/ 1696755 w 4710329"/>
              <a:gd name="csY1" fmla="*/ 2716158 h 8242968"/>
              <a:gd name="csX2" fmla="*/ 2983974 w 4710329"/>
              <a:gd name="csY2" fmla="*/ 78364 h 8242968"/>
              <a:gd name="csX3" fmla="*/ 4686211 w 4710329"/>
              <a:gd name="csY3" fmla="*/ 883200 h 8242968"/>
              <a:gd name="csX4" fmla="*/ 3877441 w 4710329"/>
              <a:gd name="csY4" fmla="*/ 3306816 h 8242968"/>
              <a:gd name="csX5" fmla="*/ 612013 w 4710329"/>
              <a:gd name="csY5" fmla="*/ 8234877 h 8242968"/>
              <a:gd name="csX6" fmla="*/ 85435 w 4710329"/>
              <a:gd name="csY6" fmla="*/ 4423597 h 8242968"/>
              <a:gd name="csX0" fmla="*/ 243944 w 4868838"/>
              <a:gd name="csY0" fmla="*/ 4423597 h 8242846"/>
              <a:gd name="csX1" fmla="*/ 1855264 w 4868838"/>
              <a:gd name="csY1" fmla="*/ 2716158 h 8242846"/>
              <a:gd name="csX2" fmla="*/ 3142483 w 4868838"/>
              <a:gd name="csY2" fmla="*/ 78364 h 8242846"/>
              <a:gd name="csX3" fmla="*/ 4844720 w 4868838"/>
              <a:gd name="csY3" fmla="*/ 883200 h 8242846"/>
              <a:gd name="csX4" fmla="*/ 4035950 w 4868838"/>
              <a:gd name="csY4" fmla="*/ 3306816 h 8242846"/>
              <a:gd name="csX5" fmla="*/ 770522 w 4868838"/>
              <a:gd name="csY5" fmla="*/ 8234877 h 8242846"/>
              <a:gd name="csX6" fmla="*/ 243944 w 4868838"/>
              <a:gd name="csY6" fmla="*/ 4423597 h 8242846"/>
              <a:gd name="csX0" fmla="*/ 1033724 w 5658618"/>
              <a:gd name="csY0" fmla="*/ 4423597 h 8297012"/>
              <a:gd name="csX1" fmla="*/ 2645044 w 5658618"/>
              <a:gd name="csY1" fmla="*/ 2716158 h 8297012"/>
              <a:gd name="csX2" fmla="*/ 3932263 w 5658618"/>
              <a:gd name="csY2" fmla="*/ 78364 h 8297012"/>
              <a:gd name="csX3" fmla="*/ 5634500 w 5658618"/>
              <a:gd name="csY3" fmla="*/ 883200 h 8297012"/>
              <a:gd name="csX4" fmla="*/ 4825730 w 5658618"/>
              <a:gd name="csY4" fmla="*/ 3306816 h 8297012"/>
              <a:gd name="csX5" fmla="*/ 1560302 w 5658618"/>
              <a:gd name="csY5" fmla="*/ 8234877 h 8297012"/>
              <a:gd name="csX6" fmla="*/ 7783 w 5658618"/>
              <a:gd name="csY6" fmla="*/ 5976200 h 8297012"/>
              <a:gd name="csX7" fmla="*/ 1033724 w 5658618"/>
              <a:gd name="csY7" fmla="*/ 4423597 h 8297012"/>
              <a:gd name="csX0" fmla="*/ 1033724 w 5658618"/>
              <a:gd name="csY0" fmla="*/ 4423597 h 8392010"/>
              <a:gd name="csX1" fmla="*/ 2645044 w 5658618"/>
              <a:gd name="csY1" fmla="*/ 2716158 h 8392010"/>
              <a:gd name="csX2" fmla="*/ 3932263 w 5658618"/>
              <a:gd name="csY2" fmla="*/ 78364 h 8392010"/>
              <a:gd name="csX3" fmla="*/ 5634500 w 5658618"/>
              <a:gd name="csY3" fmla="*/ 883200 h 8392010"/>
              <a:gd name="csX4" fmla="*/ 4825730 w 5658618"/>
              <a:gd name="csY4" fmla="*/ 3306816 h 8392010"/>
              <a:gd name="csX5" fmla="*/ 3076421 w 5658618"/>
              <a:gd name="csY5" fmla="*/ 7655532 h 8392010"/>
              <a:gd name="csX6" fmla="*/ 1560302 w 5658618"/>
              <a:gd name="csY6" fmla="*/ 8234877 h 8392010"/>
              <a:gd name="csX7" fmla="*/ 7783 w 5658618"/>
              <a:gd name="csY7" fmla="*/ 5976200 h 8392010"/>
              <a:gd name="csX8" fmla="*/ 1033724 w 5658618"/>
              <a:gd name="csY8" fmla="*/ 4423597 h 8392010"/>
              <a:gd name="csX0" fmla="*/ 1033724 w 5658618"/>
              <a:gd name="csY0" fmla="*/ 4423597 h 8417076"/>
              <a:gd name="csX1" fmla="*/ 2645044 w 5658618"/>
              <a:gd name="csY1" fmla="*/ 2716158 h 8417076"/>
              <a:gd name="csX2" fmla="*/ 3932263 w 5658618"/>
              <a:gd name="csY2" fmla="*/ 78364 h 8417076"/>
              <a:gd name="csX3" fmla="*/ 5634500 w 5658618"/>
              <a:gd name="csY3" fmla="*/ 883200 h 8417076"/>
              <a:gd name="csX4" fmla="*/ 4825730 w 5658618"/>
              <a:gd name="csY4" fmla="*/ 3306816 h 8417076"/>
              <a:gd name="csX5" fmla="*/ 3076421 w 5658618"/>
              <a:gd name="csY5" fmla="*/ 7655532 h 8417076"/>
              <a:gd name="csX6" fmla="*/ 1643805 w 5658618"/>
              <a:gd name="csY6" fmla="*/ 8269278 h 8417076"/>
              <a:gd name="csX7" fmla="*/ 7783 w 5658618"/>
              <a:gd name="csY7" fmla="*/ 5976200 h 8417076"/>
              <a:gd name="csX8" fmla="*/ 1033724 w 5658618"/>
              <a:gd name="csY8" fmla="*/ 4423597 h 8417076"/>
              <a:gd name="csX0" fmla="*/ 1036919 w 5661813"/>
              <a:gd name="csY0" fmla="*/ 4423597 h 8314732"/>
              <a:gd name="csX1" fmla="*/ 2648239 w 5661813"/>
              <a:gd name="csY1" fmla="*/ 2716158 h 8314732"/>
              <a:gd name="csX2" fmla="*/ 3935458 w 5661813"/>
              <a:gd name="csY2" fmla="*/ 78364 h 8314732"/>
              <a:gd name="csX3" fmla="*/ 5637695 w 5661813"/>
              <a:gd name="csY3" fmla="*/ 883200 h 8314732"/>
              <a:gd name="csX4" fmla="*/ 4828925 w 5661813"/>
              <a:gd name="csY4" fmla="*/ 3306816 h 8314732"/>
              <a:gd name="csX5" fmla="*/ 3079616 w 5661813"/>
              <a:gd name="csY5" fmla="*/ 7655532 h 8314732"/>
              <a:gd name="csX6" fmla="*/ 1647000 w 5661813"/>
              <a:gd name="csY6" fmla="*/ 8269278 h 8314732"/>
              <a:gd name="csX7" fmla="*/ 430726 w 5661813"/>
              <a:gd name="csY7" fmla="*/ 7357855 h 8314732"/>
              <a:gd name="csX8" fmla="*/ 10978 w 5661813"/>
              <a:gd name="csY8" fmla="*/ 5976200 h 8314732"/>
              <a:gd name="csX9" fmla="*/ 1036919 w 5661813"/>
              <a:gd name="csY9" fmla="*/ 4423597 h 8314732"/>
              <a:gd name="csX0" fmla="*/ 1036919 w 5713201"/>
              <a:gd name="csY0" fmla="*/ 4423597 h 8314732"/>
              <a:gd name="csX1" fmla="*/ 2648239 w 5713201"/>
              <a:gd name="csY1" fmla="*/ 2716158 h 8314732"/>
              <a:gd name="csX2" fmla="*/ 3935458 w 5713201"/>
              <a:gd name="csY2" fmla="*/ 78364 h 8314732"/>
              <a:gd name="csX3" fmla="*/ 5637695 w 5713201"/>
              <a:gd name="csY3" fmla="*/ 883200 h 8314732"/>
              <a:gd name="csX4" fmla="*/ 4828925 w 5713201"/>
              <a:gd name="csY4" fmla="*/ 3306816 h 8314732"/>
              <a:gd name="csX5" fmla="*/ 3079616 w 5713201"/>
              <a:gd name="csY5" fmla="*/ 7655532 h 8314732"/>
              <a:gd name="csX6" fmla="*/ 1647000 w 5713201"/>
              <a:gd name="csY6" fmla="*/ 8269278 h 8314732"/>
              <a:gd name="csX7" fmla="*/ 430726 w 5713201"/>
              <a:gd name="csY7" fmla="*/ 7357855 h 8314732"/>
              <a:gd name="csX8" fmla="*/ 10978 w 5713201"/>
              <a:gd name="csY8" fmla="*/ 5976200 h 8314732"/>
              <a:gd name="csX9" fmla="*/ 1036919 w 5713201"/>
              <a:gd name="csY9" fmla="*/ 4423597 h 8314732"/>
              <a:gd name="csX0" fmla="*/ 1036919 w 5713201"/>
              <a:gd name="csY0" fmla="*/ 4423790 h 8314925"/>
              <a:gd name="csX1" fmla="*/ 2648239 w 5713201"/>
              <a:gd name="csY1" fmla="*/ 2716351 h 8314925"/>
              <a:gd name="csX2" fmla="*/ 3935458 w 5713201"/>
              <a:gd name="csY2" fmla="*/ 78557 h 8314925"/>
              <a:gd name="csX3" fmla="*/ 5637695 w 5713201"/>
              <a:gd name="csY3" fmla="*/ 883393 h 8314925"/>
              <a:gd name="csX4" fmla="*/ 4828925 w 5713201"/>
              <a:gd name="csY4" fmla="*/ 3307009 h 8314925"/>
              <a:gd name="csX5" fmla="*/ 3079616 w 5713201"/>
              <a:gd name="csY5" fmla="*/ 7655725 h 8314925"/>
              <a:gd name="csX6" fmla="*/ 1647000 w 5713201"/>
              <a:gd name="csY6" fmla="*/ 8269471 h 8314925"/>
              <a:gd name="csX7" fmla="*/ 430726 w 5713201"/>
              <a:gd name="csY7" fmla="*/ 7358048 h 8314925"/>
              <a:gd name="csX8" fmla="*/ 10978 w 5713201"/>
              <a:gd name="csY8" fmla="*/ 5976393 h 8314925"/>
              <a:gd name="csX9" fmla="*/ 1036919 w 5713201"/>
              <a:gd name="csY9" fmla="*/ 4423790 h 8314925"/>
              <a:gd name="csX0" fmla="*/ 1036919 w 5713201"/>
              <a:gd name="csY0" fmla="*/ 4391860 h 8282995"/>
              <a:gd name="csX1" fmla="*/ 2648239 w 5713201"/>
              <a:gd name="csY1" fmla="*/ 2684421 h 8282995"/>
              <a:gd name="csX2" fmla="*/ 3872206 w 5713201"/>
              <a:gd name="csY2" fmla="*/ 81616 h 8282995"/>
              <a:gd name="csX3" fmla="*/ 5637695 w 5713201"/>
              <a:gd name="csY3" fmla="*/ 851463 h 8282995"/>
              <a:gd name="csX4" fmla="*/ 4828925 w 5713201"/>
              <a:gd name="csY4" fmla="*/ 3275079 h 8282995"/>
              <a:gd name="csX5" fmla="*/ 3079616 w 5713201"/>
              <a:gd name="csY5" fmla="*/ 7623795 h 8282995"/>
              <a:gd name="csX6" fmla="*/ 1647000 w 5713201"/>
              <a:gd name="csY6" fmla="*/ 8237541 h 8282995"/>
              <a:gd name="csX7" fmla="*/ 430726 w 5713201"/>
              <a:gd name="csY7" fmla="*/ 7326118 h 8282995"/>
              <a:gd name="csX8" fmla="*/ 10978 w 5713201"/>
              <a:gd name="csY8" fmla="*/ 5944463 h 8282995"/>
              <a:gd name="csX9" fmla="*/ 1036919 w 5713201"/>
              <a:gd name="csY9" fmla="*/ 4391860 h 8282995"/>
              <a:gd name="csX0" fmla="*/ 1036919 w 5713201"/>
              <a:gd name="csY0" fmla="*/ 4339825 h 8230960"/>
              <a:gd name="csX1" fmla="*/ 2648239 w 5713201"/>
              <a:gd name="csY1" fmla="*/ 2632386 h 8230960"/>
              <a:gd name="csX2" fmla="*/ 3872206 w 5713201"/>
              <a:gd name="csY2" fmla="*/ 29581 h 8230960"/>
              <a:gd name="csX3" fmla="*/ 5637695 w 5713201"/>
              <a:gd name="csY3" fmla="*/ 799428 h 8230960"/>
              <a:gd name="csX4" fmla="*/ 4828925 w 5713201"/>
              <a:gd name="csY4" fmla="*/ 3223044 h 8230960"/>
              <a:gd name="csX5" fmla="*/ 3079616 w 5713201"/>
              <a:gd name="csY5" fmla="*/ 7571760 h 8230960"/>
              <a:gd name="csX6" fmla="*/ 1647000 w 5713201"/>
              <a:gd name="csY6" fmla="*/ 8185506 h 8230960"/>
              <a:gd name="csX7" fmla="*/ 430726 w 5713201"/>
              <a:gd name="csY7" fmla="*/ 7274083 h 8230960"/>
              <a:gd name="csX8" fmla="*/ 10978 w 5713201"/>
              <a:gd name="csY8" fmla="*/ 5892428 h 8230960"/>
              <a:gd name="csX9" fmla="*/ 1036919 w 5713201"/>
              <a:gd name="csY9" fmla="*/ 4339825 h 8230960"/>
              <a:gd name="csX0" fmla="*/ 1036919 w 5714556"/>
              <a:gd name="csY0" fmla="*/ 4339825 h 8230960"/>
              <a:gd name="csX1" fmla="*/ 2648239 w 5714556"/>
              <a:gd name="csY1" fmla="*/ 2632386 h 8230960"/>
              <a:gd name="csX2" fmla="*/ 3872206 w 5714556"/>
              <a:gd name="csY2" fmla="*/ 29581 h 8230960"/>
              <a:gd name="csX3" fmla="*/ 5637695 w 5714556"/>
              <a:gd name="csY3" fmla="*/ 799428 h 8230960"/>
              <a:gd name="csX4" fmla="*/ 4842450 w 5714556"/>
              <a:gd name="csY4" fmla="*/ 3130941 h 8230960"/>
              <a:gd name="csX5" fmla="*/ 3079616 w 5714556"/>
              <a:gd name="csY5" fmla="*/ 7571760 h 8230960"/>
              <a:gd name="csX6" fmla="*/ 1647000 w 5714556"/>
              <a:gd name="csY6" fmla="*/ 8185506 h 8230960"/>
              <a:gd name="csX7" fmla="*/ 430726 w 5714556"/>
              <a:gd name="csY7" fmla="*/ 7274083 h 8230960"/>
              <a:gd name="csX8" fmla="*/ 10978 w 5714556"/>
              <a:gd name="csY8" fmla="*/ 5892428 h 8230960"/>
              <a:gd name="csX9" fmla="*/ 1036919 w 5714556"/>
              <a:gd name="csY9" fmla="*/ 4339825 h 8230960"/>
              <a:gd name="csX0" fmla="*/ 1036919 w 5714556"/>
              <a:gd name="csY0" fmla="*/ 4339825 h 8300703"/>
              <a:gd name="csX1" fmla="*/ 2648239 w 5714556"/>
              <a:gd name="csY1" fmla="*/ 2632386 h 8300703"/>
              <a:gd name="csX2" fmla="*/ 3872206 w 5714556"/>
              <a:gd name="csY2" fmla="*/ 29581 h 8300703"/>
              <a:gd name="csX3" fmla="*/ 5637695 w 5714556"/>
              <a:gd name="csY3" fmla="*/ 799428 h 8300703"/>
              <a:gd name="csX4" fmla="*/ 4842450 w 5714556"/>
              <a:gd name="csY4" fmla="*/ 3130941 h 8300703"/>
              <a:gd name="csX5" fmla="*/ 3035989 w 5714556"/>
              <a:gd name="csY5" fmla="*/ 7736927 h 8300703"/>
              <a:gd name="csX6" fmla="*/ 1647000 w 5714556"/>
              <a:gd name="csY6" fmla="*/ 8185506 h 8300703"/>
              <a:gd name="csX7" fmla="*/ 430726 w 5714556"/>
              <a:gd name="csY7" fmla="*/ 7274083 h 8300703"/>
              <a:gd name="csX8" fmla="*/ 10978 w 5714556"/>
              <a:gd name="csY8" fmla="*/ 5892428 h 8300703"/>
              <a:gd name="csX9" fmla="*/ 1036919 w 5714556"/>
              <a:gd name="csY9" fmla="*/ 4339825 h 8300703"/>
              <a:gd name="csX0" fmla="*/ 1036919 w 5714556"/>
              <a:gd name="csY0" fmla="*/ 4339825 h 8315686"/>
              <a:gd name="csX1" fmla="*/ 2648239 w 5714556"/>
              <a:gd name="csY1" fmla="*/ 2632386 h 8315686"/>
              <a:gd name="csX2" fmla="*/ 3872206 w 5714556"/>
              <a:gd name="csY2" fmla="*/ 29581 h 8315686"/>
              <a:gd name="csX3" fmla="*/ 5637695 w 5714556"/>
              <a:gd name="csY3" fmla="*/ 799428 h 8315686"/>
              <a:gd name="csX4" fmla="*/ 4842450 w 5714556"/>
              <a:gd name="csY4" fmla="*/ 3130941 h 8315686"/>
              <a:gd name="csX5" fmla="*/ 3035989 w 5714556"/>
              <a:gd name="csY5" fmla="*/ 7736927 h 8315686"/>
              <a:gd name="csX6" fmla="*/ 1709626 w 5714556"/>
              <a:gd name="csY6" fmla="*/ 8211307 h 8315686"/>
              <a:gd name="csX7" fmla="*/ 430726 w 5714556"/>
              <a:gd name="csY7" fmla="*/ 7274083 h 8315686"/>
              <a:gd name="csX8" fmla="*/ 10978 w 5714556"/>
              <a:gd name="csY8" fmla="*/ 5892428 h 8315686"/>
              <a:gd name="csX9" fmla="*/ 1036919 w 5714556"/>
              <a:gd name="csY9" fmla="*/ 4339825 h 8315686"/>
              <a:gd name="csX0" fmla="*/ 1041511 w 5719148"/>
              <a:gd name="csY0" fmla="*/ 4339825 h 8318068"/>
              <a:gd name="csX1" fmla="*/ 2652831 w 5719148"/>
              <a:gd name="csY1" fmla="*/ 2632386 h 8318068"/>
              <a:gd name="csX2" fmla="*/ 3876798 w 5719148"/>
              <a:gd name="csY2" fmla="*/ 29581 h 8318068"/>
              <a:gd name="csX3" fmla="*/ 5642287 w 5719148"/>
              <a:gd name="csY3" fmla="*/ 799428 h 8318068"/>
              <a:gd name="csX4" fmla="*/ 4847042 w 5719148"/>
              <a:gd name="csY4" fmla="*/ 3130941 h 8318068"/>
              <a:gd name="csX5" fmla="*/ 3040581 w 5719148"/>
              <a:gd name="csY5" fmla="*/ 7736927 h 8318068"/>
              <a:gd name="csX6" fmla="*/ 1714218 w 5719148"/>
              <a:gd name="csY6" fmla="*/ 8211307 h 8318068"/>
              <a:gd name="csX7" fmla="*/ 351816 w 5719148"/>
              <a:gd name="csY7" fmla="*/ 7239682 h 8318068"/>
              <a:gd name="csX8" fmla="*/ 15570 w 5719148"/>
              <a:gd name="csY8" fmla="*/ 5892428 h 8318068"/>
              <a:gd name="csX9" fmla="*/ 1041511 w 5719148"/>
              <a:gd name="csY9" fmla="*/ 4339825 h 8318068"/>
              <a:gd name="csX0" fmla="*/ 1150008 w 5827645"/>
              <a:gd name="csY0" fmla="*/ 4339825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1150008 w 5827645"/>
              <a:gd name="csY9" fmla="*/ 4339825 h 8318068"/>
              <a:gd name="csX0" fmla="*/ 959078 w 5827645"/>
              <a:gd name="csY0" fmla="*/ 4151281 h 8318068"/>
              <a:gd name="csX1" fmla="*/ 2761328 w 5827645"/>
              <a:gd name="csY1" fmla="*/ 2632386 h 8318068"/>
              <a:gd name="csX2" fmla="*/ 3985295 w 5827645"/>
              <a:gd name="csY2" fmla="*/ 29581 h 8318068"/>
              <a:gd name="csX3" fmla="*/ 5750784 w 5827645"/>
              <a:gd name="csY3" fmla="*/ 799428 h 8318068"/>
              <a:gd name="csX4" fmla="*/ 4955539 w 5827645"/>
              <a:gd name="csY4" fmla="*/ 3130941 h 8318068"/>
              <a:gd name="csX5" fmla="*/ 3149078 w 5827645"/>
              <a:gd name="csY5" fmla="*/ 7736927 h 8318068"/>
              <a:gd name="csX6" fmla="*/ 1822715 w 5827645"/>
              <a:gd name="csY6" fmla="*/ 8211307 h 8318068"/>
              <a:gd name="csX7" fmla="*/ 460313 w 5827645"/>
              <a:gd name="csY7" fmla="*/ 7239682 h 8318068"/>
              <a:gd name="csX8" fmla="*/ 9876 w 5827645"/>
              <a:gd name="csY8" fmla="*/ 5784338 h 8318068"/>
              <a:gd name="csX9" fmla="*/ 959078 w 5827645"/>
              <a:gd name="csY9" fmla="*/ 4151281 h 831806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</a:cxnLst>
            <a:rect l="l" t="t" r="r" b="b"/>
            <a:pathLst>
              <a:path w="5827645" h="8318068">
                <a:moveTo>
                  <a:pt x="959078" y="4151281"/>
                </a:moveTo>
                <a:cubicBezTo>
                  <a:pt x="1417653" y="3625956"/>
                  <a:pt x="1953373" y="3586998"/>
                  <a:pt x="2761328" y="2632386"/>
                </a:cubicBezTo>
                <a:cubicBezTo>
                  <a:pt x="3281212" y="2169562"/>
                  <a:pt x="3293659" y="182144"/>
                  <a:pt x="3985295" y="29581"/>
                </a:cubicBezTo>
                <a:cubicBezTo>
                  <a:pt x="4676931" y="-122982"/>
                  <a:pt x="5273657" y="341831"/>
                  <a:pt x="5750784" y="799428"/>
                </a:cubicBezTo>
                <a:cubicBezTo>
                  <a:pt x="6017903" y="1292599"/>
                  <a:pt x="5549121" y="1890807"/>
                  <a:pt x="4955539" y="3130941"/>
                </a:cubicBezTo>
                <a:cubicBezTo>
                  <a:pt x="4448772" y="4163450"/>
                  <a:pt x="3693316" y="6915584"/>
                  <a:pt x="3149078" y="7736927"/>
                </a:cubicBezTo>
                <a:cubicBezTo>
                  <a:pt x="2604840" y="8558270"/>
                  <a:pt x="2270843" y="8294181"/>
                  <a:pt x="1822715" y="8211307"/>
                </a:cubicBezTo>
                <a:cubicBezTo>
                  <a:pt x="1374587" y="8128433"/>
                  <a:pt x="732983" y="7621862"/>
                  <a:pt x="460313" y="7239682"/>
                </a:cubicBezTo>
                <a:cubicBezTo>
                  <a:pt x="187643" y="6857502"/>
                  <a:pt x="-52161" y="6252818"/>
                  <a:pt x="9876" y="5784338"/>
                </a:cubicBezTo>
                <a:cubicBezTo>
                  <a:pt x="-77887" y="5149125"/>
                  <a:pt x="500503" y="4676606"/>
                  <a:pt x="959078" y="4151281"/>
                </a:cubicBezTo>
                <a:close/>
              </a:path>
            </a:pathLst>
          </a:custGeom>
          <a:solidFill>
            <a:srgbClr val="FDF0E7"/>
          </a:solidFill>
          <a:ln w="28575">
            <a:noFill/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r" rtl="1"/>
            <a:endParaRPr lang="en-US" sz="3492" b="1">
              <a:solidFill>
                <a:schemeClr val="bg1"/>
              </a:solidFill>
              <a:highlight>
                <a:srgbClr val="80008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9" name="Rectangle: Rounded Corners 19">
            <a:extLst>
              <a:ext uri="{FF2B5EF4-FFF2-40B4-BE49-F238E27FC236}">
                <a16:creationId xmlns:a16="http://schemas.microsoft.com/office/drawing/2014/main" id="{DD6B732D-B216-0CD6-2673-6626C242CCCB}"/>
              </a:ext>
            </a:extLst>
          </p:cNvPr>
          <p:cNvSpPr/>
          <p:nvPr/>
        </p:nvSpPr>
        <p:spPr bwMode="auto">
          <a:xfrm>
            <a:off x="3458520" y="5680010"/>
            <a:ext cx="1435338" cy="945135"/>
          </a:xfrm>
          <a:prstGeom prst="roundRect">
            <a:avLst>
              <a:gd name="adj" fmla="val 8737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EC</a:t>
            </a:r>
            <a:endParaRPr lang="en-US" sz="1016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ExamCompositionId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TopicNTests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TestsLevel</a:t>
            </a:r>
          </a:p>
        </p:txBody>
      </p:sp>
      <p:sp>
        <p:nvSpPr>
          <p:cNvPr id="5" name="Rectangle: Rounded Corners 15">
            <a:extLst>
              <a:ext uri="{FF2B5EF4-FFF2-40B4-BE49-F238E27FC236}">
                <a16:creationId xmlns:a16="http://schemas.microsoft.com/office/drawing/2014/main" id="{5C397EF3-C98C-AF05-D30B-E81FD4229C99}"/>
              </a:ext>
            </a:extLst>
          </p:cNvPr>
          <p:cNvSpPr/>
          <p:nvPr/>
        </p:nvSpPr>
        <p:spPr bwMode="auto">
          <a:xfrm>
            <a:off x="4246444" y="4597521"/>
            <a:ext cx="1238789" cy="1297359"/>
          </a:xfrm>
          <a:prstGeom prst="roundRect">
            <a:avLst>
              <a:gd name="adj" fmla="val 5608"/>
            </a:avLst>
          </a:prstGeom>
          <a:solidFill>
            <a:schemeClr val="bg1"/>
          </a:solidFill>
          <a:ln w="28575">
            <a:solidFill>
              <a:schemeClr val="accent5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Exams</a:t>
            </a:r>
            <a:endParaRPr sz="1016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ExamTitle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ExamDateTime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ExamDuration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ExamNTests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ExamTags</a:t>
            </a:r>
            <a:r>
              <a:rPr lang="en-US" sz="67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2:training</a:t>
            </a:r>
          </a:p>
        </p:txBody>
      </p:sp>
      <p:sp>
        <p:nvSpPr>
          <p:cNvPr id="97" name="Rectangle: Rounded Corners 45">
            <a:extLst>
              <a:ext uri="{FF2B5EF4-FFF2-40B4-BE49-F238E27FC236}">
                <a16:creationId xmlns:a16="http://schemas.microsoft.com/office/drawing/2014/main" id="{E6BA6EAB-7AC6-19DD-11F7-782C47CCE5CC}"/>
              </a:ext>
            </a:extLst>
          </p:cNvPr>
          <p:cNvSpPr/>
          <p:nvPr/>
        </p:nvSpPr>
        <p:spPr bwMode="auto">
          <a:xfrm>
            <a:off x="1684206" y="2485589"/>
            <a:ext cx="938161" cy="1423282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M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Messages</a:t>
            </a:r>
            <a:endParaRPr sz="1016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DateTimeCreated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MessageTitle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MessageBody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</a:t>
            </a:r>
            <a:r>
              <a:rPr lang="en-US" sz="67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</a:t>
            </a:r>
          </a:p>
          <a:p>
            <a:pPr rtl="0">
              <a:defRPr/>
            </a:pPr>
            <a:r>
              <a:rPr lang="en-US" sz="556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defRPr/>
            </a:pPr>
            <a:r>
              <a:rPr lang="en-US" sz="635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IsSelected</a:t>
            </a:r>
          </a:p>
          <a:p>
            <a:pPr defTabSz="725759" rtl="0">
              <a:defRPr/>
            </a:pPr>
            <a:r>
              <a:rPr lang="en-US" sz="635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-</a:t>
            </a:r>
          </a:p>
          <a:p>
            <a:pPr rtl="0">
              <a:defRPr/>
            </a:pPr>
            <a:r>
              <a:rPr lang="en-US" sz="635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-</a:t>
            </a:r>
          </a:p>
        </p:txBody>
      </p:sp>
      <p:sp>
        <p:nvSpPr>
          <p:cNvPr id="11" name="Rectangle: Rounded Corners 44">
            <a:extLst>
              <a:ext uri="{FF2B5EF4-FFF2-40B4-BE49-F238E27FC236}">
                <a16:creationId xmlns:a16="http://schemas.microsoft.com/office/drawing/2014/main" id="{5D5FF3D4-447A-77CB-8B35-8B1F447EF331}"/>
              </a:ext>
            </a:extLst>
          </p:cNvPr>
          <p:cNvSpPr/>
          <p:nvPr/>
        </p:nvSpPr>
        <p:spPr bwMode="auto">
          <a:xfrm>
            <a:off x="2312440" y="4313629"/>
            <a:ext cx="938160" cy="837344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G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GroupName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</a:t>
            </a:r>
            <a:r>
              <a:rPr lang="en-US" sz="67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   </a:t>
            </a:r>
            <a:r>
              <a:rPr lang="en-US" sz="476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12" name="Rectangle: Rounded Corners 45">
            <a:extLst>
              <a:ext uri="{FF2B5EF4-FFF2-40B4-BE49-F238E27FC236}">
                <a16:creationId xmlns:a16="http://schemas.microsoft.com/office/drawing/2014/main" id="{BA734567-42EC-389F-1475-ABC0C5B466CF}"/>
              </a:ext>
            </a:extLst>
          </p:cNvPr>
          <p:cNvSpPr/>
          <p:nvPr/>
        </p:nvSpPr>
        <p:spPr bwMode="auto">
          <a:xfrm>
            <a:off x="3742519" y="2326018"/>
            <a:ext cx="1472797" cy="1649809"/>
          </a:xfrm>
          <a:prstGeom prst="roundRect">
            <a:avLst>
              <a:gd name="adj" fmla="val 399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150526" algn="l"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</a:p>
          <a:p>
            <a:pPr marL="150526"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Students</a:t>
            </a:r>
            <a:endParaRPr sz="1016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150526"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marL="150526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marL="150526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StudentName</a:t>
            </a:r>
          </a:p>
          <a:p>
            <a:pPr marL="150526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StudentPass</a:t>
            </a:r>
          </a:p>
          <a:p>
            <a:pPr marL="150526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StudentNickname</a:t>
            </a:r>
          </a:p>
          <a:p>
            <a:pPr marL="150526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StudentTags</a:t>
            </a:r>
          </a:p>
          <a:p>
            <a:pPr marL="13986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13986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13986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4: -</a:t>
            </a:r>
          </a:p>
          <a:p>
            <a:pPr marL="13986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8: -</a:t>
            </a:r>
          </a:p>
          <a:p>
            <a:pPr marL="13986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16: ShowDueNotes</a:t>
            </a:r>
          </a:p>
          <a:p>
            <a:pPr marL="13986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32: DueNtDays=14 (def.=7)</a:t>
            </a:r>
          </a:p>
          <a:p>
            <a:pPr marL="13986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64: IsSelected</a:t>
            </a:r>
          </a:p>
          <a:p>
            <a:pPr marL="13986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-</a:t>
            </a:r>
          </a:p>
          <a:p>
            <a:pPr marL="13986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  <a:p>
            <a:pPr marL="139860" rtl="0">
              <a:defRPr/>
            </a:pPr>
            <a:endParaRPr lang="en-US" sz="397">
              <a:solidFill>
                <a:srgbClr val="C0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71" name="Rectangle: Rounded Corners 1">
            <a:extLst>
              <a:ext uri="{FF2B5EF4-FFF2-40B4-BE49-F238E27FC236}">
                <a16:creationId xmlns:a16="http://schemas.microsoft.com/office/drawing/2014/main" id="{955CB0B1-CE89-9B80-8575-451D6A2177CB}"/>
              </a:ext>
            </a:extLst>
          </p:cNvPr>
          <p:cNvSpPr/>
          <p:nvPr/>
        </p:nvSpPr>
        <p:spPr bwMode="auto">
          <a:xfrm>
            <a:off x="4835759" y="2034015"/>
            <a:ext cx="1281165" cy="1212901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SC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StudentCourse</a:t>
            </a: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NumberOfTests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CorrectAnswers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StudentCourseTags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1: act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2: retry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Segoe UI" panose="020B0502040204020203" pitchFamily="34" charset="0"/>
                <a:ea typeface="Calibri" panose="020F0502020204030204" pitchFamily="34" charset="0"/>
                <a:cs typeface="Segoe UI" panose="020B0502040204020203" pitchFamily="34" charset="0"/>
              </a:rPr>
              <a:t>4: rev</a:t>
            </a:r>
          </a:p>
        </p:txBody>
      </p:sp>
      <p:sp>
        <p:nvSpPr>
          <p:cNvPr id="26" name="Rectangle: Rounded Corners 45">
            <a:extLst>
              <a:ext uri="{FF2B5EF4-FFF2-40B4-BE49-F238E27FC236}">
                <a16:creationId xmlns:a16="http://schemas.microsoft.com/office/drawing/2014/main" id="{7266CE16-7587-170A-225B-764671352673}"/>
              </a:ext>
            </a:extLst>
          </p:cNvPr>
          <p:cNvSpPr/>
          <p:nvPr/>
        </p:nvSpPr>
        <p:spPr bwMode="auto">
          <a:xfrm>
            <a:off x="2444611" y="1689234"/>
            <a:ext cx="1395073" cy="1396858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355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SM</a:t>
            </a:r>
          </a:p>
          <a:p>
            <a:pPr rtl="0"/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StudentMessageId</a:t>
            </a:r>
          </a:p>
          <a:p>
            <a:pPr rtl="0"/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MessageId</a:t>
            </a:r>
          </a:p>
          <a:p>
            <a:pPr rtl="0"/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/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DateTimeRead</a:t>
            </a:r>
          </a:p>
          <a:p>
            <a:pPr rtl="0"/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StudentMessageTags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read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deleted</a:t>
            </a:r>
          </a:p>
          <a:p>
            <a:pPr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Feedback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ans:Yes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ans:No</a:t>
            </a:r>
          </a:p>
        </p:txBody>
      </p:sp>
      <p:sp>
        <p:nvSpPr>
          <p:cNvPr id="6" name="Rectangle: Rounded Corners 8">
            <a:extLst>
              <a:ext uri="{FF2B5EF4-FFF2-40B4-BE49-F238E27FC236}">
                <a16:creationId xmlns:a16="http://schemas.microsoft.com/office/drawing/2014/main" id="{EE42FACE-31AC-E394-D5A6-8AEE58DE6DF5}"/>
              </a:ext>
            </a:extLst>
          </p:cNvPr>
          <p:cNvSpPr/>
          <p:nvPr/>
        </p:nvSpPr>
        <p:spPr bwMode="auto">
          <a:xfrm>
            <a:off x="7067918" y="3246916"/>
            <a:ext cx="1441657" cy="2688638"/>
          </a:xfrm>
          <a:prstGeom prst="roundRect">
            <a:avLst>
              <a:gd name="adj" fmla="val 6530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496440" rtl="0">
              <a:defRPr/>
            </a:pPr>
            <a:endParaRPr lang="en-US" sz="1355" b="1">
              <a:solidFill>
                <a:schemeClr val="bg1"/>
              </a:solidFill>
              <a:highlight>
                <a:srgbClr val="000000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57840"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</a:t>
            </a:r>
          </a:p>
          <a:p>
            <a:pPr marL="357840"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357840"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35784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marL="35784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TopicId</a:t>
            </a:r>
          </a:p>
          <a:p>
            <a:pPr marL="35784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TestTitle</a:t>
            </a:r>
          </a:p>
          <a:p>
            <a:pPr marL="35784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TestType {</a:t>
            </a:r>
            <a:r>
              <a:rPr lang="en-US" sz="677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</a:t>
            </a: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, 2:5}</a:t>
            </a:r>
          </a:p>
          <a:p>
            <a:pPr marL="35784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TestLevel</a:t>
            </a:r>
          </a:p>
          <a:p>
            <a:pPr marL="357840" rtl="0"/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TestTags</a:t>
            </a:r>
          </a:p>
          <a:p>
            <a:pPr marL="357840"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testRtl</a:t>
            </a:r>
          </a:p>
          <a:p>
            <a:pPr marL="357840"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optRtl</a:t>
            </a:r>
          </a:p>
          <a:p>
            <a:pPr marL="3578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3578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3578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3578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3578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3578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3578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3578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3578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3578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3578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  <a:p>
            <a:pPr marL="496440" rtl="0"/>
            <a:endParaRPr lang="en-US" sz="397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7" name="Rectangle: Rounded Corners 17">
            <a:extLst>
              <a:ext uri="{FF2B5EF4-FFF2-40B4-BE49-F238E27FC236}">
                <a16:creationId xmlns:a16="http://schemas.microsoft.com/office/drawing/2014/main" id="{4F4ACF69-08CD-DFAE-F33C-193AF9A03787}"/>
              </a:ext>
            </a:extLst>
          </p:cNvPr>
          <p:cNvSpPr/>
          <p:nvPr/>
        </p:nvSpPr>
        <p:spPr bwMode="auto">
          <a:xfrm>
            <a:off x="8212698" y="3975826"/>
            <a:ext cx="1001229" cy="986903"/>
          </a:xfrm>
          <a:prstGeom prst="roundRect">
            <a:avLst>
              <a:gd name="adj" fmla="val 8085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TO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TestOptionTitle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TestOptionTags</a:t>
            </a:r>
            <a:r>
              <a:rPr lang="en-US" sz="67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 forceLast</a:t>
            </a:r>
          </a:p>
          <a:p>
            <a:pPr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 isAns</a:t>
            </a:r>
          </a:p>
        </p:txBody>
      </p:sp>
      <p:sp>
        <p:nvSpPr>
          <p:cNvPr id="27" name="Rectangle: Rounded Corners 45">
            <a:extLst>
              <a:ext uri="{FF2B5EF4-FFF2-40B4-BE49-F238E27FC236}">
                <a16:creationId xmlns:a16="http://schemas.microsoft.com/office/drawing/2014/main" id="{B392505D-16CA-D342-9B83-37748EF8E34B}"/>
              </a:ext>
            </a:extLst>
          </p:cNvPr>
          <p:cNvSpPr/>
          <p:nvPr/>
        </p:nvSpPr>
        <p:spPr bwMode="auto">
          <a:xfrm>
            <a:off x="2708222" y="3490850"/>
            <a:ext cx="1164834" cy="102597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tx1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/>
            <a:r>
              <a:rPr lang="en-US" sz="1355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SG</a:t>
            </a:r>
          </a:p>
          <a:p>
            <a:pPr rtl="0"/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StudentGroupId</a:t>
            </a:r>
          </a:p>
          <a:p>
            <a:pPr rtl="0"/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/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GroupId</a:t>
            </a:r>
          </a:p>
          <a:p>
            <a:pPr rtl="0"/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DateTimeJoined</a:t>
            </a:r>
          </a:p>
          <a:p>
            <a:pPr rtl="0"/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StudentGroup</a:t>
            </a:r>
            <a:r>
              <a:rPr lang="en-US" sz="67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Tags</a:t>
            </a:r>
          </a:p>
          <a:p>
            <a:pPr rtl="0"/>
            <a:r>
              <a:rPr lang="en-US" sz="476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act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B4528BF-1556-FBCC-EEEF-4288816ABD27}"/>
              </a:ext>
            </a:extLst>
          </p:cNvPr>
          <p:cNvSpPr txBox="1"/>
          <p:nvPr/>
        </p:nvSpPr>
        <p:spPr>
          <a:xfrm>
            <a:off x="7982019" y="6629473"/>
            <a:ext cx="1531188" cy="238848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l" rtl="0"/>
            <a:r>
              <a:rPr lang="en-US" sz="952">
                <a:solidFill>
                  <a:schemeClr val="accent5">
                    <a:lumMod val="75000"/>
                  </a:schemeClr>
                </a:solidFill>
                <a:latin typeface="Consolas" panose="020B0609020204030204" pitchFamily="49" charset="0"/>
              </a:rPr>
              <a:t>Majid SharifiTehrani</a:t>
            </a:r>
            <a:endParaRPr lang="fa-IR" sz="952">
              <a:solidFill>
                <a:schemeClr val="accent5">
                  <a:lumMod val="75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4" name="Rectangle: Rounded Corners 14">
            <a:extLst>
              <a:ext uri="{FF2B5EF4-FFF2-40B4-BE49-F238E27FC236}">
                <a16:creationId xmlns:a16="http://schemas.microsoft.com/office/drawing/2014/main" id="{211F08BA-A356-BC1A-8518-562FEBB416AC}"/>
              </a:ext>
            </a:extLst>
          </p:cNvPr>
          <p:cNvSpPr/>
          <p:nvPr/>
        </p:nvSpPr>
        <p:spPr bwMode="auto">
          <a:xfrm>
            <a:off x="5861467" y="1044985"/>
            <a:ext cx="1400314" cy="1165312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 w="28575">
            <a:solidFill>
              <a:schemeClr val="accent6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CourseName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CourseUnits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CourseRtl</a:t>
            </a:r>
          </a:p>
          <a:p>
            <a:pPr rtl="0">
              <a:defRPr/>
            </a:pPr>
            <a:endParaRPr lang="en-US" sz="677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677">
              <a:solidFill>
                <a:schemeClr val="tx1"/>
              </a:solidFill>
              <a:latin typeface="Segoe UI" panose="020B0502040204020203" pitchFamily="34" charset="0"/>
              <a:ea typeface="Arial"/>
              <a:cs typeface="Segoe UI" panose="020B0502040204020203" pitchFamily="34" charset="0"/>
            </a:endParaRPr>
          </a:p>
        </p:txBody>
      </p:sp>
      <p:sp>
        <p:nvSpPr>
          <p:cNvPr id="14" name="Rectangle: Rounded Corners 1">
            <a:extLst>
              <a:ext uri="{FF2B5EF4-FFF2-40B4-BE49-F238E27FC236}">
                <a16:creationId xmlns:a16="http://schemas.microsoft.com/office/drawing/2014/main" id="{65B081CF-47C3-25F8-F8A9-121311585B5C}"/>
              </a:ext>
            </a:extLst>
          </p:cNvPr>
          <p:cNvSpPr/>
          <p:nvPr/>
        </p:nvSpPr>
        <p:spPr bwMode="auto">
          <a:xfrm>
            <a:off x="4610092" y="3509688"/>
            <a:ext cx="1299905" cy="1320380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</a:t>
            </a:r>
            <a:endParaRPr lang="en-US" sz="1016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</a:t>
            </a: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Exam</a:t>
            </a: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DateTimeStart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DateTimeFinish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StudentExamTags</a:t>
            </a:r>
          </a:p>
          <a:p>
            <a:pPr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1:act 2:strt, 4:fin, 8:rev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StudentExamPoint </a:t>
            </a:r>
            <a:r>
              <a:rPr lang="en-US" sz="677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double</a:t>
            </a:r>
          </a:p>
          <a:p>
            <a:pPr rtl="0">
              <a:defRPr/>
            </a:pPr>
            <a:endParaRPr lang="en-US" sz="677" i="1">
              <a:solidFill>
                <a:srgbClr val="FF0000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10" name="Rectangle: Rounded Corners 21">
            <a:extLst>
              <a:ext uri="{FF2B5EF4-FFF2-40B4-BE49-F238E27FC236}">
                <a16:creationId xmlns:a16="http://schemas.microsoft.com/office/drawing/2014/main" id="{D6FA2A03-AB4A-1FE4-DF8B-396B2745C718}"/>
              </a:ext>
            </a:extLst>
          </p:cNvPr>
          <p:cNvSpPr/>
          <p:nvPr/>
        </p:nvSpPr>
        <p:spPr bwMode="auto">
          <a:xfrm>
            <a:off x="5229251" y="5680010"/>
            <a:ext cx="2108583" cy="1031801"/>
          </a:xfrm>
          <a:prstGeom prst="roundRect">
            <a:avLst>
              <a:gd name="adj" fmla="val 5633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ET</a:t>
            </a:r>
            <a:b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</a:b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ExamTestId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ExamId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PercentCorrect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PercentIncorrect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PercentHelped</a:t>
            </a:r>
          </a:p>
        </p:txBody>
      </p:sp>
      <p:sp>
        <p:nvSpPr>
          <p:cNvPr id="56" name="Rectangle: Rounded Corners 1">
            <a:extLst>
              <a:ext uri="{FF2B5EF4-FFF2-40B4-BE49-F238E27FC236}">
                <a16:creationId xmlns:a16="http://schemas.microsoft.com/office/drawing/2014/main" id="{2D9A8BCD-8338-6E14-60CD-CFB84381B1E1}"/>
              </a:ext>
            </a:extLst>
          </p:cNvPr>
          <p:cNvSpPr/>
          <p:nvPr/>
        </p:nvSpPr>
        <p:spPr bwMode="auto">
          <a:xfrm>
            <a:off x="5982984" y="2576305"/>
            <a:ext cx="1479889" cy="914546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SCT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</a:t>
            </a: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Test</a:t>
            </a: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StudentCourseId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TestKey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UserAns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sp>
        <p:nvSpPr>
          <p:cNvPr id="13" name="Rectangle: Rounded Corners 46">
            <a:extLst>
              <a:ext uri="{FF2B5EF4-FFF2-40B4-BE49-F238E27FC236}">
                <a16:creationId xmlns:a16="http://schemas.microsoft.com/office/drawing/2014/main" id="{E9E540C7-12DF-B746-441D-F8783C454309}"/>
              </a:ext>
            </a:extLst>
          </p:cNvPr>
          <p:cNvSpPr/>
          <p:nvPr/>
        </p:nvSpPr>
        <p:spPr bwMode="auto">
          <a:xfrm>
            <a:off x="5751040" y="3574289"/>
            <a:ext cx="1472798" cy="2042185"/>
          </a:xfrm>
          <a:prstGeom prst="roundRect">
            <a:avLst>
              <a:gd name="adj" fmla="val 6890"/>
            </a:avLst>
          </a:prstGeom>
          <a:solidFill>
            <a:schemeClr val="bg1"/>
          </a:solidFill>
          <a:ln>
            <a:solidFill>
              <a:schemeClr val="accent5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marL="71820"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00FF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SET</a:t>
            </a:r>
            <a:endParaRPr lang="en-US" sz="1016" b="1">
              <a:solidFill>
                <a:schemeClr val="bg1"/>
              </a:solidFill>
              <a:highlight>
                <a:srgbClr val="0000FF"/>
              </a:highlight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71820"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marL="71820"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StudentExamTestId </a:t>
            </a:r>
            <a:r>
              <a:rPr lang="en-US" sz="677" i="1">
                <a:solidFill>
                  <a:srgbClr val="FF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long</a:t>
            </a:r>
          </a:p>
          <a:p>
            <a:pPr marL="7182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StudentExamId</a:t>
            </a:r>
          </a:p>
          <a:p>
            <a:pPr marL="7182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TestId</a:t>
            </a:r>
          </a:p>
          <a:p>
            <a:pPr marL="7182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Opt1Id</a:t>
            </a:r>
          </a:p>
          <a:p>
            <a:pPr marL="7182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Opt2Id</a:t>
            </a:r>
          </a:p>
          <a:p>
            <a:pPr marL="7182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Opt3Id</a:t>
            </a:r>
          </a:p>
          <a:p>
            <a:pPr marL="7182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Opt4Id</a:t>
            </a:r>
          </a:p>
          <a:p>
            <a:pPr marL="7182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Opt5Id</a:t>
            </a:r>
          </a:p>
          <a:p>
            <a:pPr marL="7182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StudentExamTestKey</a:t>
            </a:r>
          </a:p>
          <a:p>
            <a:pPr marL="7182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StudentExamTestAns</a:t>
            </a:r>
          </a:p>
          <a:p>
            <a:pPr marL="71820"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StudentExamTestTags</a:t>
            </a:r>
          </a:p>
          <a:p>
            <a:pPr marL="71820"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  visited</a:t>
            </a:r>
          </a:p>
          <a:p>
            <a:pPr marL="71820"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  bookmarked</a:t>
            </a:r>
          </a:p>
          <a:p>
            <a:pPr marL="71820"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  answered</a:t>
            </a:r>
          </a:p>
          <a:p>
            <a:pPr marL="71820"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8  helped</a:t>
            </a:r>
          </a:p>
          <a:p>
            <a:pPr marL="71820"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 revised</a:t>
            </a:r>
          </a:p>
          <a:p>
            <a:pPr marL="71820"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32 probl. rep</a:t>
            </a:r>
          </a:p>
          <a:p>
            <a:pPr marL="71820"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64 IsSelected</a:t>
            </a:r>
          </a:p>
          <a:p>
            <a:pPr marL="71820"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128 AnswerTextAcceptedByTeacher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8EB7AD94-FB73-258B-E14F-D29425205938}"/>
              </a:ext>
            </a:extLst>
          </p:cNvPr>
          <p:cNvSpPr/>
          <p:nvPr/>
        </p:nvSpPr>
        <p:spPr>
          <a:xfrm>
            <a:off x="495199" y="2971789"/>
            <a:ext cx="877258" cy="1297359"/>
          </a:xfrm>
          <a:prstGeom prst="roundRect">
            <a:avLst>
              <a:gd name="adj" fmla="val 8313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355" b="1">
                <a:solidFill>
                  <a:schemeClr val="bg1"/>
                </a:solidFill>
                <a:highlight>
                  <a:srgbClr val="800080"/>
                </a:highlight>
              </a:rPr>
              <a:t>P</a:t>
            </a:r>
          </a:p>
          <a:p>
            <a:pPr rtl="0"/>
            <a:r>
              <a:rPr lang="en-US" sz="1016" b="1"/>
              <a:t>Projects</a:t>
            </a:r>
            <a:endParaRPr lang="en-US" sz="677" b="1" dirty="0"/>
          </a:p>
          <a:p>
            <a:pPr rtl="0"/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ProjectId</a:t>
            </a:r>
          </a:p>
          <a:p>
            <a:pPr rtl="0"/>
            <a:r>
              <a:rPr lang="en-US" sz="677">
                <a:solidFill>
                  <a:schemeClr val="tx1"/>
                </a:solidFill>
              </a:rPr>
              <a:t>UserId</a:t>
            </a:r>
          </a:p>
          <a:p>
            <a:pPr rtl="0"/>
            <a:r>
              <a:rPr lang="en-US" sz="677">
                <a:solidFill>
                  <a:schemeClr val="tx1"/>
                </a:solidFill>
              </a:rPr>
              <a:t>UserType</a:t>
            </a:r>
          </a:p>
          <a:p>
            <a:pPr rtl="0">
              <a:buNone/>
            </a:pPr>
            <a:r>
              <a:rPr lang="en-US" sz="47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1:Teacher</a:t>
            </a:r>
          </a:p>
          <a:p>
            <a:pPr rtl="0">
              <a:buNone/>
            </a:pPr>
            <a:r>
              <a:rPr lang="en-US" sz="47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2:Student</a:t>
            </a:r>
            <a:endParaRPr lang="en-US" sz="677" dirty="0"/>
          </a:p>
          <a:p>
            <a:pPr rtl="0"/>
            <a:r>
              <a:rPr lang="en-US" sz="677" dirty="0" err="1"/>
              <a:t>ProjectName</a:t>
            </a:r>
            <a:endParaRPr lang="en-US" sz="677" dirty="0"/>
          </a:p>
          <a:p>
            <a:pPr rtl="0"/>
            <a:r>
              <a:rPr lang="en-US" sz="677">
                <a:solidFill>
                  <a:schemeClr val="tx1"/>
                </a:solidFill>
              </a:rPr>
              <a:t>ProjectTags</a:t>
            </a:r>
          </a:p>
          <a:p>
            <a:pPr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1:active</a:t>
            </a:r>
          </a:p>
          <a:p>
            <a:pPr rtl="0"/>
            <a:endParaRPr lang="en-US" sz="714" kern="100">
              <a:solidFill>
                <a:srgbClr val="C00000"/>
              </a:solidFill>
              <a:latin typeface="Consolas" panose="020B0609020204030204" pitchFamily="49" charset="0"/>
              <a:ea typeface="Calibri" panose="020F0502020204030204" pitchFamily="34" charset="0"/>
              <a:cs typeface="Calibri Light" panose="020F0302020204030204" pitchFamily="34" charset="0"/>
            </a:endParaRPr>
          </a:p>
        </p:txBody>
      </p:sp>
      <p:sp>
        <p:nvSpPr>
          <p:cNvPr id="17" name="Callout: Bent Line 16">
            <a:extLst>
              <a:ext uri="{FF2B5EF4-FFF2-40B4-BE49-F238E27FC236}">
                <a16:creationId xmlns:a16="http://schemas.microsoft.com/office/drawing/2014/main" id="{D7A96907-C393-6D27-7271-FEC08798F246}"/>
              </a:ext>
            </a:extLst>
          </p:cNvPr>
          <p:cNvSpPr/>
          <p:nvPr/>
        </p:nvSpPr>
        <p:spPr bwMode="auto">
          <a:xfrm>
            <a:off x="1421949" y="5369630"/>
            <a:ext cx="877072" cy="625300"/>
          </a:xfrm>
          <a:prstGeom prst="borderCallout2">
            <a:avLst>
              <a:gd name="adj1" fmla="val -1024"/>
              <a:gd name="adj2" fmla="val 85567"/>
              <a:gd name="adj3" fmla="val 366"/>
              <a:gd name="adj4" fmla="val 82159"/>
              <a:gd name="adj5" fmla="val 180"/>
              <a:gd name="adj6" fmla="val 85711"/>
            </a:avLst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buNone/>
            </a:pPr>
            <a:r>
              <a:rPr lang="en-US" sz="397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ReferenceTypes:</a:t>
            </a:r>
          </a:p>
          <a:p>
            <a:pPr rtl="0">
              <a:buNone/>
            </a:pPr>
            <a:r>
              <a:rPr lang="en-US" sz="397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 S: quickNote</a:t>
            </a:r>
          </a:p>
          <a:p>
            <a:pPr rtl="0">
              <a:buNone/>
            </a:pPr>
            <a:r>
              <a:rPr lang="en-US" sz="397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 S: sectionNote</a:t>
            </a:r>
          </a:p>
          <a:p>
            <a:pPr rtl="0">
              <a:buNone/>
            </a:pPr>
            <a:r>
              <a:rPr lang="en-US" sz="397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11: T: quickNote</a:t>
            </a:r>
          </a:p>
          <a:p>
            <a:pPr rtl="0">
              <a:buNone/>
            </a:pPr>
            <a:r>
              <a:rPr lang="en-US" sz="397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12: T: sectionNote</a:t>
            </a:r>
          </a:p>
          <a:p>
            <a:pPr rtl="0">
              <a:buNone/>
            </a:pPr>
            <a:r>
              <a:rPr lang="en-US" sz="397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13: T: note on Student</a:t>
            </a:r>
          </a:p>
          <a:p>
            <a:pPr rtl="0">
              <a:buNone/>
            </a:pPr>
            <a:r>
              <a:rPr lang="en-US" sz="397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14: T: note on Group</a:t>
            </a:r>
          </a:p>
          <a:p>
            <a:pPr rtl="0">
              <a:buNone/>
            </a:pPr>
            <a:r>
              <a:rPr lang="en-US" sz="397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15: T: note on Course</a:t>
            </a:r>
          </a:p>
          <a:p>
            <a:pPr rtl="0">
              <a:buNone/>
            </a:pPr>
            <a:r>
              <a:rPr lang="en-US" sz="397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 T: note on Exam</a:t>
            </a:r>
          </a:p>
          <a:p>
            <a:pPr rtl="0">
              <a:buNone/>
            </a:pPr>
            <a:r>
              <a:rPr lang="en-US" sz="397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17: T: note on StudentExam</a:t>
            </a:r>
          </a:p>
        </p:txBody>
      </p:sp>
      <p:sp>
        <p:nvSpPr>
          <p:cNvPr id="18" name="Rectangle: Rounded Corners 45">
            <a:extLst>
              <a:ext uri="{FF2B5EF4-FFF2-40B4-BE49-F238E27FC236}">
                <a16:creationId xmlns:a16="http://schemas.microsoft.com/office/drawing/2014/main" id="{84CF63F6-9EC1-FF7B-5327-5C2174F26690}"/>
              </a:ext>
            </a:extLst>
          </p:cNvPr>
          <p:cNvSpPr/>
          <p:nvPr/>
        </p:nvSpPr>
        <p:spPr bwMode="auto">
          <a:xfrm>
            <a:off x="524660" y="1529043"/>
            <a:ext cx="877258" cy="1359301"/>
          </a:xfrm>
          <a:prstGeom prst="roundRect">
            <a:avLst>
              <a:gd name="adj" fmla="val 8076"/>
            </a:avLst>
          </a:prstGeom>
          <a:solidFill>
            <a:schemeClr val="bg1"/>
          </a:solidFill>
          <a:ln w="28575">
            <a:solidFill>
              <a:schemeClr val="tx1"/>
            </a:solidFill>
            <a:prstDash val="solid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Chats</a:t>
            </a:r>
            <a:endParaRPr sz="1016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FromId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ToId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DateTimeSent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ChatText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ChatTags</a:t>
            </a:r>
          </a:p>
          <a:p>
            <a:pPr rtl="0">
              <a:defRPr/>
            </a:pPr>
            <a:r>
              <a:rPr lang="en-US" sz="47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1:Read </a:t>
            </a:r>
          </a:p>
          <a:p>
            <a:pPr rtl="0">
              <a:defRPr/>
            </a:pPr>
            <a:r>
              <a:rPr lang="en-US" sz="47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2:Imp </a:t>
            </a:r>
          </a:p>
          <a:p>
            <a:pPr rtl="0">
              <a:defRPr/>
            </a:pPr>
            <a:r>
              <a:rPr lang="en-US" sz="47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3:Bookmark </a:t>
            </a:r>
          </a:p>
          <a:p>
            <a:pPr rtl="0">
              <a:defRPr/>
            </a:pPr>
            <a:r>
              <a:rPr lang="en-US" sz="476" kern="100">
                <a:solidFill>
                  <a:schemeClr val="tx1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4:Del</a:t>
            </a:r>
          </a:p>
        </p:txBody>
      </p:sp>
      <p:sp>
        <p:nvSpPr>
          <p:cNvPr id="28" name="Rectangle: Rounded Corners 44">
            <a:extLst>
              <a:ext uri="{FF2B5EF4-FFF2-40B4-BE49-F238E27FC236}">
                <a16:creationId xmlns:a16="http://schemas.microsoft.com/office/drawing/2014/main" id="{96D765ED-D9C6-3463-0136-8A90C3A57F14}"/>
              </a:ext>
            </a:extLst>
          </p:cNvPr>
          <p:cNvSpPr/>
          <p:nvPr/>
        </p:nvSpPr>
        <p:spPr bwMode="auto">
          <a:xfrm>
            <a:off x="495199" y="114224"/>
            <a:ext cx="1164383" cy="1303589"/>
          </a:xfrm>
          <a:prstGeom prst="roundRect">
            <a:avLst>
              <a:gd name="adj" fmla="val 6742"/>
            </a:avLst>
          </a:prstGeom>
          <a:solidFill>
            <a:schemeClr val="bg1"/>
          </a:solidFill>
          <a:ln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CHRP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ChatroomPosts</a:t>
            </a:r>
            <a:endParaRPr sz="1016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ChatroomPostId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SenderId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PostDateTime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PostText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PostTags</a:t>
            </a:r>
          </a:p>
          <a:p>
            <a:pPr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1:NeedReply</a:t>
            </a:r>
          </a:p>
          <a:p>
            <a:pPr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2:IsEdited</a:t>
            </a:r>
          </a:p>
          <a:p>
            <a:pPr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 4:IsDeleted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A0D2D6C-AD44-BFED-2D51-29757378D5BB}"/>
              </a:ext>
            </a:extLst>
          </p:cNvPr>
          <p:cNvSpPr/>
          <p:nvPr/>
        </p:nvSpPr>
        <p:spPr>
          <a:xfrm>
            <a:off x="492000" y="5143539"/>
            <a:ext cx="877072" cy="1568272"/>
          </a:xfrm>
          <a:prstGeom prst="roundRect">
            <a:avLst>
              <a:gd name="adj" fmla="val 1266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355" b="1">
                <a:solidFill>
                  <a:schemeClr val="bg1"/>
                </a:solidFill>
                <a:highlight>
                  <a:srgbClr val="800080"/>
                </a:highlight>
              </a:rPr>
              <a:t>N</a:t>
            </a:r>
          </a:p>
          <a:p>
            <a:pPr rtl="0"/>
            <a:r>
              <a:rPr lang="en-US" sz="1016" b="1"/>
              <a:t>Notes</a:t>
            </a:r>
            <a:endParaRPr lang="en-US" sz="1016" b="1" dirty="0"/>
          </a:p>
          <a:p>
            <a:pPr rtl="0"/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NoteId</a:t>
            </a:r>
          </a:p>
          <a:p>
            <a:pPr rtl="0"/>
            <a:r>
              <a:rPr lang="en-US" sz="677"/>
              <a:t>ReferenceId</a:t>
            </a:r>
          </a:p>
          <a:p>
            <a:pPr rtl="0"/>
            <a:r>
              <a:rPr lang="en-US" sz="677"/>
              <a:t>ReferenceType</a:t>
            </a:r>
          </a:p>
          <a:p>
            <a:pPr rtl="0"/>
            <a:r>
              <a:rPr lang="en-US" sz="677"/>
              <a:t>NoteDateTime</a:t>
            </a:r>
          </a:p>
          <a:p>
            <a:pPr rtl="0"/>
            <a:r>
              <a:rPr lang="en-US" sz="677"/>
              <a:t>NoteDueDateTime</a:t>
            </a:r>
            <a:endParaRPr lang="en-US" sz="677" dirty="0"/>
          </a:p>
          <a:p>
            <a:pPr rtl="0"/>
            <a:r>
              <a:rPr lang="en-US" sz="677"/>
              <a:t>NoteText</a:t>
            </a:r>
            <a:endParaRPr lang="en-US" sz="677" dirty="0"/>
          </a:p>
          <a:p>
            <a:pPr rtl="0"/>
            <a:r>
              <a:rPr lang="en-US" sz="677">
                <a:solidFill>
                  <a:schemeClr val="tx1"/>
                </a:solidFill>
              </a:rPr>
              <a:t>CreatorId</a:t>
            </a:r>
            <a:endParaRPr lang="fa-IR" sz="677">
              <a:solidFill>
                <a:schemeClr val="tx1"/>
              </a:solidFill>
            </a:endParaRPr>
          </a:p>
          <a:p>
            <a:pPr rtl="0"/>
            <a:r>
              <a:rPr lang="en-US" sz="677">
                <a:solidFill>
                  <a:schemeClr val="tx1"/>
                </a:solidFill>
              </a:rPr>
              <a:t>NoteTags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1:IsRtl</a:t>
            </a:r>
          </a:p>
          <a:p>
            <a:pPr rtl="0"/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2:IsTodo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4:IsDone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 8:IsShared</a:t>
            </a:r>
          </a:p>
          <a:p>
            <a:pPr rtl="0">
              <a:buNone/>
            </a:pPr>
            <a:r>
              <a:rPr lang="en-US" sz="397" kern="100">
                <a:solidFill>
                  <a:srgbClr val="C00000"/>
                </a:solidFill>
                <a:latin typeface="Consolas" panose="020B0609020204030204" pitchFamily="49" charset="0"/>
                <a:ea typeface="Calibri" panose="020F0502020204030204" pitchFamily="34" charset="0"/>
                <a:cs typeface="Calibri Light" panose="020F0302020204030204" pitchFamily="34" charset="0"/>
              </a:rPr>
              <a:t>16:IsReadonly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E95C3AB-3ADD-0B38-7306-5F78CAD1B483}"/>
              </a:ext>
            </a:extLst>
          </p:cNvPr>
          <p:cNvSpPr/>
          <p:nvPr/>
        </p:nvSpPr>
        <p:spPr>
          <a:xfrm>
            <a:off x="1213075" y="6113741"/>
            <a:ext cx="757749" cy="714748"/>
          </a:xfrm>
          <a:prstGeom prst="roundRect">
            <a:avLst>
              <a:gd name="adj" fmla="val 4805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355" b="1">
                <a:solidFill>
                  <a:schemeClr val="bg1"/>
                </a:solidFill>
                <a:highlight>
                  <a:srgbClr val="800080"/>
                </a:highlight>
              </a:rPr>
              <a:t>NN</a:t>
            </a:r>
          </a:p>
          <a:p>
            <a:pPr rtl="0"/>
            <a:r>
              <a:rPr lang="en-US" sz="1016" b="1"/>
              <a:t>NoteNet</a:t>
            </a:r>
            <a:endParaRPr lang="en-US" sz="1016" b="1" dirty="0"/>
          </a:p>
          <a:p>
            <a:pPr rtl="0"/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NoteNetId</a:t>
            </a:r>
            <a:endParaRPr lang="en-US" sz="677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677"/>
              <a:t>NoteAId</a:t>
            </a:r>
          </a:p>
          <a:p>
            <a:pPr rtl="0"/>
            <a:r>
              <a:rPr lang="en-US" sz="677"/>
              <a:t>NoteBId</a:t>
            </a:r>
            <a:endParaRPr lang="en-US" sz="677" dirty="0"/>
          </a:p>
        </p:txBody>
      </p:sp>
      <p:sp>
        <p:nvSpPr>
          <p:cNvPr id="25" name="Rectangle: Rounded Corners 44">
            <a:extLst>
              <a:ext uri="{FF2B5EF4-FFF2-40B4-BE49-F238E27FC236}">
                <a16:creationId xmlns:a16="http://schemas.microsoft.com/office/drawing/2014/main" id="{A460627C-6A84-BFD9-020B-04D76A321D4A}"/>
              </a:ext>
            </a:extLst>
          </p:cNvPr>
          <p:cNvSpPr/>
          <p:nvPr/>
        </p:nvSpPr>
        <p:spPr bwMode="auto">
          <a:xfrm>
            <a:off x="1561285" y="368824"/>
            <a:ext cx="961012" cy="949665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800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CHR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Chatrooms</a:t>
            </a:r>
            <a:endParaRPr sz="1016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ChatroomUserId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ChatroomAdminId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ChatroomName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ChatroomTerms</a:t>
            </a:r>
          </a:p>
        </p:txBody>
      </p:sp>
      <p:sp>
        <p:nvSpPr>
          <p:cNvPr id="23" name="Rectangle: Rounded Corners 44">
            <a:extLst>
              <a:ext uri="{FF2B5EF4-FFF2-40B4-BE49-F238E27FC236}">
                <a16:creationId xmlns:a16="http://schemas.microsoft.com/office/drawing/2014/main" id="{60EEA583-4825-92D1-3BD6-2EFF827734DE}"/>
              </a:ext>
            </a:extLst>
          </p:cNvPr>
          <p:cNvSpPr/>
          <p:nvPr/>
        </p:nvSpPr>
        <p:spPr bwMode="auto">
          <a:xfrm>
            <a:off x="3420761" y="72097"/>
            <a:ext cx="1130526" cy="1537332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</a:t>
            </a:r>
            <a:endParaRPr sz="1016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  <a:endParaRPr lang="en-US" sz="677" i="1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UsrName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UsrPass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UsrNickname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UsrTags</a:t>
            </a:r>
            <a:r>
              <a:rPr lang="en-US" sz="67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 </a:t>
            </a:r>
          </a:p>
          <a:p>
            <a:pPr marL="7182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1: IsActive</a:t>
            </a:r>
          </a:p>
          <a:p>
            <a:pPr marL="7182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2: ChangePass</a:t>
            </a:r>
          </a:p>
          <a:p>
            <a:pPr marL="7182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4    : -          8    : -</a:t>
            </a:r>
          </a:p>
          <a:p>
            <a:pPr marL="7182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16  : ShowDueNotes</a:t>
            </a:r>
          </a:p>
          <a:p>
            <a:pPr marL="7182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32  : DueNotesDays=14 (default=7)</a:t>
            </a:r>
          </a:p>
          <a:p>
            <a:pPr marL="7182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64  : -  </a:t>
            </a:r>
          </a:p>
          <a:p>
            <a:pPr marL="7182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128: SuperUser</a:t>
            </a:r>
          </a:p>
          <a:p>
            <a:pPr marL="71820" rtl="0">
              <a:defRPr/>
            </a:pPr>
            <a:r>
              <a:rPr lang="en-US" sz="397">
                <a:solidFill>
                  <a:srgbClr val="C00000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256: CalendarFa</a:t>
            </a:r>
          </a:p>
        </p:txBody>
      </p:sp>
      <p:sp>
        <p:nvSpPr>
          <p:cNvPr id="20" name="Rectangle: Rounded Corners 44">
            <a:extLst>
              <a:ext uri="{FF2B5EF4-FFF2-40B4-BE49-F238E27FC236}">
                <a16:creationId xmlns:a16="http://schemas.microsoft.com/office/drawing/2014/main" id="{C1A287B8-4523-C3A6-B4FC-EC364E463395}"/>
              </a:ext>
            </a:extLst>
          </p:cNvPr>
          <p:cNvSpPr/>
          <p:nvPr/>
        </p:nvSpPr>
        <p:spPr bwMode="auto">
          <a:xfrm>
            <a:off x="4324336" y="171376"/>
            <a:ext cx="1066962" cy="72686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D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Departments</a:t>
            </a:r>
            <a:endParaRPr sz="1016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DepartmentName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DepartmentInfo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39A5EDCA-1A33-731C-45A6-9E93E1C8A678}"/>
              </a:ext>
            </a:extLst>
          </p:cNvPr>
          <p:cNvSpPr/>
          <p:nvPr/>
        </p:nvSpPr>
        <p:spPr>
          <a:xfrm>
            <a:off x="588294" y="4142117"/>
            <a:ext cx="1044230" cy="840796"/>
          </a:xfrm>
          <a:prstGeom prst="roundRect">
            <a:avLst>
              <a:gd name="adj" fmla="val 4327"/>
            </a:avLst>
          </a:prstGeom>
          <a:solidFill>
            <a:schemeClr val="bg1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1" anchor="t"/>
          <a:lstStyle/>
          <a:p>
            <a:pPr rtl="0"/>
            <a:r>
              <a:rPr lang="en-US" sz="1355" b="1">
                <a:solidFill>
                  <a:schemeClr val="bg1"/>
                </a:solidFill>
                <a:highlight>
                  <a:srgbClr val="800080"/>
                </a:highlight>
              </a:rPr>
              <a:t>SP</a:t>
            </a:r>
          </a:p>
          <a:p>
            <a:pPr rtl="0"/>
            <a:r>
              <a:rPr lang="en-US" sz="1016" b="1"/>
              <a:t>SuubProjects</a:t>
            </a:r>
            <a:endParaRPr lang="en-US" sz="677" b="1" dirty="0"/>
          </a:p>
          <a:p>
            <a:pPr rtl="0"/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SubprojectId</a:t>
            </a:r>
            <a:endParaRPr lang="en-US" sz="677" i="1" dirty="0">
              <a:solidFill>
                <a:schemeClr val="accent5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/>
            <a:r>
              <a:rPr lang="en-US" sz="677">
                <a:solidFill>
                  <a:schemeClr val="tx1"/>
                </a:solidFill>
              </a:rPr>
              <a:t>ProjectId</a:t>
            </a:r>
            <a:endParaRPr lang="fa-IR" sz="677">
              <a:solidFill>
                <a:schemeClr val="tx1"/>
              </a:solidFill>
            </a:endParaRPr>
          </a:p>
          <a:p>
            <a:pPr rtl="0"/>
            <a:r>
              <a:rPr lang="en-US" sz="677"/>
              <a:t>SubprojectName</a:t>
            </a:r>
          </a:p>
          <a:p>
            <a:pPr rtl="0"/>
            <a:r>
              <a:rPr lang="en-US" sz="677"/>
              <a:t>Subproject</a:t>
            </a:r>
            <a:r>
              <a:rPr lang="en-US" sz="677">
                <a:solidFill>
                  <a:srgbClr val="C00000"/>
                </a:solidFill>
              </a:rPr>
              <a:t>Tags</a:t>
            </a:r>
            <a:endParaRPr lang="en-US" sz="677" dirty="0">
              <a:solidFill>
                <a:srgbClr val="C00000"/>
              </a:solidFill>
            </a:endParaRPr>
          </a:p>
        </p:txBody>
      </p:sp>
      <p:sp>
        <p:nvSpPr>
          <p:cNvPr id="22" name="Rectangle: Rounded Corners 44">
            <a:extLst>
              <a:ext uri="{FF2B5EF4-FFF2-40B4-BE49-F238E27FC236}">
                <a16:creationId xmlns:a16="http://schemas.microsoft.com/office/drawing/2014/main" id="{1829AC77-A972-B3B8-4EF9-16E84E6DAF15}"/>
              </a:ext>
            </a:extLst>
          </p:cNvPr>
          <p:cNvSpPr/>
          <p:nvPr/>
        </p:nvSpPr>
        <p:spPr bwMode="auto">
          <a:xfrm>
            <a:off x="4438638" y="1028645"/>
            <a:ext cx="855358" cy="726868"/>
          </a:xfrm>
          <a:prstGeom prst="roundRect">
            <a:avLst>
              <a:gd name="adj" fmla="val 9941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000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UL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usrsLogs</a:t>
            </a:r>
            <a:endParaRPr sz="1016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UserLogText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DateTime</a:t>
            </a:r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6BB31EC6-BE38-7894-9735-BF8813D2FB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7753415" y="18402"/>
            <a:ext cx="1727218" cy="358926"/>
          </a:xfrm>
          <a:prstGeom prst="rect">
            <a:avLst/>
          </a:prstGeom>
        </p:spPr>
      </p:pic>
      <p:sp>
        <p:nvSpPr>
          <p:cNvPr id="8" name="Rectangle: Rounded Corners 18">
            <a:extLst>
              <a:ext uri="{FF2B5EF4-FFF2-40B4-BE49-F238E27FC236}">
                <a16:creationId xmlns:a16="http://schemas.microsoft.com/office/drawing/2014/main" id="{CF51E3CE-E401-764F-903E-3F496D6649AD}"/>
              </a:ext>
            </a:extLst>
          </p:cNvPr>
          <p:cNvSpPr/>
          <p:nvPr/>
        </p:nvSpPr>
        <p:spPr bwMode="auto">
          <a:xfrm>
            <a:off x="6759931" y="457132"/>
            <a:ext cx="1084222" cy="936261"/>
          </a:xfrm>
          <a:prstGeom prst="roundRect">
            <a:avLst>
              <a:gd name="adj" fmla="val 5397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algn="l"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CT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CourseTopics</a:t>
            </a:r>
            <a:endParaRPr sz="1016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CourseTopicTitle</a:t>
            </a:r>
          </a:p>
          <a:p>
            <a:pPr rtl="0">
              <a:defRPr/>
            </a:pPr>
            <a:endParaRPr lang="en-US" sz="677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endParaRPr lang="en-US" sz="677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sp>
        <p:nvSpPr>
          <p:cNvPr id="21" name="Rectangle: Rounded Corners 14">
            <a:extLst>
              <a:ext uri="{FF2B5EF4-FFF2-40B4-BE49-F238E27FC236}">
                <a16:creationId xmlns:a16="http://schemas.microsoft.com/office/drawing/2014/main" id="{2CAA5E73-6596-454B-3046-FFE7FE6C87F7}"/>
              </a:ext>
            </a:extLst>
          </p:cNvPr>
          <p:cNvSpPr/>
          <p:nvPr/>
        </p:nvSpPr>
        <p:spPr bwMode="auto">
          <a:xfrm>
            <a:off x="7088345" y="1523972"/>
            <a:ext cx="1122279" cy="914546"/>
          </a:xfrm>
          <a:prstGeom prst="roundRect">
            <a:avLst>
              <a:gd name="adj" fmla="val 8023"/>
            </a:avLst>
          </a:prstGeom>
          <a:solidFill>
            <a:schemeClr val="bg1"/>
          </a:solidFill>
          <a:ln>
            <a:solidFill>
              <a:schemeClr val="accent6"/>
            </a:solidFill>
            <a:prstDash val="lgDash"/>
          </a:ln>
          <a:effectLst/>
        </p:spPr>
        <p:style>
          <a:lnRef idx="0">
            <a:schemeClr val="accent4"/>
          </a:lnRef>
          <a:fillRef idx="3">
            <a:schemeClr val="accent4"/>
          </a:fillRef>
          <a:effectRef idx="3">
            <a:schemeClr val="accent4"/>
          </a:effectRef>
          <a:fontRef idx="minor">
            <a:schemeClr val="lt1"/>
          </a:fontRef>
        </p:style>
        <p:txBody>
          <a:bodyPr rtlCol="1" anchor="ctr"/>
          <a:lstStyle/>
          <a:p>
            <a:pPr rtl="0">
              <a:defRPr/>
            </a:pPr>
            <a:r>
              <a:rPr lang="en-US" sz="1355" b="1">
                <a:solidFill>
                  <a:schemeClr val="bg1"/>
                </a:solidFill>
                <a:highlight>
                  <a:srgbClr val="008080"/>
                </a:highlight>
                <a:latin typeface="Segoe UI" panose="020B0502040204020203" pitchFamily="34" charset="0"/>
                <a:cs typeface="Segoe UI" panose="020B0502040204020203" pitchFamily="34" charset="0"/>
              </a:rPr>
              <a:t>CF</a:t>
            </a:r>
          </a:p>
          <a:p>
            <a:pPr rtl="0">
              <a:defRPr/>
            </a:pPr>
            <a:r>
              <a:rPr lang="en-US" sz="1016" b="1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CourseFolders</a:t>
            </a:r>
            <a:endParaRPr sz="1016" b="1">
              <a:solidFill>
                <a:schemeClr val="tx1"/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  <a:p>
            <a:pPr rtl="0">
              <a:defRPr/>
            </a:pPr>
            <a:r>
              <a:rPr lang="en-US" sz="677" i="1">
                <a:solidFill>
                  <a:schemeClr val="accent5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CourseId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CourseFolderTitle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ea typeface="Arial"/>
                <a:cs typeface="Segoe UI" panose="020B0502040204020203" pitchFamily="34" charset="0"/>
              </a:rPr>
              <a:t>CourseFolderUrl</a:t>
            </a:r>
          </a:p>
          <a:p>
            <a:pPr rtl="0">
              <a:defRPr/>
            </a:pPr>
            <a:r>
              <a:rPr lang="en-US" sz="677">
                <a:solidFill>
                  <a:schemeClr val="tx1"/>
                </a:solidFill>
                <a:latin typeface="Segoe UI" panose="020B0502040204020203" pitchFamily="34" charset="0"/>
                <a:cs typeface="Segoe UI" panose="020B0502040204020203" pitchFamily="34" charset="0"/>
              </a:rPr>
              <a:t>CourseFolderActive</a:t>
            </a:r>
          </a:p>
        </p:txBody>
      </p:sp>
    </p:spTree>
    <p:extLst>
      <p:ext uri="{BB962C8B-B14F-4D97-AF65-F5344CB8AC3E}">
        <p14:creationId xmlns:p14="http://schemas.microsoft.com/office/powerpoint/2010/main" val="42154089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CB37FC12-6867-ED26-C375-DC4FB76CCA5F}"/>
              </a:ext>
            </a:extLst>
          </p:cNvPr>
          <p:cNvGrpSpPr/>
          <p:nvPr/>
        </p:nvGrpSpPr>
        <p:grpSpPr>
          <a:xfrm>
            <a:off x="5334065" y="187422"/>
            <a:ext cx="4070250" cy="1028724"/>
            <a:chOff x="1193312" y="2814092"/>
            <a:chExt cx="4807496" cy="1839044"/>
          </a:xfrm>
        </p:grpSpPr>
        <p:sp>
          <p:nvSpPr>
            <p:cNvPr id="14" name="Rectangle: Rounded Corners 13">
              <a:extLst>
                <a:ext uri="{FF2B5EF4-FFF2-40B4-BE49-F238E27FC236}">
                  <a16:creationId xmlns:a16="http://schemas.microsoft.com/office/drawing/2014/main" id="{3D2EF11B-8B58-1590-DBD1-FF472E2E835F}"/>
                </a:ext>
              </a:extLst>
            </p:cNvPr>
            <p:cNvSpPr/>
            <p:nvPr/>
          </p:nvSpPr>
          <p:spPr>
            <a:xfrm>
              <a:off x="1193312" y="2814092"/>
              <a:ext cx="4807496" cy="1839044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5" name="Isosceles Triangle 14">
              <a:extLst>
                <a:ext uri="{FF2B5EF4-FFF2-40B4-BE49-F238E27FC236}">
                  <a16:creationId xmlns:a16="http://schemas.microsoft.com/office/drawing/2014/main" id="{E3A745F4-EA27-5531-08ED-B8E9CA641A65}"/>
                </a:ext>
              </a:extLst>
            </p:cNvPr>
            <p:cNvSpPr/>
            <p:nvPr/>
          </p:nvSpPr>
          <p:spPr>
            <a:xfrm>
              <a:off x="1474972" y="3017796"/>
              <a:ext cx="2227634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6" name="Isosceles Triangle 15">
              <a:extLst>
                <a:ext uri="{FF2B5EF4-FFF2-40B4-BE49-F238E27FC236}">
                  <a16:creationId xmlns:a16="http://schemas.microsoft.com/office/drawing/2014/main" id="{16610647-DDA2-28C3-3B94-A87726B2FBFD}"/>
                </a:ext>
              </a:extLst>
            </p:cNvPr>
            <p:cNvSpPr/>
            <p:nvPr/>
          </p:nvSpPr>
          <p:spPr>
            <a:xfrm rot="10800000" flipV="1">
              <a:off x="1474971" y="3017796"/>
              <a:ext cx="2212381" cy="1480427"/>
            </a:xfrm>
            <a:prstGeom prst="triangle">
              <a:avLst>
                <a:gd name="adj" fmla="val 88060"/>
              </a:avLst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7" name="Isosceles Triangle 16">
              <a:extLst>
                <a:ext uri="{FF2B5EF4-FFF2-40B4-BE49-F238E27FC236}">
                  <a16:creationId xmlns:a16="http://schemas.microsoft.com/office/drawing/2014/main" id="{53CC273E-3061-23DF-2698-7DB6566DD677}"/>
                </a:ext>
              </a:extLst>
            </p:cNvPr>
            <p:cNvSpPr/>
            <p:nvPr/>
          </p:nvSpPr>
          <p:spPr>
            <a:xfrm rot="10800000">
              <a:off x="3523603" y="3026354"/>
              <a:ext cx="2112579" cy="1411014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18" name="Isosceles Triangle 17">
              <a:extLst>
                <a:ext uri="{FF2B5EF4-FFF2-40B4-BE49-F238E27FC236}">
                  <a16:creationId xmlns:a16="http://schemas.microsoft.com/office/drawing/2014/main" id="{11208371-82D0-CAFD-11EB-E6883C37A4F2}"/>
                </a:ext>
              </a:extLst>
            </p:cNvPr>
            <p:cNvSpPr/>
            <p:nvPr/>
          </p:nvSpPr>
          <p:spPr>
            <a:xfrm>
              <a:off x="3243015" y="3034912"/>
              <a:ext cx="2112579" cy="1463311"/>
            </a:xfrm>
            <a:prstGeom prst="triangle">
              <a:avLst>
                <a:gd name="adj" fmla="val 88060"/>
              </a:avLst>
            </a:prstGeom>
            <a:solidFill>
              <a:schemeClr val="accent6">
                <a:alpha val="28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7" name="Group 86">
            <a:extLst>
              <a:ext uri="{FF2B5EF4-FFF2-40B4-BE49-F238E27FC236}">
                <a16:creationId xmlns:a16="http://schemas.microsoft.com/office/drawing/2014/main" id="{B2F95232-62AF-04B3-3780-564A3F1B0C97}"/>
              </a:ext>
            </a:extLst>
          </p:cNvPr>
          <p:cNvGrpSpPr/>
          <p:nvPr/>
        </p:nvGrpSpPr>
        <p:grpSpPr>
          <a:xfrm>
            <a:off x="507503" y="143999"/>
            <a:ext cx="3270730" cy="804853"/>
            <a:chOff x="3049665" y="977311"/>
            <a:chExt cx="4120968" cy="1014077"/>
          </a:xfrm>
        </p:grpSpPr>
        <p:sp>
          <p:nvSpPr>
            <p:cNvPr id="64" name="Rectangle 63">
              <a:extLst>
                <a:ext uri="{FF2B5EF4-FFF2-40B4-BE49-F238E27FC236}">
                  <a16:creationId xmlns:a16="http://schemas.microsoft.com/office/drawing/2014/main" id="{F79F9554-4A58-6D85-CC74-5A37CF0DEA05}"/>
                </a:ext>
              </a:extLst>
            </p:cNvPr>
            <p:cNvSpPr/>
            <p:nvPr/>
          </p:nvSpPr>
          <p:spPr>
            <a:xfrm>
              <a:off x="3049665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5" name="Rectangle 64">
              <a:extLst>
                <a:ext uri="{FF2B5EF4-FFF2-40B4-BE49-F238E27FC236}">
                  <a16:creationId xmlns:a16="http://schemas.microsoft.com/office/drawing/2014/main" id="{2240BC59-5862-3B96-BC08-039EC8F5A324}"/>
                </a:ext>
              </a:extLst>
            </p:cNvPr>
            <p:cNvSpPr/>
            <p:nvPr/>
          </p:nvSpPr>
          <p:spPr>
            <a:xfrm>
              <a:off x="3468999" y="977313"/>
              <a:ext cx="360039" cy="57892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6" name="Rectangle 65">
              <a:extLst>
                <a:ext uri="{FF2B5EF4-FFF2-40B4-BE49-F238E27FC236}">
                  <a16:creationId xmlns:a16="http://schemas.microsoft.com/office/drawing/2014/main" id="{7EF1DDCF-E13A-9BA5-1AEF-44AEF8EC8D40}"/>
                </a:ext>
              </a:extLst>
            </p:cNvPr>
            <p:cNvSpPr/>
            <p:nvPr/>
          </p:nvSpPr>
          <p:spPr>
            <a:xfrm>
              <a:off x="3888333" y="977314"/>
              <a:ext cx="360039" cy="1010974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7" name="Rectangle 66">
              <a:extLst>
                <a:ext uri="{FF2B5EF4-FFF2-40B4-BE49-F238E27FC236}">
                  <a16:creationId xmlns:a16="http://schemas.microsoft.com/office/drawing/2014/main" id="{0E202E55-37ED-0A56-9975-6C65A8ACFF39}"/>
                </a:ext>
              </a:extLst>
            </p:cNvPr>
            <p:cNvSpPr/>
            <p:nvPr/>
          </p:nvSpPr>
          <p:spPr>
            <a:xfrm>
              <a:off x="4991170" y="980173"/>
              <a:ext cx="360039" cy="100261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8" name="Rectangle 67">
              <a:extLst>
                <a:ext uri="{FF2B5EF4-FFF2-40B4-BE49-F238E27FC236}">
                  <a16:creationId xmlns:a16="http://schemas.microsoft.com/office/drawing/2014/main" id="{F466BFB0-EDE9-2899-44F3-AA86AA471AB5}"/>
                </a:ext>
              </a:extLst>
            </p:cNvPr>
            <p:cNvSpPr/>
            <p:nvPr/>
          </p:nvSpPr>
          <p:spPr>
            <a:xfrm>
              <a:off x="5400205" y="1436858"/>
              <a:ext cx="360039" cy="545930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69" name="Rectangle 68">
              <a:extLst>
                <a:ext uri="{FF2B5EF4-FFF2-40B4-BE49-F238E27FC236}">
                  <a16:creationId xmlns:a16="http://schemas.microsoft.com/office/drawing/2014/main" id="{33352A26-1059-839F-5217-347B7D15478D}"/>
                </a:ext>
              </a:extLst>
            </p:cNvPr>
            <p:cNvSpPr/>
            <p:nvPr/>
          </p:nvSpPr>
          <p:spPr>
            <a:xfrm>
              <a:off x="4294080" y="977311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0DCE386A-06FB-1051-65D8-D6836842710A}"/>
                </a:ext>
              </a:extLst>
            </p:cNvPr>
            <p:cNvSpPr/>
            <p:nvPr/>
          </p:nvSpPr>
          <p:spPr>
            <a:xfrm>
              <a:off x="4297822" y="134591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1" name="Rectangle 70">
              <a:extLst>
                <a:ext uri="{FF2B5EF4-FFF2-40B4-BE49-F238E27FC236}">
                  <a16:creationId xmlns:a16="http://schemas.microsoft.com/office/drawing/2014/main" id="{31D236C2-7BBC-07A2-BB56-DDE7A0A7E8A7}"/>
                </a:ext>
              </a:extLst>
            </p:cNvPr>
            <p:cNvSpPr/>
            <p:nvPr/>
          </p:nvSpPr>
          <p:spPr>
            <a:xfrm>
              <a:off x="4294080" y="1709823"/>
              <a:ext cx="626162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2" name="Rectangle 71">
              <a:extLst>
                <a:ext uri="{FF2B5EF4-FFF2-40B4-BE49-F238E27FC236}">
                  <a16:creationId xmlns:a16="http://schemas.microsoft.com/office/drawing/2014/main" id="{5B32B9BA-0A26-1C16-739B-ACF647FC3311}"/>
                </a:ext>
              </a:extLst>
            </p:cNvPr>
            <p:cNvSpPr/>
            <p:nvPr/>
          </p:nvSpPr>
          <p:spPr>
            <a:xfrm>
              <a:off x="5806528" y="977312"/>
              <a:ext cx="360039" cy="1010976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FCC5CA80-7A46-3C70-717B-6B9D2531BABE}"/>
                </a:ext>
              </a:extLst>
            </p:cNvPr>
            <p:cNvSpPr/>
            <p:nvPr/>
          </p:nvSpPr>
          <p:spPr>
            <a:xfrm>
              <a:off x="5713961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AFE53757-9BE6-D9ED-6B4C-025C7D9FA058}"/>
                </a:ext>
              </a:extLst>
            </p:cNvPr>
            <p:cNvSpPr/>
            <p:nvPr/>
          </p:nvSpPr>
          <p:spPr>
            <a:xfrm>
              <a:off x="6270307" y="977311"/>
              <a:ext cx="360039" cy="1014077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D3C1EB15-D61C-D76B-2312-69B698E0DD1E}"/>
                </a:ext>
              </a:extLst>
            </p:cNvPr>
            <p:cNvSpPr/>
            <p:nvPr/>
          </p:nvSpPr>
          <p:spPr>
            <a:xfrm>
              <a:off x="6718027" y="977311"/>
              <a:ext cx="360039" cy="1012263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57A7604-8BCA-CB3E-79DD-4D402B3D5777}"/>
                </a:ext>
              </a:extLst>
            </p:cNvPr>
            <p:cNvSpPr/>
            <p:nvPr/>
          </p:nvSpPr>
          <p:spPr>
            <a:xfrm>
              <a:off x="6718027" y="1033913"/>
              <a:ext cx="452606" cy="278461"/>
            </a:xfrm>
            <a:prstGeom prst="rect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77" name="Oval 76">
              <a:extLst>
                <a:ext uri="{FF2B5EF4-FFF2-40B4-BE49-F238E27FC236}">
                  <a16:creationId xmlns:a16="http://schemas.microsoft.com/office/drawing/2014/main" id="{68C3A157-C874-E9ED-E2A7-495E9427E080}"/>
                </a:ext>
              </a:extLst>
            </p:cNvPr>
            <p:cNvSpPr/>
            <p:nvPr/>
          </p:nvSpPr>
          <p:spPr>
            <a:xfrm>
              <a:off x="6162307" y="1881577"/>
              <a:ext cx="108000" cy="108000"/>
            </a:xfrm>
            <a:prstGeom prst="ellipse">
              <a:avLst/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81" name="Oval 80">
              <a:extLst>
                <a:ext uri="{FF2B5EF4-FFF2-40B4-BE49-F238E27FC236}">
                  <a16:creationId xmlns:a16="http://schemas.microsoft.com/office/drawing/2014/main" id="{988C59FA-4704-AA28-DDFB-3569F527608C}"/>
                </a:ext>
              </a:extLst>
            </p:cNvPr>
            <p:cNvSpPr/>
            <p:nvPr/>
          </p:nvSpPr>
          <p:spPr>
            <a:xfrm>
              <a:off x="6396326" y="1032022"/>
              <a:ext cx="108000" cy="1080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05F14002-B94D-ADE1-5804-78DFA63538DD}"/>
              </a:ext>
            </a:extLst>
          </p:cNvPr>
          <p:cNvGrpSpPr/>
          <p:nvPr/>
        </p:nvGrpSpPr>
        <p:grpSpPr>
          <a:xfrm>
            <a:off x="437913" y="1689865"/>
            <a:ext cx="2911505" cy="528322"/>
            <a:chOff x="235732" y="4393940"/>
            <a:chExt cx="3668362" cy="665661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E0FCA8F-3856-6310-F2C5-FAFC200BC25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33839" y="4624840"/>
              <a:ext cx="2944939" cy="278461"/>
            </a:xfrm>
            <a:prstGeom prst="rect">
              <a:avLst/>
            </a:prstGeom>
          </p:spPr>
        </p:pic>
        <p:sp>
          <p:nvSpPr>
            <p:cNvPr id="85" name="Rectangle: Rounded Corners 84">
              <a:extLst>
                <a:ext uri="{FF2B5EF4-FFF2-40B4-BE49-F238E27FC236}">
                  <a16:creationId xmlns:a16="http://schemas.microsoft.com/office/drawing/2014/main" id="{722FE909-7649-FF4F-CC48-3634F3CBD861}"/>
                </a:ext>
              </a:extLst>
            </p:cNvPr>
            <p:cNvSpPr/>
            <p:nvPr/>
          </p:nvSpPr>
          <p:spPr>
            <a:xfrm>
              <a:off x="235732" y="4393940"/>
              <a:ext cx="3668362" cy="665661"/>
            </a:xfrm>
            <a:prstGeom prst="roundRect">
              <a:avLst>
                <a:gd name="adj" fmla="val 3993"/>
              </a:avLst>
            </a:prstGeom>
            <a:solidFill>
              <a:schemeClr val="tx2">
                <a:lumMod val="60000"/>
                <a:lumOff val="40000"/>
                <a:alpha val="5000"/>
              </a:schemeClr>
            </a:solidFill>
            <a:ln w="6350">
              <a:solidFill>
                <a:schemeClr val="accent3"/>
              </a:solidFill>
              <a:extLst>
                <a:ext uri="{C807C97D-BFC1-408E-A445-0C87EB9F89A2}">
                  <ask:lineSketchStyleProps xmlns:ask="http://schemas.microsoft.com/office/drawing/2018/sketchyshapes" sd="3879774215">
                    <a:custGeom>
                      <a:avLst/>
                      <a:gdLst>
                        <a:gd name="csX0" fmla="*/ 0 w 6408712"/>
                        <a:gd name="csY0" fmla="*/ 72490 h 1815427"/>
                        <a:gd name="csX1" fmla="*/ 72490 w 6408712"/>
                        <a:gd name="csY1" fmla="*/ 0 h 1815427"/>
                        <a:gd name="csX2" fmla="*/ 579283 w 6408712"/>
                        <a:gd name="csY2" fmla="*/ 0 h 1815427"/>
                        <a:gd name="csX3" fmla="*/ 1148713 w 6408712"/>
                        <a:gd name="csY3" fmla="*/ 0 h 1815427"/>
                        <a:gd name="csX4" fmla="*/ 1530231 w 6408712"/>
                        <a:gd name="csY4" fmla="*/ 0 h 1815427"/>
                        <a:gd name="csX5" fmla="*/ 1974387 w 6408712"/>
                        <a:gd name="csY5" fmla="*/ 0 h 1815427"/>
                        <a:gd name="csX6" fmla="*/ 2669092 w 6408712"/>
                        <a:gd name="csY6" fmla="*/ 0 h 1815427"/>
                        <a:gd name="csX7" fmla="*/ 3301159 w 6408712"/>
                        <a:gd name="csY7" fmla="*/ 0 h 1815427"/>
                        <a:gd name="csX8" fmla="*/ 3745315 w 6408712"/>
                        <a:gd name="csY8" fmla="*/ 0 h 1815427"/>
                        <a:gd name="csX9" fmla="*/ 4377382 w 6408712"/>
                        <a:gd name="csY9" fmla="*/ 0 h 1815427"/>
                        <a:gd name="csX10" fmla="*/ 5009450 w 6408712"/>
                        <a:gd name="csY10" fmla="*/ 0 h 1815427"/>
                        <a:gd name="csX11" fmla="*/ 5641517 w 6408712"/>
                        <a:gd name="csY11" fmla="*/ 0 h 1815427"/>
                        <a:gd name="csX12" fmla="*/ 6336222 w 6408712"/>
                        <a:gd name="csY12" fmla="*/ 0 h 1815427"/>
                        <a:gd name="csX13" fmla="*/ 6408712 w 6408712"/>
                        <a:gd name="csY13" fmla="*/ 72490 h 1815427"/>
                        <a:gd name="csX14" fmla="*/ 6408712 w 6408712"/>
                        <a:gd name="csY14" fmla="*/ 595897 h 1815427"/>
                        <a:gd name="csX15" fmla="*/ 6408712 w 6408712"/>
                        <a:gd name="csY15" fmla="*/ 1136008 h 1815427"/>
                        <a:gd name="csX16" fmla="*/ 6408712 w 6408712"/>
                        <a:gd name="csY16" fmla="*/ 1742937 h 1815427"/>
                        <a:gd name="csX17" fmla="*/ 6336222 w 6408712"/>
                        <a:gd name="csY17" fmla="*/ 1815427 h 1815427"/>
                        <a:gd name="csX18" fmla="*/ 5704154 w 6408712"/>
                        <a:gd name="csY18" fmla="*/ 1815427 h 1815427"/>
                        <a:gd name="csX19" fmla="*/ 5322636 w 6408712"/>
                        <a:gd name="csY19" fmla="*/ 1815427 h 1815427"/>
                        <a:gd name="csX20" fmla="*/ 4753206 w 6408712"/>
                        <a:gd name="csY20" fmla="*/ 1815427 h 1815427"/>
                        <a:gd name="csX21" fmla="*/ 4371688 w 6408712"/>
                        <a:gd name="csY21" fmla="*/ 1815427 h 1815427"/>
                        <a:gd name="csX22" fmla="*/ 3990170 w 6408712"/>
                        <a:gd name="csY22" fmla="*/ 1815427 h 1815427"/>
                        <a:gd name="csX23" fmla="*/ 3358102 w 6408712"/>
                        <a:gd name="csY23" fmla="*/ 1815427 h 1815427"/>
                        <a:gd name="csX24" fmla="*/ 2976584 w 6408712"/>
                        <a:gd name="csY24" fmla="*/ 1815427 h 1815427"/>
                        <a:gd name="csX25" fmla="*/ 2469791 w 6408712"/>
                        <a:gd name="csY25" fmla="*/ 1815427 h 1815427"/>
                        <a:gd name="csX26" fmla="*/ 2025636 w 6408712"/>
                        <a:gd name="csY26" fmla="*/ 1815427 h 1815427"/>
                        <a:gd name="csX27" fmla="*/ 1581480 w 6408712"/>
                        <a:gd name="csY27" fmla="*/ 1815427 h 1815427"/>
                        <a:gd name="csX28" fmla="*/ 949412 w 6408712"/>
                        <a:gd name="csY28" fmla="*/ 1815427 h 1815427"/>
                        <a:gd name="csX29" fmla="*/ 567894 w 6408712"/>
                        <a:gd name="csY29" fmla="*/ 1815427 h 1815427"/>
                        <a:gd name="csX30" fmla="*/ 72490 w 6408712"/>
                        <a:gd name="csY30" fmla="*/ 1815427 h 1815427"/>
                        <a:gd name="csX31" fmla="*/ 0 w 6408712"/>
                        <a:gd name="csY31" fmla="*/ 1742937 h 1815427"/>
                        <a:gd name="csX32" fmla="*/ 0 w 6408712"/>
                        <a:gd name="csY32" fmla="*/ 1236235 h 1815427"/>
                        <a:gd name="csX33" fmla="*/ 0 w 6408712"/>
                        <a:gd name="csY33" fmla="*/ 679419 h 1815427"/>
                        <a:gd name="csX34" fmla="*/ 0 w 6408712"/>
                        <a:gd name="csY34" fmla="*/ 72490 h 181542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  <a:cxn ang="0">
                          <a:pos x="csX7" y="csY7"/>
                        </a:cxn>
                        <a:cxn ang="0">
                          <a:pos x="csX8" y="csY8"/>
                        </a:cxn>
                        <a:cxn ang="0">
                          <a:pos x="csX9" y="csY9"/>
                        </a:cxn>
                        <a:cxn ang="0">
                          <a:pos x="csX10" y="csY10"/>
                        </a:cxn>
                        <a:cxn ang="0">
                          <a:pos x="csX11" y="csY11"/>
                        </a:cxn>
                        <a:cxn ang="0">
                          <a:pos x="csX12" y="csY12"/>
                        </a:cxn>
                        <a:cxn ang="0">
                          <a:pos x="csX13" y="csY13"/>
                        </a:cxn>
                        <a:cxn ang="0">
                          <a:pos x="csX14" y="csY14"/>
                        </a:cxn>
                        <a:cxn ang="0">
                          <a:pos x="csX15" y="csY15"/>
                        </a:cxn>
                        <a:cxn ang="0">
                          <a:pos x="csX16" y="csY16"/>
                        </a:cxn>
                        <a:cxn ang="0">
                          <a:pos x="csX17" y="csY17"/>
                        </a:cxn>
                        <a:cxn ang="0">
                          <a:pos x="csX18" y="csY18"/>
                        </a:cxn>
                        <a:cxn ang="0">
                          <a:pos x="csX19" y="csY19"/>
                        </a:cxn>
                        <a:cxn ang="0">
                          <a:pos x="csX20" y="csY20"/>
                        </a:cxn>
                        <a:cxn ang="0">
                          <a:pos x="csX21" y="csY21"/>
                        </a:cxn>
                        <a:cxn ang="0">
                          <a:pos x="csX22" y="csY22"/>
                        </a:cxn>
                        <a:cxn ang="0">
                          <a:pos x="csX23" y="csY23"/>
                        </a:cxn>
                        <a:cxn ang="0">
                          <a:pos x="csX24" y="csY24"/>
                        </a:cxn>
                        <a:cxn ang="0">
                          <a:pos x="csX25" y="csY25"/>
                        </a:cxn>
                        <a:cxn ang="0">
                          <a:pos x="csX26" y="csY26"/>
                        </a:cxn>
                        <a:cxn ang="0">
                          <a:pos x="csX27" y="csY27"/>
                        </a:cxn>
                        <a:cxn ang="0">
                          <a:pos x="csX28" y="csY28"/>
                        </a:cxn>
                        <a:cxn ang="0">
                          <a:pos x="csX29" y="csY29"/>
                        </a:cxn>
                        <a:cxn ang="0">
                          <a:pos x="csX30" y="csY30"/>
                        </a:cxn>
                        <a:cxn ang="0">
                          <a:pos x="csX31" y="csY31"/>
                        </a:cxn>
                        <a:cxn ang="0">
                          <a:pos x="csX32" y="csY32"/>
                        </a:cxn>
                        <a:cxn ang="0">
                          <a:pos x="csX33" y="csY33"/>
                        </a:cxn>
                        <a:cxn ang="0">
                          <a:pos x="csX34" y="csY34"/>
                        </a:cxn>
                      </a:cxnLst>
                      <a:rect l="l" t="t" r="r" b="b"/>
                      <a:pathLst>
                        <a:path w="6408712" h="1815427" fill="none" extrusionOk="0">
                          <a:moveTo>
                            <a:pt x="0" y="72490"/>
                          </a:moveTo>
                          <a:cubicBezTo>
                            <a:pt x="2440" y="33763"/>
                            <a:pt x="39263" y="-776"/>
                            <a:pt x="72490" y="0"/>
                          </a:cubicBezTo>
                          <a:cubicBezTo>
                            <a:pt x="192973" y="-38538"/>
                            <a:pt x="392771" y="41667"/>
                            <a:pt x="579283" y="0"/>
                          </a:cubicBezTo>
                          <a:cubicBezTo>
                            <a:pt x="765795" y="-41667"/>
                            <a:pt x="1029846" y="27267"/>
                            <a:pt x="1148713" y="0"/>
                          </a:cubicBezTo>
                          <a:cubicBezTo>
                            <a:pt x="1267580" y="-27267"/>
                            <a:pt x="1340498" y="27393"/>
                            <a:pt x="1530231" y="0"/>
                          </a:cubicBezTo>
                          <a:cubicBezTo>
                            <a:pt x="1719964" y="-27393"/>
                            <a:pt x="1780503" y="24954"/>
                            <a:pt x="1974387" y="0"/>
                          </a:cubicBezTo>
                          <a:cubicBezTo>
                            <a:pt x="2168271" y="-24954"/>
                            <a:pt x="2339024" y="58456"/>
                            <a:pt x="2669092" y="0"/>
                          </a:cubicBezTo>
                          <a:cubicBezTo>
                            <a:pt x="2999160" y="-58456"/>
                            <a:pt x="3100822" y="66002"/>
                            <a:pt x="3301159" y="0"/>
                          </a:cubicBezTo>
                          <a:cubicBezTo>
                            <a:pt x="3501496" y="-66002"/>
                            <a:pt x="3645981" y="48918"/>
                            <a:pt x="3745315" y="0"/>
                          </a:cubicBezTo>
                          <a:cubicBezTo>
                            <a:pt x="3844649" y="-48918"/>
                            <a:pt x="4200861" y="14620"/>
                            <a:pt x="4377382" y="0"/>
                          </a:cubicBezTo>
                          <a:cubicBezTo>
                            <a:pt x="4553903" y="-14620"/>
                            <a:pt x="4816710" y="20422"/>
                            <a:pt x="5009450" y="0"/>
                          </a:cubicBezTo>
                          <a:cubicBezTo>
                            <a:pt x="5202190" y="-20422"/>
                            <a:pt x="5456852" y="69325"/>
                            <a:pt x="5641517" y="0"/>
                          </a:cubicBezTo>
                          <a:cubicBezTo>
                            <a:pt x="5826182" y="-69325"/>
                            <a:pt x="6183599" y="25256"/>
                            <a:pt x="6336222" y="0"/>
                          </a:cubicBezTo>
                          <a:cubicBezTo>
                            <a:pt x="6372865" y="-6913"/>
                            <a:pt x="6406057" y="34069"/>
                            <a:pt x="6408712" y="72490"/>
                          </a:cubicBezTo>
                          <a:cubicBezTo>
                            <a:pt x="6452171" y="309336"/>
                            <a:pt x="6365853" y="392431"/>
                            <a:pt x="6408712" y="595897"/>
                          </a:cubicBezTo>
                          <a:cubicBezTo>
                            <a:pt x="6451571" y="799363"/>
                            <a:pt x="6390360" y="918757"/>
                            <a:pt x="6408712" y="1136008"/>
                          </a:cubicBezTo>
                          <a:cubicBezTo>
                            <a:pt x="6427064" y="1353259"/>
                            <a:pt x="6394108" y="1486738"/>
                            <a:pt x="6408712" y="1742937"/>
                          </a:cubicBezTo>
                          <a:cubicBezTo>
                            <a:pt x="6411040" y="1781804"/>
                            <a:pt x="6373308" y="1820753"/>
                            <a:pt x="6336222" y="1815427"/>
                          </a:cubicBezTo>
                          <a:cubicBezTo>
                            <a:pt x="6083013" y="1825527"/>
                            <a:pt x="5896758" y="1806243"/>
                            <a:pt x="5704154" y="1815427"/>
                          </a:cubicBezTo>
                          <a:cubicBezTo>
                            <a:pt x="5511550" y="1824611"/>
                            <a:pt x="5468066" y="1783445"/>
                            <a:pt x="5322636" y="1815427"/>
                          </a:cubicBezTo>
                          <a:cubicBezTo>
                            <a:pt x="5177206" y="1847409"/>
                            <a:pt x="4888885" y="1806291"/>
                            <a:pt x="4753206" y="1815427"/>
                          </a:cubicBezTo>
                          <a:cubicBezTo>
                            <a:pt x="4617527" y="1824563"/>
                            <a:pt x="4537870" y="1796754"/>
                            <a:pt x="4371688" y="1815427"/>
                          </a:cubicBezTo>
                          <a:cubicBezTo>
                            <a:pt x="4205506" y="1834100"/>
                            <a:pt x="4077074" y="1782646"/>
                            <a:pt x="3990170" y="1815427"/>
                          </a:cubicBezTo>
                          <a:cubicBezTo>
                            <a:pt x="3903266" y="1848208"/>
                            <a:pt x="3534420" y="1766457"/>
                            <a:pt x="3358102" y="1815427"/>
                          </a:cubicBezTo>
                          <a:cubicBezTo>
                            <a:pt x="3181784" y="1864397"/>
                            <a:pt x="3096475" y="1799714"/>
                            <a:pt x="2976584" y="1815427"/>
                          </a:cubicBezTo>
                          <a:cubicBezTo>
                            <a:pt x="2856693" y="1831140"/>
                            <a:pt x="2718879" y="1772848"/>
                            <a:pt x="2469791" y="1815427"/>
                          </a:cubicBezTo>
                          <a:cubicBezTo>
                            <a:pt x="2220703" y="1858006"/>
                            <a:pt x="2199212" y="1777458"/>
                            <a:pt x="2025636" y="1815427"/>
                          </a:cubicBezTo>
                          <a:cubicBezTo>
                            <a:pt x="1852060" y="1853396"/>
                            <a:pt x="1741209" y="1777565"/>
                            <a:pt x="1581480" y="1815427"/>
                          </a:cubicBezTo>
                          <a:cubicBezTo>
                            <a:pt x="1421751" y="1853289"/>
                            <a:pt x="1155314" y="1769843"/>
                            <a:pt x="949412" y="1815427"/>
                          </a:cubicBezTo>
                          <a:cubicBezTo>
                            <a:pt x="743510" y="1861011"/>
                            <a:pt x="723444" y="1786014"/>
                            <a:pt x="567894" y="1815427"/>
                          </a:cubicBezTo>
                          <a:cubicBezTo>
                            <a:pt x="412344" y="1844840"/>
                            <a:pt x="300775" y="1775690"/>
                            <a:pt x="72490" y="1815427"/>
                          </a:cubicBezTo>
                          <a:cubicBezTo>
                            <a:pt x="33790" y="1814101"/>
                            <a:pt x="7333" y="1780029"/>
                            <a:pt x="0" y="1742937"/>
                          </a:cubicBezTo>
                          <a:cubicBezTo>
                            <a:pt x="-15485" y="1599856"/>
                            <a:pt x="51713" y="1420076"/>
                            <a:pt x="0" y="1236235"/>
                          </a:cubicBezTo>
                          <a:cubicBezTo>
                            <a:pt x="-51713" y="1052394"/>
                            <a:pt x="9439" y="843652"/>
                            <a:pt x="0" y="679419"/>
                          </a:cubicBezTo>
                          <a:cubicBezTo>
                            <a:pt x="-9439" y="515186"/>
                            <a:pt x="49467" y="369944"/>
                            <a:pt x="0" y="72490"/>
                          </a:cubicBezTo>
                          <a:close/>
                        </a:path>
                        <a:path w="6408712" h="1815427" stroke="0" extrusionOk="0">
                          <a:moveTo>
                            <a:pt x="0" y="72490"/>
                          </a:moveTo>
                          <a:cubicBezTo>
                            <a:pt x="-6606" y="31375"/>
                            <a:pt x="36207" y="-3650"/>
                            <a:pt x="72490" y="0"/>
                          </a:cubicBezTo>
                          <a:cubicBezTo>
                            <a:pt x="253279" y="-47094"/>
                            <a:pt x="353936" y="44432"/>
                            <a:pt x="579283" y="0"/>
                          </a:cubicBezTo>
                          <a:cubicBezTo>
                            <a:pt x="804630" y="-44432"/>
                            <a:pt x="961261" y="35607"/>
                            <a:pt x="1148713" y="0"/>
                          </a:cubicBezTo>
                          <a:cubicBezTo>
                            <a:pt x="1336165" y="-35607"/>
                            <a:pt x="1430333" y="44534"/>
                            <a:pt x="1530231" y="0"/>
                          </a:cubicBezTo>
                          <a:cubicBezTo>
                            <a:pt x="1630129" y="-44534"/>
                            <a:pt x="1952011" y="73524"/>
                            <a:pt x="2224936" y="0"/>
                          </a:cubicBezTo>
                          <a:cubicBezTo>
                            <a:pt x="2497861" y="-73524"/>
                            <a:pt x="2478230" y="35478"/>
                            <a:pt x="2606454" y="0"/>
                          </a:cubicBezTo>
                          <a:cubicBezTo>
                            <a:pt x="2734678" y="-35478"/>
                            <a:pt x="3021198" y="40397"/>
                            <a:pt x="3175884" y="0"/>
                          </a:cubicBezTo>
                          <a:cubicBezTo>
                            <a:pt x="3330570" y="-40397"/>
                            <a:pt x="3459869" y="6223"/>
                            <a:pt x="3557403" y="0"/>
                          </a:cubicBezTo>
                          <a:cubicBezTo>
                            <a:pt x="3654937" y="-6223"/>
                            <a:pt x="3959704" y="32007"/>
                            <a:pt x="4064196" y="0"/>
                          </a:cubicBezTo>
                          <a:cubicBezTo>
                            <a:pt x="4168688" y="-32007"/>
                            <a:pt x="4545412" y="31652"/>
                            <a:pt x="4758900" y="0"/>
                          </a:cubicBezTo>
                          <a:cubicBezTo>
                            <a:pt x="4972388" y="-31652"/>
                            <a:pt x="5100269" y="30001"/>
                            <a:pt x="5328331" y="0"/>
                          </a:cubicBezTo>
                          <a:cubicBezTo>
                            <a:pt x="5556393" y="-30001"/>
                            <a:pt x="5616366" y="38205"/>
                            <a:pt x="5835123" y="0"/>
                          </a:cubicBezTo>
                          <a:cubicBezTo>
                            <a:pt x="6053880" y="-38205"/>
                            <a:pt x="6112680" y="4757"/>
                            <a:pt x="6336222" y="0"/>
                          </a:cubicBezTo>
                          <a:cubicBezTo>
                            <a:pt x="6374944" y="-5898"/>
                            <a:pt x="6405807" y="42681"/>
                            <a:pt x="6408712" y="72490"/>
                          </a:cubicBezTo>
                          <a:cubicBezTo>
                            <a:pt x="6418216" y="274360"/>
                            <a:pt x="6406339" y="413793"/>
                            <a:pt x="6408712" y="612601"/>
                          </a:cubicBezTo>
                          <a:cubicBezTo>
                            <a:pt x="6411085" y="811409"/>
                            <a:pt x="6356491" y="974916"/>
                            <a:pt x="6408712" y="1186121"/>
                          </a:cubicBezTo>
                          <a:cubicBezTo>
                            <a:pt x="6460933" y="1397326"/>
                            <a:pt x="6393035" y="1623485"/>
                            <a:pt x="6408712" y="1742937"/>
                          </a:cubicBezTo>
                          <a:cubicBezTo>
                            <a:pt x="6405996" y="1773416"/>
                            <a:pt x="6367706" y="1810194"/>
                            <a:pt x="6336222" y="1815427"/>
                          </a:cubicBezTo>
                          <a:cubicBezTo>
                            <a:pt x="6188031" y="1823381"/>
                            <a:pt x="5856039" y="1749959"/>
                            <a:pt x="5641517" y="1815427"/>
                          </a:cubicBezTo>
                          <a:cubicBezTo>
                            <a:pt x="5426996" y="1880895"/>
                            <a:pt x="5305365" y="1771643"/>
                            <a:pt x="5134724" y="1815427"/>
                          </a:cubicBezTo>
                          <a:cubicBezTo>
                            <a:pt x="4964083" y="1859211"/>
                            <a:pt x="4666056" y="1813129"/>
                            <a:pt x="4440019" y="1815427"/>
                          </a:cubicBezTo>
                          <a:cubicBezTo>
                            <a:pt x="4213983" y="1817725"/>
                            <a:pt x="4120071" y="1790248"/>
                            <a:pt x="3870589" y="1815427"/>
                          </a:cubicBezTo>
                          <a:cubicBezTo>
                            <a:pt x="3621107" y="1840606"/>
                            <a:pt x="3573916" y="1810928"/>
                            <a:pt x="3363796" y="1815427"/>
                          </a:cubicBezTo>
                          <a:cubicBezTo>
                            <a:pt x="3153676" y="1819926"/>
                            <a:pt x="3030474" y="1783614"/>
                            <a:pt x="2919641" y="1815427"/>
                          </a:cubicBezTo>
                          <a:cubicBezTo>
                            <a:pt x="2808809" y="1847240"/>
                            <a:pt x="2499765" y="1774828"/>
                            <a:pt x="2350211" y="1815427"/>
                          </a:cubicBezTo>
                          <a:cubicBezTo>
                            <a:pt x="2200657" y="1856026"/>
                            <a:pt x="2063318" y="1806602"/>
                            <a:pt x="1843418" y="1815427"/>
                          </a:cubicBezTo>
                          <a:cubicBezTo>
                            <a:pt x="1623518" y="1824252"/>
                            <a:pt x="1407356" y="1746071"/>
                            <a:pt x="1211350" y="1815427"/>
                          </a:cubicBezTo>
                          <a:cubicBezTo>
                            <a:pt x="1015344" y="1884783"/>
                            <a:pt x="825364" y="1790847"/>
                            <a:pt x="704558" y="1815427"/>
                          </a:cubicBezTo>
                          <a:cubicBezTo>
                            <a:pt x="583752" y="1840007"/>
                            <a:pt x="381839" y="1808125"/>
                            <a:pt x="72490" y="1815427"/>
                          </a:cubicBezTo>
                          <a:cubicBezTo>
                            <a:pt x="23239" y="1808812"/>
                            <a:pt x="-4542" y="1784490"/>
                            <a:pt x="0" y="1742937"/>
                          </a:cubicBezTo>
                          <a:cubicBezTo>
                            <a:pt x="-2903" y="1527595"/>
                            <a:pt x="54710" y="1463371"/>
                            <a:pt x="0" y="1236235"/>
                          </a:cubicBezTo>
                          <a:cubicBezTo>
                            <a:pt x="-54710" y="1009099"/>
                            <a:pt x="3096" y="848482"/>
                            <a:pt x="0" y="679419"/>
                          </a:cubicBezTo>
                          <a:cubicBezTo>
                            <a:pt x="-3096" y="510356"/>
                            <a:pt x="53729" y="242500"/>
                            <a:pt x="0" y="72490"/>
                          </a:cubicBezTo>
                          <a:close/>
                        </a:path>
                      </a:pathLst>
                    </a:custGeom>
                    <ask:type>
                      <ask:lineSketchNon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38370BD1-AA52-1C19-2408-C4514B831CEF}"/>
              </a:ext>
            </a:extLst>
          </p:cNvPr>
          <p:cNvSpPr txBox="1"/>
          <p:nvPr/>
        </p:nvSpPr>
        <p:spPr>
          <a:xfrm>
            <a:off x="331401" y="2407972"/>
            <a:ext cx="7429911" cy="1167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6985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6985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6985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aminer-Web / </a:t>
            </a:r>
            <a:r>
              <a:rPr lang="en-US" sz="6985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S</a:t>
            </a:r>
            <a:r>
              <a:rPr lang="en-US" sz="6985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tudent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A75A42-F184-A7EC-28AC-465493B25BF0}"/>
              </a:ext>
            </a:extLst>
          </p:cNvPr>
          <p:cNvSpPr txBox="1"/>
          <p:nvPr/>
        </p:nvSpPr>
        <p:spPr>
          <a:xfrm>
            <a:off x="2792760" y="5805264"/>
            <a:ext cx="688711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4000" i="1">
                <a:solidFill>
                  <a:schemeClr val="tx1"/>
                </a:solidFill>
                <a:latin typeface="Walbaum Display Light" panose="020F0502020204030204" pitchFamily="18" charset="0"/>
                <a:ea typeface="Dotum" panose="020B0600000101010101" pitchFamily="34" charset="-127"/>
                <a:cs typeface="Mj_Ebrahim" pitchFamily="2" charset="-78"/>
              </a:rPr>
              <a:t>e</a:t>
            </a:r>
            <a:r>
              <a:rPr lang="en-US" sz="4000" i="1">
                <a:solidFill>
                  <a:srgbClr val="C00000"/>
                </a:solidFill>
                <a:latin typeface="Walbaum Display Light" panose="020F0502020204030204" pitchFamily="18" charset="0"/>
                <a:ea typeface="Dotum" panose="020B0600000101010101" pitchFamily="34" charset="-127"/>
                <a:cs typeface="Mj_Ebrahim" pitchFamily="2" charset="-78"/>
              </a:rPr>
              <a:t>x</a:t>
            </a:r>
            <a:r>
              <a:rPr lang="en-US" sz="4000" i="1">
                <a:solidFill>
                  <a:schemeClr val="tx1"/>
                </a:solidFill>
                <a:latin typeface="Walbaum Display Light" panose="020F0502020204030204" pitchFamily="18" charset="0"/>
                <a:ea typeface="Dotum" panose="020B0600000101010101" pitchFamily="34" charset="-127"/>
                <a:cs typeface="Mj_Ebrahim" pitchFamily="2" charset="-78"/>
              </a:rPr>
              <a:t>aminer - </a:t>
            </a:r>
            <a:r>
              <a:rPr lang="en-US" sz="4000" i="1">
                <a:solidFill>
                  <a:srgbClr val="C00000"/>
                </a:solidFill>
                <a:latin typeface="Walbaum Display Light" panose="020F0502020204030204" pitchFamily="18" charset="0"/>
                <a:ea typeface="Dotum" panose="020B0600000101010101" pitchFamily="34" charset="-127"/>
                <a:cs typeface="Mj_Ebrahim" pitchFamily="2" charset="-78"/>
              </a:rPr>
              <a:t>s</a:t>
            </a:r>
            <a:r>
              <a:rPr lang="en-US" sz="4000" i="1">
                <a:solidFill>
                  <a:schemeClr val="tx1"/>
                </a:solidFill>
                <a:latin typeface="Walbaum Display Light" panose="020F0502020204030204" pitchFamily="18" charset="0"/>
                <a:ea typeface="Dotum" panose="020B0600000101010101" pitchFamily="34" charset="-127"/>
                <a:cs typeface="Mj_Ebrahim" pitchFamily="2" charset="-78"/>
              </a:rPr>
              <a:t>tudent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0C0A78B-D08A-A63A-0903-BD16CD9C23B0}"/>
              </a:ext>
            </a:extLst>
          </p:cNvPr>
          <p:cNvSpPr txBox="1"/>
          <p:nvPr/>
        </p:nvSpPr>
        <p:spPr>
          <a:xfrm>
            <a:off x="437913" y="3796692"/>
            <a:ext cx="7429911" cy="11672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 rtl="0"/>
            <a:r>
              <a:rPr lang="en-US" sz="6985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</a:t>
            </a:r>
            <a:r>
              <a:rPr lang="en-US" sz="6985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x</a:t>
            </a:r>
            <a:r>
              <a:rPr lang="en-US" sz="6985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aminer-Web / </a:t>
            </a:r>
            <a:r>
              <a:rPr lang="en-US" sz="6985">
                <a:solidFill>
                  <a:srgbClr val="C00000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T</a:t>
            </a:r>
            <a:r>
              <a:rPr lang="en-US" sz="6985">
                <a:solidFill>
                  <a:schemeClr val="tx1"/>
                </a:solidFill>
                <a:latin typeface="Rastanty Cortez" panose="020F0502020204030204" pitchFamily="2" charset="0"/>
                <a:ea typeface="Dotum" panose="020B0600000101010101" pitchFamily="34" charset="-127"/>
                <a:cs typeface="Biome Light" panose="020B0303030204020804" pitchFamily="34" charset="0"/>
              </a:rPr>
              <a:t>eacher</a:t>
            </a:r>
          </a:p>
        </p:txBody>
      </p:sp>
    </p:spTree>
    <p:extLst>
      <p:ext uri="{BB962C8B-B14F-4D97-AF65-F5344CB8AC3E}">
        <p14:creationId xmlns:p14="http://schemas.microsoft.com/office/powerpoint/2010/main" val="39451350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B187045-EBEC-0497-18B4-E3A5D988E0CB}"/>
              </a:ext>
            </a:extLst>
          </p:cNvPr>
          <p:cNvSpPr/>
          <p:nvPr/>
        </p:nvSpPr>
        <p:spPr>
          <a:xfrm>
            <a:off x="584432" y="171376"/>
            <a:ext cx="2057447" cy="2686111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5CBDA1D-2933-6229-331D-D33E37BA33CC}"/>
              </a:ext>
            </a:extLst>
          </p:cNvPr>
          <p:cNvSpPr/>
          <p:nvPr/>
        </p:nvSpPr>
        <p:spPr>
          <a:xfrm>
            <a:off x="762540" y="292333"/>
            <a:ext cx="1707885" cy="2791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Faculty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1EA9A33-B164-B3E8-AF50-2BE7381752AD}"/>
              </a:ext>
            </a:extLst>
          </p:cNvPr>
          <p:cNvSpPr/>
          <p:nvPr/>
        </p:nvSpPr>
        <p:spPr>
          <a:xfrm>
            <a:off x="762540" y="635857"/>
            <a:ext cx="1707885" cy="2791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Department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70BCEAC-065F-ADDB-D768-35AF51BA739E}"/>
              </a:ext>
            </a:extLst>
          </p:cNvPr>
          <p:cNvSpPr/>
          <p:nvPr/>
        </p:nvSpPr>
        <p:spPr>
          <a:xfrm>
            <a:off x="762540" y="1211971"/>
            <a:ext cx="1707885" cy="2791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username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03C301C-4F6D-3A1C-C291-A236802D992F}"/>
              </a:ext>
            </a:extLst>
          </p:cNvPr>
          <p:cNvSpPr/>
          <p:nvPr/>
        </p:nvSpPr>
        <p:spPr>
          <a:xfrm>
            <a:off x="762540" y="1552744"/>
            <a:ext cx="1707885" cy="27910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>
                <a:solidFill>
                  <a:sysClr val="windowText" lastClr="000000"/>
                </a:solidFill>
              </a:rPr>
              <a:t>password</a:t>
            </a:r>
            <a:endParaRPr lang="fa-IR">
              <a:solidFill>
                <a:sysClr val="windowText" lastClr="000000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0538F96-F421-DCC0-637C-AEAB752C9CCF}"/>
              </a:ext>
            </a:extLst>
          </p:cNvPr>
          <p:cNvSpPr/>
          <p:nvPr/>
        </p:nvSpPr>
        <p:spPr>
          <a:xfrm>
            <a:off x="1155945" y="2171671"/>
            <a:ext cx="914421" cy="207663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1" anchor="ctr"/>
          <a:lstStyle/>
          <a:p>
            <a:pPr algn="ctr" rtl="0"/>
            <a:r>
              <a:rPr lang="en-US" sz="1111">
                <a:solidFill>
                  <a:sysClr val="windowText" lastClr="000000"/>
                </a:solidFill>
              </a:rPr>
              <a:t>Login</a:t>
            </a:r>
            <a:endParaRPr lang="fa-IR" sz="1111">
              <a:solidFill>
                <a:sysClr val="windowText" lastClr="000000"/>
              </a:solidFill>
            </a:endParaRPr>
          </a:p>
        </p:txBody>
      </p:sp>
      <p:grpSp>
        <p:nvGrpSpPr>
          <p:cNvPr id="254" name="Group 253">
            <a:extLst>
              <a:ext uri="{FF2B5EF4-FFF2-40B4-BE49-F238E27FC236}">
                <a16:creationId xmlns:a16="http://schemas.microsoft.com/office/drawing/2014/main" id="{AEEFE833-A1D9-A264-0EB2-8ABEC7F7534C}"/>
              </a:ext>
            </a:extLst>
          </p:cNvPr>
          <p:cNvGrpSpPr/>
          <p:nvPr/>
        </p:nvGrpSpPr>
        <p:grpSpPr>
          <a:xfrm>
            <a:off x="2838402" y="114224"/>
            <a:ext cx="3314776" cy="6515249"/>
            <a:chOff x="3311972" y="143917"/>
            <a:chExt cx="4176464" cy="8208912"/>
          </a:xfrm>
        </p:grpSpPr>
        <p:sp>
          <p:nvSpPr>
            <p:cNvPr id="250" name="Rectangle 249">
              <a:extLst>
                <a:ext uri="{FF2B5EF4-FFF2-40B4-BE49-F238E27FC236}">
                  <a16:creationId xmlns:a16="http://schemas.microsoft.com/office/drawing/2014/main" id="{D0D64165-BCCC-7FC7-98DB-D886F6038F1F}"/>
                </a:ext>
              </a:extLst>
            </p:cNvPr>
            <p:cNvSpPr/>
            <p:nvPr/>
          </p:nvSpPr>
          <p:spPr>
            <a:xfrm>
              <a:off x="3673518" y="1219273"/>
              <a:ext cx="3526886" cy="15169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rgbClr val="FF0000"/>
                </a:solidFill>
              </a:endParaRP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446E28BE-3468-D8B7-4E0D-29D16095A979}"/>
                </a:ext>
              </a:extLst>
            </p:cNvPr>
            <p:cNvSpPr/>
            <p:nvPr/>
          </p:nvSpPr>
          <p:spPr>
            <a:xfrm>
              <a:off x="3311972" y="143917"/>
              <a:ext cx="4176464" cy="8208912"/>
            </a:xfrm>
            <a:prstGeom prst="rect">
              <a:avLst/>
            </a:prstGeom>
            <a:noFill/>
            <a:ln w="19050">
              <a:solidFill>
                <a:srgbClr val="C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BAD1FDA-75C4-8CDA-3B9D-B43281BCE31B}"/>
                </a:ext>
              </a:extLst>
            </p:cNvPr>
            <p:cNvSpPr/>
            <p:nvPr/>
          </p:nvSpPr>
          <p:spPr>
            <a:xfrm>
              <a:off x="3673518" y="300756"/>
              <a:ext cx="3526886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Department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461350C6-DAD4-A3F9-89CE-FB39BC251CAF}"/>
                </a:ext>
              </a:extLst>
            </p:cNvPr>
            <p:cNvSpPr/>
            <p:nvPr/>
          </p:nvSpPr>
          <p:spPr>
            <a:xfrm>
              <a:off x="3673519" y="575966"/>
              <a:ext cx="1150622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Term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9AE584F-A127-5887-C6E8-930B98326FB0}"/>
                </a:ext>
              </a:extLst>
            </p:cNvPr>
            <p:cNvSpPr/>
            <p:nvPr/>
          </p:nvSpPr>
          <p:spPr>
            <a:xfrm>
              <a:off x="4896147" y="575965"/>
              <a:ext cx="2304257" cy="245837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l" rtl="0"/>
              <a:r>
                <a:rPr lang="en-US">
                  <a:solidFill>
                    <a:sysClr val="windowText" lastClr="000000"/>
                  </a:solidFill>
                </a:rPr>
                <a:t>Entry</a:t>
              </a:r>
              <a:endParaRPr lang="fa-IR">
                <a:solidFill>
                  <a:sysClr val="windowText" lastClr="000000"/>
                </a:solidFill>
              </a:endParaRP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578FF53-EB25-62D7-66D9-9F44CABC2178}"/>
                </a:ext>
              </a:extLst>
            </p:cNvPr>
            <p:cNvSpPr/>
            <p:nvPr/>
          </p:nvSpPr>
          <p:spPr>
            <a:xfrm>
              <a:off x="3673518" y="972019"/>
              <a:ext cx="3526886" cy="245837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1111">
                  <a:solidFill>
                    <a:schemeClr val="accent1"/>
                  </a:solidFill>
                </a:rPr>
                <a:t>Entry outlook</a:t>
              </a:r>
              <a:endParaRPr lang="fa-IR" sz="1270">
                <a:solidFill>
                  <a:schemeClr val="accent1"/>
                </a:solidFill>
              </a:endParaRPr>
            </a:p>
          </p:txBody>
        </p:sp>
        <p:grpSp>
          <p:nvGrpSpPr>
            <p:cNvPr id="93" name="Group 92">
              <a:extLst>
                <a:ext uri="{FF2B5EF4-FFF2-40B4-BE49-F238E27FC236}">
                  <a16:creationId xmlns:a16="http://schemas.microsoft.com/office/drawing/2014/main" id="{F79D4407-4BC8-8339-CD5D-6B7E51133746}"/>
                </a:ext>
              </a:extLst>
            </p:cNvPr>
            <p:cNvGrpSpPr/>
            <p:nvPr/>
          </p:nvGrpSpPr>
          <p:grpSpPr>
            <a:xfrm>
              <a:off x="4038076" y="1260051"/>
              <a:ext cx="2765528" cy="1404146"/>
              <a:chOff x="4038076" y="1546966"/>
              <a:chExt cx="2765528" cy="1404146"/>
            </a:xfrm>
            <a:solidFill>
              <a:schemeClr val="bg1"/>
            </a:solidFill>
          </p:grpSpPr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73A94717-28FA-7CF5-2F8E-48D61EE5ADAC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6C64082-B34E-75AD-8CBB-8CA2B21B9A27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1C88B89-27B3-2418-3C87-D42D73BC91BF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402A996-056D-CC63-93A8-72AD7D4AF59B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A3CFA309-4AEB-BFA3-1820-860DA2A9A21F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4" name="Rectangle 33">
                <a:extLst>
                  <a:ext uri="{FF2B5EF4-FFF2-40B4-BE49-F238E27FC236}">
                    <a16:creationId xmlns:a16="http://schemas.microsoft.com/office/drawing/2014/main" id="{8D9C13B8-4D5B-C78B-428F-FB93BC9A4D94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5" name="Rectangle 34">
                <a:extLst>
                  <a:ext uri="{FF2B5EF4-FFF2-40B4-BE49-F238E27FC236}">
                    <a16:creationId xmlns:a16="http://schemas.microsoft.com/office/drawing/2014/main" id="{8C5DC7F6-1846-2CAA-0F43-1B25BE6BCB1E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6" name="Rectangle 35">
                <a:extLst>
                  <a:ext uri="{FF2B5EF4-FFF2-40B4-BE49-F238E27FC236}">
                    <a16:creationId xmlns:a16="http://schemas.microsoft.com/office/drawing/2014/main" id="{F7F66CAF-3C0F-A0D6-E397-2C3697AA35E2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37" name="Rectangle 36">
                <a:extLst>
                  <a:ext uri="{FF2B5EF4-FFF2-40B4-BE49-F238E27FC236}">
                    <a16:creationId xmlns:a16="http://schemas.microsoft.com/office/drawing/2014/main" id="{781E1627-DD2B-290D-C697-1CD0D70C0C2E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95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45" name="Rectangle 44">
                <a:extLst>
                  <a:ext uri="{FF2B5EF4-FFF2-40B4-BE49-F238E27FC236}">
                    <a16:creationId xmlns:a16="http://schemas.microsoft.com/office/drawing/2014/main" id="{AAF269EA-98B2-F675-5115-24F928327EEB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6" name="Rectangle 45">
                <a:extLst>
                  <a:ext uri="{FF2B5EF4-FFF2-40B4-BE49-F238E27FC236}">
                    <a16:creationId xmlns:a16="http://schemas.microsoft.com/office/drawing/2014/main" id="{2AE2BEBA-7073-119A-892E-937E9C024741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7" name="Rectangle 46">
                <a:extLst>
                  <a:ext uri="{FF2B5EF4-FFF2-40B4-BE49-F238E27FC236}">
                    <a16:creationId xmlns:a16="http://schemas.microsoft.com/office/drawing/2014/main" id="{48E43A5E-1E95-A8AB-0AC0-EA2F4F6B5C0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8" name="Rectangle 47">
                <a:extLst>
                  <a:ext uri="{FF2B5EF4-FFF2-40B4-BE49-F238E27FC236}">
                    <a16:creationId xmlns:a16="http://schemas.microsoft.com/office/drawing/2014/main" id="{FB406742-AFDC-4391-D975-D7A9C610D6F1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49" name="Rectangle 48">
                <a:extLst>
                  <a:ext uri="{FF2B5EF4-FFF2-40B4-BE49-F238E27FC236}">
                    <a16:creationId xmlns:a16="http://schemas.microsoft.com/office/drawing/2014/main" id="{B8BC9ECA-FDC3-6459-EEBF-9B99BE7F008B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0" name="Rectangle 49">
                <a:extLst>
                  <a:ext uri="{FF2B5EF4-FFF2-40B4-BE49-F238E27FC236}">
                    <a16:creationId xmlns:a16="http://schemas.microsoft.com/office/drawing/2014/main" id="{AAD25F08-3562-3685-3595-0E67CDB50680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8FFF9F41-D83D-8D3F-4D44-AB547045A6FB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CA634AAA-0B73-9092-2D9A-B6ACDE282A0F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48F2DD3E-368C-B3A9-7AD9-242D73BA45FE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95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57" name="Rectangle 56">
                <a:extLst>
                  <a:ext uri="{FF2B5EF4-FFF2-40B4-BE49-F238E27FC236}">
                    <a16:creationId xmlns:a16="http://schemas.microsoft.com/office/drawing/2014/main" id="{FDB79867-A7B9-4629-815E-00D1BE70219D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8" name="Rectangle 57">
                <a:extLst>
                  <a:ext uri="{FF2B5EF4-FFF2-40B4-BE49-F238E27FC236}">
                    <a16:creationId xmlns:a16="http://schemas.microsoft.com/office/drawing/2014/main" id="{C864DE25-53BA-041C-1F67-B1198DA535F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AF17C908-C5DA-30C5-AEE3-24C7AAA9D4F7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0" name="Rectangle 59">
                <a:extLst>
                  <a:ext uri="{FF2B5EF4-FFF2-40B4-BE49-F238E27FC236}">
                    <a16:creationId xmlns:a16="http://schemas.microsoft.com/office/drawing/2014/main" id="{8959E59D-AAB0-4599-1CBA-86EB2659E35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1" name="Rectangle 60">
                <a:extLst>
                  <a:ext uri="{FF2B5EF4-FFF2-40B4-BE49-F238E27FC236}">
                    <a16:creationId xmlns:a16="http://schemas.microsoft.com/office/drawing/2014/main" id="{6A83C9EA-8432-93A4-84EF-F4442C45DF57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2" name="Rectangle 61">
                <a:extLst>
                  <a:ext uri="{FF2B5EF4-FFF2-40B4-BE49-F238E27FC236}">
                    <a16:creationId xmlns:a16="http://schemas.microsoft.com/office/drawing/2014/main" id="{65952E3C-178E-5247-1428-B68934CACF19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3" name="Rectangle 62">
                <a:extLst>
                  <a:ext uri="{FF2B5EF4-FFF2-40B4-BE49-F238E27FC236}">
                    <a16:creationId xmlns:a16="http://schemas.microsoft.com/office/drawing/2014/main" id="{AB620488-76C3-7511-EB4B-425933F7B263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0798922-31BF-A873-934C-80EE4C7D3650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2C369F50-FEF8-3D6C-F86E-32F76D05DC12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95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94441092-F324-A205-263A-E0C00FE5061E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0" name="Rectangle 69">
                <a:extLst>
                  <a:ext uri="{FF2B5EF4-FFF2-40B4-BE49-F238E27FC236}">
                    <a16:creationId xmlns:a16="http://schemas.microsoft.com/office/drawing/2014/main" id="{ED3F3F46-ECAC-DE82-11FC-16AA55980BFF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02559CE0-3D18-2D79-3D37-1B618F1CF4E0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2" name="Rectangle 71">
                <a:extLst>
                  <a:ext uri="{FF2B5EF4-FFF2-40B4-BE49-F238E27FC236}">
                    <a16:creationId xmlns:a16="http://schemas.microsoft.com/office/drawing/2014/main" id="{94C070EF-9562-745A-281A-6473B518AFEB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3" name="Rectangle 72">
                <a:extLst>
                  <a:ext uri="{FF2B5EF4-FFF2-40B4-BE49-F238E27FC236}">
                    <a16:creationId xmlns:a16="http://schemas.microsoft.com/office/drawing/2014/main" id="{4861F3A4-5E97-2F38-1F43-96CDF7D37B6A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E7A80F8C-EAAE-8D20-77BD-AC827B34DD4B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5" name="Rectangle 74">
                <a:extLst>
                  <a:ext uri="{FF2B5EF4-FFF2-40B4-BE49-F238E27FC236}">
                    <a16:creationId xmlns:a16="http://schemas.microsoft.com/office/drawing/2014/main" id="{D6849206-DA9F-EEC7-B39B-E61A2E6BCE04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6" name="Rectangle 75">
                <a:extLst>
                  <a:ext uri="{FF2B5EF4-FFF2-40B4-BE49-F238E27FC236}">
                    <a16:creationId xmlns:a16="http://schemas.microsoft.com/office/drawing/2014/main" id="{5CD8BE87-B28F-39D3-46F0-3DC9EF83BE6A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77" name="Rectangle 76">
                <a:extLst>
                  <a:ext uri="{FF2B5EF4-FFF2-40B4-BE49-F238E27FC236}">
                    <a16:creationId xmlns:a16="http://schemas.microsoft.com/office/drawing/2014/main" id="{0F8A30ED-8D16-0C37-5D66-C4E17E281024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95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81" name="Rectangle 80">
                <a:extLst>
                  <a:ext uri="{FF2B5EF4-FFF2-40B4-BE49-F238E27FC236}">
                    <a16:creationId xmlns:a16="http://schemas.microsoft.com/office/drawing/2014/main" id="{CF388F20-73E3-108D-A782-53384678EFD5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9BA554B9-B0C4-D2A2-4573-9024697D24BC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3" name="Rectangle 82">
                <a:extLst>
                  <a:ext uri="{FF2B5EF4-FFF2-40B4-BE49-F238E27FC236}">
                    <a16:creationId xmlns:a16="http://schemas.microsoft.com/office/drawing/2014/main" id="{E88C7E9A-B3CA-665B-1739-B6AB1AB10353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4" name="Rectangle 83">
                <a:extLst>
                  <a:ext uri="{FF2B5EF4-FFF2-40B4-BE49-F238E27FC236}">
                    <a16:creationId xmlns:a16="http://schemas.microsoft.com/office/drawing/2014/main" id="{B0F00213-947C-7AA7-C2A2-B5FF48958235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5" name="Rectangle 84">
                <a:extLst>
                  <a:ext uri="{FF2B5EF4-FFF2-40B4-BE49-F238E27FC236}">
                    <a16:creationId xmlns:a16="http://schemas.microsoft.com/office/drawing/2014/main" id="{38A2CE63-7E79-7BE1-AE43-1F1ECF587894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6" name="Rectangle 85">
                <a:extLst>
                  <a:ext uri="{FF2B5EF4-FFF2-40B4-BE49-F238E27FC236}">
                    <a16:creationId xmlns:a16="http://schemas.microsoft.com/office/drawing/2014/main" id="{4DC40D6F-4CB3-2790-CE15-0D6A16739A9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7" name="Rectangle 86">
                <a:extLst>
                  <a:ext uri="{FF2B5EF4-FFF2-40B4-BE49-F238E27FC236}">
                    <a16:creationId xmlns:a16="http://schemas.microsoft.com/office/drawing/2014/main" id="{F7EB107F-B3A9-D669-D065-85C27969E98B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A303A8BE-E681-C9CC-7FCA-45147E0C9ACA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8107A889-D51A-568F-091E-6C081BE4BC77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95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175" name="Group 174">
              <a:extLst>
                <a:ext uri="{FF2B5EF4-FFF2-40B4-BE49-F238E27FC236}">
                  <a16:creationId xmlns:a16="http://schemas.microsoft.com/office/drawing/2014/main" id="{48D327EC-6A3A-C636-7A1C-44ADC3D3973C}"/>
                </a:ext>
              </a:extLst>
            </p:cNvPr>
            <p:cNvGrpSpPr/>
            <p:nvPr/>
          </p:nvGrpSpPr>
          <p:grpSpPr>
            <a:xfrm>
              <a:off x="3376751" y="6660651"/>
              <a:ext cx="4032448" cy="1404146"/>
              <a:chOff x="4038076" y="1546966"/>
              <a:chExt cx="2765528" cy="1404146"/>
            </a:xfrm>
          </p:grpSpPr>
          <p:sp>
            <p:nvSpPr>
              <p:cNvPr id="176" name="Rectangle 175">
                <a:extLst>
                  <a:ext uri="{FF2B5EF4-FFF2-40B4-BE49-F238E27FC236}">
                    <a16:creationId xmlns:a16="http://schemas.microsoft.com/office/drawing/2014/main" id="{B303FE9E-9027-C03C-E434-EEF8B6052C67}"/>
                  </a:ext>
                </a:extLst>
              </p:cNvPr>
              <p:cNvSpPr/>
              <p:nvPr/>
            </p:nvSpPr>
            <p:spPr>
              <a:xfrm>
                <a:off x="4038076" y="155867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7" name="Rectangle 176">
                <a:extLst>
                  <a:ext uri="{FF2B5EF4-FFF2-40B4-BE49-F238E27FC236}">
                    <a16:creationId xmlns:a16="http://schemas.microsoft.com/office/drawing/2014/main" id="{39165401-0E15-32CC-EF1D-E6D7059CC78E}"/>
                  </a:ext>
                </a:extLst>
              </p:cNvPr>
              <p:cNvSpPr/>
              <p:nvPr/>
            </p:nvSpPr>
            <p:spPr>
              <a:xfrm>
                <a:off x="4326107" y="155667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8" name="Rectangle 177">
                <a:extLst>
                  <a:ext uri="{FF2B5EF4-FFF2-40B4-BE49-F238E27FC236}">
                    <a16:creationId xmlns:a16="http://schemas.microsoft.com/office/drawing/2014/main" id="{90BB7021-0632-C589-477A-7F9E37EC24DA}"/>
                  </a:ext>
                </a:extLst>
              </p:cNvPr>
              <p:cNvSpPr/>
              <p:nvPr/>
            </p:nvSpPr>
            <p:spPr>
              <a:xfrm>
                <a:off x="4612634" y="155309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79" name="Rectangle 178">
                <a:extLst>
                  <a:ext uri="{FF2B5EF4-FFF2-40B4-BE49-F238E27FC236}">
                    <a16:creationId xmlns:a16="http://schemas.microsoft.com/office/drawing/2014/main" id="{50CAF0DA-ADFD-4110-7E09-FC3ED2B095F7}"/>
                  </a:ext>
                </a:extLst>
              </p:cNvPr>
              <p:cNvSpPr/>
              <p:nvPr/>
            </p:nvSpPr>
            <p:spPr>
              <a:xfrm>
                <a:off x="4900665" y="155109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0" name="Rectangle 179">
                <a:extLst>
                  <a:ext uri="{FF2B5EF4-FFF2-40B4-BE49-F238E27FC236}">
                    <a16:creationId xmlns:a16="http://schemas.microsoft.com/office/drawing/2014/main" id="{09CC553E-56EC-CFEA-7206-65CB04A0092A}"/>
                  </a:ext>
                </a:extLst>
              </p:cNvPr>
              <p:cNvSpPr/>
              <p:nvPr/>
            </p:nvSpPr>
            <p:spPr>
              <a:xfrm>
                <a:off x="5187192" y="155486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1" name="Rectangle 180">
                <a:extLst>
                  <a:ext uri="{FF2B5EF4-FFF2-40B4-BE49-F238E27FC236}">
                    <a16:creationId xmlns:a16="http://schemas.microsoft.com/office/drawing/2014/main" id="{DC6C5E64-E34E-316B-B03D-5E8632E277B9}"/>
                  </a:ext>
                </a:extLst>
              </p:cNvPr>
              <p:cNvSpPr/>
              <p:nvPr/>
            </p:nvSpPr>
            <p:spPr>
              <a:xfrm>
                <a:off x="5475223" y="155286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2" name="Rectangle 181">
                <a:extLst>
                  <a:ext uri="{FF2B5EF4-FFF2-40B4-BE49-F238E27FC236}">
                    <a16:creationId xmlns:a16="http://schemas.microsoft.com/office/drawing/2014/main" id="{6624D313-173F-1A4C-B017-52143981B6EC}"/>
                  </a:ext>
                </a:extLst>
              </p:cNvPr>
              <p:cNvSpPr/>
              <p:nvPr/>
            </p:nvSpPr>
            <p:spPr>
              <a:xfrm>
                <a:off x="5761750" y="154929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3" name="Rectangle 182">
                <a:extLst>
                  <a:ext uri="{FF2B5EF4-FFF2-40B4-BE49-F238E27FC236}">
                    <a16:creationId xmlns:a16="http://schemas.microsoft.com/office/drawing/2014/main" id="{8F0E05F9-CD78-C072-F31D-53C3E72D2353}"/>
                  </a:ext>
                </a:extLst>
              </p:cNvPr>
              <p:cNvSpPr/>
              <p:nvPr/>
            </p:nvSpPr>
            <p:spPr>
              <a:xfrm>
                <a:off x="6049781" y="154729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4" name="Rectangle 183">
                <a:extLst>
                  <a:ext uri="{FF2B5EF4-FFF2-40B4-BE49-F238E27FC236}">
                    <a16:creationId xmlns:a16="http://schemas.microsoft.com/office/drawing/2014/main" id="{63396711-772B-9050-9CAD-E0C86EE2DF49}"/>
                  </a:ext>
                </a:extLst>
              </p:cNvPr>
              <p:cNvSpPr/>
              <p:nvPr/>
            </p:nvSpPr>
            <p:spPr>
              <a:xfrm>
                <a:off x="6336308" y="1546966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95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ش</a:t>
                </a:r>
              </a:p>
            </p:txBody>
          </p:sp>
          <p:sp>
            <p:nvSpPr>
              <p:cNvPr id="185" name="Rectangle 184">
                <a:extLst>
                  <a:ext uri="{FF2B5EF4-FFF2-40B4-BE49-F238E27FC236}">
                    <a16:creationId xmlns:a16="http://schemas.microsoft.com/office/drawing/2014/main" id="{1593D34A-5FC6-A9DE-FA9D-F7F7DC6F4D65}"/>
                  </a:ext>
                </a:extLst>
              </p:cNvPr>
              <p:cNvSpPr/>
              <p:nvPr/>
            </p:nvSpPr>
            <p:spPr>
              <a:xfrm>
                <a:off x="4038076" y="184792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6" name="Rectangle 185">
                <a:extLst>
                  <a:ext uri="{FF2B5EF4-FFF2-40B4-BE49-F238E27FC236}">
                    <a16:creationId xmlns:a16="http://schemas.microsoft.com/office/drawing/2014/main" id="{5AEB5944-1F1B-0A2B-693C-742ADEA881BE}"/>
                  </a:ext>
                </a:extLst>
              </p:cNvPr>
              <p:cNvSpPr/>
              <p:nvPr/>
            </p:nvSpPr>
            <p:spPr>
              <a:xfrm>
                <a:off x="4326107" y="184592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7" name="Rectangle 186">
                <a:extLst>
                  <a:ext uri="{FF2B5EF4-FFF2-40B4-BE49-F238E27FC236}">
                    <a16:creationId xmlns:a16="http://schemas.microsoft.com/office/drawing/2014/main" id="{9C77871E-8FDC-200C-8D63-C42794DB20DD}"/>
                  </a:ext>
                </a:extLst>
              </p:cNvPr>
              <p:cNvSpPr/>
              <p:nvPr/>
            </p:nvSpPr>
            <p:spPr>
              <a:xfrm>
                <a:off x="4612634" y="184234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8" name="Rectangle 187">
                <a:extLst>
                  <a:ext uri="{FF2B5EF4-FFF2-40B4-BE49-F238E27FC236}">
                    <a16:creationId xmlns:a16="http://schemas.microsoft.com/office/drawing/2014/main" id="{309FFC07-84F8-F6EC-4022-CD849F2C69E5}"/>
                  </a:ext>
                </a:extLst>
              </p:cNvPr>
              <p:cNvSpPr/>
              <p:nvPr/>
            </p:nvSpPr>
            <p:spPr>
              <a:xfrm>
                <a:off x="4900665" y="184034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89" name="Rectangle 188">
                <a:extLst>
                  <a:ext uri="{FF2B5EF4-FFF2-40B4-BE49-F238E27FC236}">
                    <a16:creationId xmlns:a16="http://schemas.microsoft.com/office/drawing/2014/main" id="{A6153A4A-1970-64CA-A5D6-D96C0D097A40}"/>
                  </a:ext>
                </a:extLst>
              </p:cNvPr>
              <p:cNvSpPr/>
              <p:nvPr/>
            </p:nvSpPr>
            <p:spPr>
              <a:xfrm>
                <a:off x="5187192" y="184411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0" name="Rectangle 189">
                <a:extLst>
                  <a:ext uri="{FF2B5EF4-FFF2-40B4-BE49-F238E27FC236}">
                    <a16:creationId xmlns:a16="http://schemas.microsoft.com/office/drawing/2014/main" id="{3A99B46B-D66C-28E1-F789-1CAA47BC034A}"/>
                  </a:ext>
                </a:extLst>
              </p:cNvPr>
              <p:cNvSpPr/>
              <p:nvPr/>
            </p:nvSpPr>
            <p:spPr>
              <a:xfrm>
                <a:off x="5475223" y="184211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1" name="Rectangle 190">
                <a:extLst>
                  <a:ext uri="{FF2B5EF4-FFF2-40B4-BE49-F238E27FC236}">
                    <a16:creationId xmlns:a16="http://schemas.microsoft.com/office/drawing/2014/main" id="{93B14E22-41C0-1F90-854A-FBD5B9D55571}"/>
                  </a:ext>
                </a:extLst>
              </p:cNvPr>
              <p:cNvSpPr/>
              <p:nvPr/>
            </p:nvSpPr>
            <p:spPr>
              <a:xfrm>
                <a:off x="5761750" y="183853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2" name="Rectangle 191">
                <a:extLst>
                  <a:ext uri="{FF2B5EF4-FFF2-40B4-BE49-F238E27FC236}">
                    <a16:creationId xmlns:a16="http://schemas.microsoft.com/office/drawing/2014/main" id="{7F3D8DC7-4DB2-684C-882F-3D67BFDC14E3}"/>
                  </a:ext>
                </a:extLst>
              </p:cNvPr>
              <p:cNvSpPr/>
              <p:nvPr/>
            </p:nvSpPr>
            <p:spPr>
              <a:xfrm>
                <a:off x="6049781" y="183653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3" name="Rectangle 192">
                <a:extLst>
                  <a:ext uri="{FF2B5EF4-FFF2-40B4-BE49-F238E27FC236}">
                    <a16:creationId xmlns:a16="http://schemas.microsoft.com/office/drawing/2014/main" id="{A7278608-D57B-4787-6C01-8376BC50FBA7}"/>
                  </a:ext>
                </a:extLst>
              </p:cNvPr>
              <p:cNvSpPr/>
              <p:nvPr/>
            </p:nvSpPr>
            <p:spPr>
              <a:xfrm>
                <a:off x="6336308" y="1836213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95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ي</a:t>
                </a:r>
              </a:p>
            </p:txBody>
          </p:sp>
          <p:sp>
            <p:nvSpPr>
              <p:cNvPr id="194" name="Rectangle 193">
                <a:extLst>
                  <a:ext uri="{FF2B5EF4-FFF2-40B4-BE49-F238E27FC236}">
                    <a16:creationId xmlns:a16="http://schemas.microsoft.com/office/drawing/2014/main" id="{016E31DF-82B9-F687-ACF3-C82A55F80D45}"/>
                  </a:ext>
                </a:extLst>
              </p:cNvPr>
              <p:cNvSpPr/>
              <p:nvPr/>
            </p:nvSpPr>
            <p:spPr>
              <a:xfrm>
                <a:off x="4038076" y="213321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5" name="Rectangle 194">
                <a:extLst>
                  <a:ext uri="{FF2B5EF4-FFF2-40B4-BE49-F238E27FC236}">
                    <a16:creationId xmlns:a16="http://schemas.microsoft.com/office/drawing/2014/main" id="{96A56445-CFB2-0423-2161-4CE4A62D9A3A}"/>
                  </a:ext>
                </a:extLst>
              </p:cNvPr>
              <p:cNvSpPr/>
              <p:nvPr/>
            </p:nvSpPr>
            <p:spPr>
              <a:xfrm>
                <a:off x="4326107" y="213121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6" name="Rectangle 195">
                <a:extLst>
                  <a:ext uri="{FF2B5EF4-FFF2-40B4-BE49-F238E27FC236}">
                    <a16:creationId xmlns:a16="http://schemas.microsoft.com/office/drawing/2014/main" id="{7838C3FA-6A7C-2D9B-191D-9C51D5AAC425}"/>
                  </a:ext>
                </a:extLst>
              </p:cNvPr>
              <p:cNvSpPr/>
              <p:nvPr/>
            </p:nvSpPr>
            <p:spPr>
              <a:xfrm>
                <a:off x="4612634" y="212764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7" name="Rectangle 196">
                <a:extLst>
                  <a:ext uri="{FF2B5EF4-FFF2-40B4-BE49-F238E27FC236}">
                    <a16:creationId xmlns:a16="http://schemas.microsoft.com/office/drawing/2014/main" id="{8EBB6E31-A850-D4D7-719A-AE295DFE64DB}"/>
                  </a:ext>
                </a:extLst>
              </p:cNvPr>
              <p:cNvSpPr/>
              <p:nvPr/>
            </p:nvSpPr>
            <p:spPr>
              <a:xfrm>
                <a:off x="4900665" y="212564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8" name="Rectangle 197">
                <a:extLst>
                  <a:ext uri="{FF2B5EF4-FFF2-40B4-BE49-F238E27FC236}">
                    <a16:creationId xmlns:a16="http://schemas.microsoft.com/office/drawing/2014/main" id="{ECC09CA0-CD1B-D88C-A136-3C4B8836323A}"/>
                  </a:ext>
                </a:extLst>
              </p:cNvPr>
              <p:cNvSpPr/>
              <p:nvPr/>
            </p:nvSpPr>
            <p:spPr>
              <a:xfrm>
                <a:off x="5187192" y="212941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99" name="Rectangle 198">
                <a:extLst>
                  <a:ext uri="{FF2B5EF4-FFF2-40B4-BE49-F238E27FC236}">
                    <a16:creationId xmlns:a16="http://schemas.microsoft.com/office/drawing/2014/main" id="{4921E1AF-DA37-15B4-CA38-4BFCD493C9D6}"/>
                  </a:ext>
                </a:extLst>
              </p:cNvPr>
              <p:cNvSpPr/>
              <p:nvPr/>
            </p:nvSpPr>
            <p:spPr>
              <a:xfrm>
                <a:off x="5475223" y="212741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0" name="Rectangle 199">
                <a:extLst>
                  <a:ext uri="{FF2B5EF4-FFF2-40B4-BE49-F238E27FC236}">
                    <a16:creationId xmlns:a16="http://schemas.microsoft.com/office/drawing/2014/main" id="{764A4AD5-C7CF-EF85-AE8A-332A58E67B96}"/>
                  </a:ext>
                </a:extLst>
              </p:cNvPr>
              <p:cNvSpPr/>
              <p:nvPr/>
            </p:nvSpPr>
            <p:spPr>
              <a:xfrm>
                <a:off x="5761750" y="212383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1" name="Rectangle 200">
                <a:extLst>
                  <a:ext uri="{FF2B5EF4-FFF2-40B4-BE49-F238E27FC236}">
                    <a16:creationId xmlns:a16="http://schemas.microsoft.com/office/drawing/2014/main" id="{1FB52FB7-0C9F-EBCE-99D5-EE29841BBE94}"/>
                  </a:ext>
                </a:extLst>
              </p:cNvPr>
              <p:cNvSpPr/>
              <p:nvPr/>
            </p:nvSpPr>
            <p:spPr>
              <a:xfrm>
                <a:off x="6049781" y="212183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2" name="Rectangle 201">
                <a:extLst>
                  <a:ext uri="{FF2B5EF4-FFF2-40B4-BE49-F238E27FC236}">
                    <a16:creationId xmlns:a16="http://schemas.microsoft.com/office/drawing/2014/main" id="{9BE8DF21-12D7-8761-807F-37384588E733}"/>
                  </a:ext>
                </a:extLst>
              </p:cNvPr>
              <p:cNvSpPr/>
              <p:nvPr/>
            </p:nvSpPr>
            <p:spPr>
              <a:xfrm>
                <a:off x="6336308" y="2121511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95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</a:t>
                </a:r>
              </a:p>
            </p:txBody>
          </p:sp>
          <p:sp>
            <p:nvSpPr>
              <p:cNvPr id="203" name="Rectangle 202">
                <a:extLst>
                  <a:ext uri="{FF2B5EF4-FFF2-40B4-BE49-F238E27FC236}">
                    <a16:creationId xmlns:a16="http://schemas.microsoft.com/office/drawing/2014/main" id="{845D4855-AE49-9B9E-2F8B-71130E99D0C1}"/>
                  </a:ext>
                </a:extLst>
              </p:cNvPr>
              <p:cNvSpPr/>
              <p:nvPr/>
            </p:nvSpPr>
            <p:spPr>
              <a:xfrm>
                <a:off x="4038076" y="2422259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4" name="Rectangle 203">
                <a:extLst>
                  <a:ext uri="{FF2B5EF4-FFF2-40B4-BE49-F238E27FC236}">
                    <a16:creationId xmlns:a16="http://schemas.microsoft.com/office/drawing/2014/main" id="{C2CAC38D-8761-ABE3-CA05-C78063E1B2D2}"/>
                  </a:ext>
                </a:extLst>
              </p:cNvPr>
              <p:cNvSpPr/>
              <p:nvPr/>
            </p:nvSpPr>
            <p:spPr>
              <a:xfrm>
                <a:off x="4326107" y="242026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5" name="Rectangle 204">
                <a:extLst>
                  <a:ext uri="{FF2B5EF4-FFF2-40B4-BE49-F238E27FC236}">
                    <a16:creationId xmlns:a16="http://schemas.microsoft.com/office/drawing/2014/main" id="{56813121-BC6A-206D-C9FC-2B9390393C09}"/>
                  </a:ext>
                </a:extLst>
              </p:cNvPr>
              <p:cNvSpPr/>
              <p:nvPr/>
            </p:nvSpPr>
            <p:spPr>
              <a:xfrm>
                <a:off x="4612634" y="241668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6" name="Rectangle 205">
                <a:extLst>
                  <a:ext uri="{FF2B5EF4-FFF2-40B4-BE49-F238E27FC236}">
                    <a16:creationId xmlns:a16="http://schemas.microsoft.com/office/drawing/2014/main" id="{2B70ADAC-021E-0618-C638-CE71581EF392}"/>
                  </a:ext>
                </a:extLst>
              </p:cNvPr>
              <p:cNvSpPr/>
              <p:nvPr/>
            </p:nvSpPr>
            <p:spPr>
              <a:xfrm>
                <a:off x="4900665" y="241468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7" name="Rectangle 206">
                <a:extLst>
                  <a:ext uri="{FF2B5EF4-FFF2-40B4-BE49-F238E27FC236}">
                    <a16:creationId xmlns:a16="http://schemas.microsoft.com/office/drawing/2014/main" id="{D1C63592-22BD-A1BA-6FFA-005DA4DABA86}"/>
                  </a:ext>
                </a:extLst>
              </p:cNvPr>
              <p:cNvSpPr/>
              <p:nvPr/>
            </p:nvSpPr>
            <p:spPr>
              <a:xfrm>
                <a:off x="5187192" y="2418454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8" name="Rectangle 207">
                <a:extLst>
                  <a:ext uri="{FF2B5EF4-FFF2-40B4-BE49-F238E27FC236}">
                    <a16:creationId xmlns:a16="http://schemas.microsoft.com/office/drawing/2014/main" id="{1CD60E36-5B6E-62EA-9018-2AAF03EC04CC}"/>
                  </a:ext>
                </a:extLst>
              </p:cNvPr>
              <p:cNvSpPr/>
              <p:nvPr/>
            </p:nvSpPr>
            <p:spPr>
              <a:xfrm>
                <a:off x="5475223" y="241645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09" name="Rectangle 208">
                <a:extLst>
                  <a:ext uri="{FF2B5EF4-FFF2-40B4-BE49-F238E27FC236}">
                    <a16:creationId xmlns:a16="http://schemas.microsoft.com/office/drawing/2014/main" id="{DE0292BA-CF31-29E1-60E5-98980F959C50}"/>
                  </a:ext>
                </a:extLst>
              </p:cNvPr>
              <p:cNvSpPr/>
              <p:nvPr/>
            </p:nvSpPr>
            <p:spPr>
              <a:xfrm>
                <a:off x="5761750" y="24128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0" name="Rectangle 209">
                <a:extLst>
                  <a:ext uri="{FF2B5EF4-FFF2-40B4-BE49-F238E27FC236}">
                    <a16:creationId xmlns:a16="http://schemas.microsoft.com/office/drawing/2014/main" id="{9DDA9EFC-8A66-7FD6-1F83-B8E41556D1F4}"/>
                  </a:ext>
                </a:extLst>
              </p:cNvPr>
              <p:cNvSpPr/>
              <p:nvPr/>
            </p:nvSpPr>
            <p:spPr>
              <a:xfrm>
                <a:off x="6049781" y="241087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1" name="Rectangle 210">
                <a:extLst>
                  <a:ext uri="{FF2B5EF4-FFF2-40B4-BE49-F238E27FC236}">
                    <a16:creationId xmlns:a16="http://schemas.microsoft.com/office/drawing/2014/main" id="{B6322397-16A9-2FB7-2EDD-A07BE137698B}"/>
                  </a:ext>
                </a:extLst>
              </p:cNvPr>
              <p:cNvSpPr/>
              <p:nvPr/>
            </p:nvSpPr>
            <p:spPr>
              <a:xfrm>
                <a:off x="6336308" y="2410552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95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س</a:t>
                </a:r>
              </a:p>
            </p:txBody>
          </p:sp>
          <p:sp>
            <p:nvSpPr>
              <p:cNvPr id="212" name="Rectangle 211">
                <a:extLst>
                  <a:ext uri="{FF2B5EF4-FFF2-40B4-BE49-F238E27FC236}">
                    <a16:creationId xmlns:a16="http://schemas.microsoft.com/office/drawing/2014/main" id="{97421F94-5F2F-D057-5FFB-6EA571EC24D8}"/>
                  </a:ext>
                </a:extLst>
              </p:cNvPr>
              <p:cNvSpPr/>
              <p:nvPr/>
            </p:nvSpPr>
            <p:spPr>
              <a:xfrm>
                <a:off x="4038076" y="2705275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3" name="Rectangle 212">
                <a:extLst>
                  <a:ext uri="{FF2B5EF4-FFF2-40B4-BE49-F238E27FC236}">
                    <a16:creationId xmlns:a16="http://schemas.microsoft.com/office/drawing/2014/main" id="{6E11784D-A4F2-CB40-E2BF-2D5409F02C1D}"/>
                  </a:ext>
                </a:extLst>
              </p:cNvPr>
              <p:cNvSpPr/>
              <p:nvPr/>
            </p:nvSpPr>
            <p:spPr>
              <a:xfrm>
                <a:off x="4326107" y="2703276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4" name="Rectangle 213">
                <a:extLst>
                  <a:ext uri="{FF2B5EF4-FFF2-40B4-BE49-F238E27FC236}">
                    <a16:creationId xmlns:a16="http://schemas.microsoft.com/office/drawing/2014/main" id="{A671DB06-9932-D26A-76FF-7C95EB6AD42E}"/>
                  </a:ext>
                </a:extLst>
              </p:cNvPr>
              <p:cNvSpPr/>
              <p:nvPr/>
            </p:nvSpPr>
            <p:spPr>
              <a:xfrm>
                <a:off x="4612634" y="2699697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5" name="Rectangle 214">
                <a:extLst>
                  <a:ext uri="{FF2B5EF4-FFF2-40B4-BE49-F238E27FC236}">
                    <a16:creationId xmlns:a16="http://schemas.microsoft.com/office/drawing/2014/main" id="{398D1A23-6205-5D7F-F939-728547D30A44}"/>
                  </a:ext>
                </a:extLst>
              </p:cNvPr>
              <p:cNvSpPr/>
              <p:nvPr/>
            </p:nvSpPr>
            <p:spPr>
              <a:xfrm>
                <a:off x="4900665" y="2697698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6" name="Rectangle 215">
                <a:extLst>
                  <a:ext uri="{FF2B5EF4-FFF2-40B4-BE49-F238E27FC236}">
                    <a16:creationId xmlns:a16="http://schemas.microsoft.com/office/drawing/2014/main" id="{A4376710-789A-9250-3D94-04BB4F551170}"/>
                  </a:ext>
                </a:extLst>
              </p:cNvPr>
              <p:cNvSpPr/>
              <p:nvPr/>
            </p:nvSpPr>
            <p:spPr>
              <a:xfrm>
                <a:off x="5187192" y="2701470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7" name="Rectangle 216">
                <a:extLst>
                  <a:ext uri="{FF2B5EF4-FFF2-40B4-BE49-F238E27FC236}">
                    <a16:creationId xmlns:a16="http://schemas.microsoft.com/office/drawing/2014/main" id="{76A0653C-5074-3638-74B3-045B61E660F0}"/>
                  </a:ext>
                </a:extLst>
              </p:cNvPr>
              <p:cNvSpPr/>
              <p:nvPr/>
            </p:nvSpPr>
            <p:spPr>
              <a:xfrm>
                <a:off x="5475223" y="2699471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8" name="Rectangle 217">
                <a:extLst>
                  <a:ext uri="{FF2B5EF4-FFF2-40B4-BE49-F238E27FC236}">
                    <a16:creationId xmlns:a16="http://schemas.microsoft.com/office/drawing/2014/main" id="{345631C0-E99A-8E47-0317-E06D9E744103}"/>
                  </a:ext>
                </a:extLst>
              </p:cNvPr>
              <p:cNvSpPr/>
              <p:nvPr/>
            </p:nvSpPr>
            <p:spPr>
              <a:xfrm>
                <a:off x="5761750" y="2695892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19" name="Rectangle 218">
                <a:extLst>
                  <a:ext uri="{FF2B5EF4-FFF2-40B4-BE49-F238E27FC236}">
                    <a16:creationId xmlns:a16="http://schemas.microsoft.com/office/drawing/2014/main" id="{DC6A255A-3571-8917-C621-737244018D87}"/>
                  </a:ext>
                </a:extLst>
              </p:cNvPr>
              <p:cNvSpPr/>
              <p:nvPr/>
            </p:nvSpPr>
            <p:spPr>
              <a:xfrm>
                <a:off x="6049781" y="2693893"/>
                <a:ext cx="252779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952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0" name="Rectangle 219">
                <a:extLst>
                  <a:ext uri="{FF2B5EF4-FFF2-40B4-BE49-F238E27FC236}">
                    <a16:creationId xmlns:a16="http://schemas.microsoft.com/office/drawing/2014/main" id="{245E04CC-5421-9F0F-3D24-BCD8E273040F}"/>
                  </a:ext>
                </a:extLst>
              </p:cNvPr>
              <p:cNvSpPr/>
              <p:nvPr/>
            </p:nvSpPr>
            <p:spPr>
              <a:xfrm>
                <a:off x="6336308" y="2693568"/>
                <a:ext cx="46729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952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چ</a:t>
                </a:r>
              </a:p>
            </p:txBody>
          </p:sp>
        </p:grpSp>
        <p:grpSp>
          <p:nvGrpSpPr>
            <p:cNvPr id="246" name="Group 245">
              <a:extLst>
                <a:ext uri="{FF2B5EF4-FFF2-40B4-BE49-F238E27FC236}">
                  <a16:creationId xmlns:a16="http://schemas.microsoft.com/office/drawing/2014/main" id="{04BE7016-A63C-3003-BC5E-F35B9020BC2C}"/>
                </a:ext>
              </a:extLst>
            </p:cNvPr>
            <p:cNvGrpSpPr/>
            <p:nvPr/>
          </p:nvGrpSpPr>
          <p:grpSpPr>
            <a:xfrm>
              <a:off x="3380311" y="2952229"/>
              <a:ext cx="4036117" cy="3384376"/>
              <a:chOff x="3380311" y="3096245"/>
              <a:chExt cx="4036117" cy="3384376"/>
            </a:xfrm>
          </p:grpSpPr>
          <p:sp>
            <p:nvSpPr>
              <p:cNvPr id="102" name="Rectangle 101">
                <a:extLst>
                  <a:ext uri="{FF2B5EF4-FFF2-40B4-BE49-F238E27FC236}">
                    <a16:creationId xmlns:a16="http://schemas.microsoft.com/office/drawing/2014/main" id="{75FC6984-6D96-0252-4E2F-671E8F0FD839}"/>
                  </a:ext>
                </a:extLst>
              </p:cNvPr>
              <p:cNvSpPr/>
              <p:nvPr/>
            </p:nvSpPr>
            <p:spPr>
              <a:xfrm>
                <a:off x="5537660" y="3096570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873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استاد</a:t>
                </a:r>
              </a:p>
            </p:txBody>
          </p:sp>
          <p:sp>
            <p:nvSpPr>
              <p:cNvPr id="103" name="Rectangle 102">
                <a:extLst>
                  <a:ext uri="{FF2B5EF4-FFF2-40B4-BE49-F238E27FC236}">
                    <a16:creationId xmlns:a16="http://schemas.microsoft.com/office/drawing/2014/main" id="{9995FBA2-285E-CD76-1526-B579DF5E00E0}"/>
                  </a:ext>
                </a:extLst>
              </p:cNvPr>
              <p:cNvSpPr/>
              <p:nvPr/>
            </p:nvSpPr>
            <p:spPr>
              <a:xfrm>
                <a:off x="6560633" y="3096245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873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درس</a:t>
                </a:r>
              </a:p>
            </p:txBody>
          </p:sp>
          <p:sp>
            <p:nvSpPr>
              <p:cNvPr id="111" name="Rectangle 110">
                <a:extLst>
                  <a:ext uri="{FF2B5EF4-FFF2-40B4-BE49-F238E27FC236}">
                    <a16:creationId xmlns:a16="http://schemas.microsoft.com/office/drawing/2014/main" id="{D98CF484-F348-2B43-43E8-2DB97F7E4470}"/>
                  </a:ext>
                </a:extLst>
              </p:cNvPr>
              <p:cNvSpPr/>
              <p:nvPr/>
            </p:nvSpPr>
            <p:spPr>
              <a:xfrm>
                <a:off x="5537660" y="3385817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12" name="Rectangle 111">
                <a:extLst>
                  <a:ext uri="{FF2B5EF4-FFF2-40B4-BE49-F238E27FC236}">
                    <a16:creationId xmlns:a16="http://schemas.microsoft.com/office/drawing/2014/main" id="{F31FD909-558C-5143-4E25-BE46B70DE0C5}"/>
                  </a:ext>
                </a:extLst>
              </p:cNvPr>
              <p:cNvSpPr/>
              <p:nvPr/>
            </p:nvSpPr>
            <p:spPr>
              <a:xfrm>
                <a:off x="6560633" y="3385492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61ABD929-5DF4-842D-04B7-45B52E795270}"/>
                  </a:ext>
                </a:extLst>
              </p:cNvPr>
              <p:cNvSpPr/>
              <p:nvPr/>
            </p:nvSpPr>
            <p:spPr>
              <a:xfrm>
                <a:off x="5537660" y="3671115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940F697-99A9-7A28-F733-4EB570CC5137}"/>
                  </a:ext>
                </a:extLst>
              </p:cNvPr>
              <p:cNvSpPr/>
              <p:nvPr/>
            </p:nvSpPr>
            <p:spPr>
              <a:xfrm>
                <a:off x="6560633" y="3670790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29" name="Rectangle 128">
                <a:extLst>
                  <a:ext uri="{FF2B5EF4-FFF2-40B4-BE49-F238E27FC236}">
                    <a16:creationId xmlns:a16="http://schemas.microsoft.com/office/drawing/2014/main" id="{3B0DF94C-7E3D-C7AB-3F62-53074E8C8225}"/>
                  </a:ext>
                </a:extLst>
              </p:cNvPr>
              <p:cNvSpPr/>
              <p:nvPr/>
            </p:nvSpPr>
            <p:spPr>
              <a:xfrm>
                <a:off x="5537660" y="3960156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0" name="Rectangle 129">
                <a:extLst>
                  <a:ext uri="{FF2B5EF4-FFF2-40B4-BE49-F238E27FC236}">
                    <a16:creationId xmlns:a16="http://schemas.microsoft.com/office/drawing/2014/main" id="{070F328A-8DE4-94FF-B524-4EBC1F3F325D}"/>
                  </a:ext>
                </a:extLst>
              </p:cNvPr>
              <p:cNvSpPr/>
              <p:nvPr/>
            </p:nvSpPr>
            <p:spPr>
              <a:xfrm>
                <a:off x="6560633" y="3959831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8" name="Rectangle 137">
                <a:extLst>
                  <a:ext uri="{FF2B5EF4-FFF2-40B4-BE49-F238E27FC236}">
                    <a16:creationId xmlns:a16="http://schemas.microsoft.com/office/drawing/2014/main" id="{0B442A3D-4069-C92F-E42E-17543C846634}"/>
                  </a:ext>
                </a:extLst>
              </p:cNvPr>
              <p:cNvSpPr/>
              <p:nvPr/>
            </p:nvSpPr>
            <p:spPr>
              <a:xfrm>
                <a:off x="5537660" y="42431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4CDF7E2F-17F2-95EC-2671-6888F54F6DD1}"/>
                  </a:ext>
                </a:extLst>
              </p:cNvPr>
              <p:cNvSpPr/>
              <p:nvPr/>
            </p:nvSpPr>
            <p:spPr>
              <a:xfrm>
                <a:off x="6560633" y="42428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0" name="Rectangle 139">
                <a:extLst>
                  <a:ext uri="{FF2B5EF4-FFF2-40B4-BE49-F238E27FC236}">
                    <a16:creationId xmlns:a16="http://schemas.microsoft.com/office/drawing/2014/main" id="{4DCD6A37-5D08-920D-64B9-22A24965238B}"/>
                  </a:ext>
                </a:extLst>
              </p:cNvPr>
              <p:cNvSpPr/>
              <p:nvPr/>
            </p:nvSpPr>
            <p:spPr>
              <a:xfrm>
                <a:off x="4552708" y="3096245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873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کارشناس</a:t>
                </a:r>
              </a:p>
            </p:txBody>
          </p:sp>
          <p:sp>
            <p:nvSpPr>
              <p:cNvPr id="141" name="Rectangle 140">
                <a:extLst>
                  <a:ext uri="{FF2B5EF4-FFF2-40B4-BE49-F238E27FC236}">
                    <a16:creationId xmlns:a16="http://schemas.microsoft.com/office/drawing/2014/main" id="{ED7D4330-0107-2C11-A6BC-AE21830E21EB}"/>
                  </a:ext>
                </a:extLst>
              </p:cNvPr>
              <p:cNvSpPr/>
              <p:nvPr/>
            </p:nvSpPr>
            <p:spPr>
              <a:xfrm>
                <a:off x="4552708" y="3385492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2" name="Rectangle 141">
                <a:extLst>
                  <a:ext uri="{FF2B5EF4-FFF2-40B4-BE49-F238E27FC236}">
                    <a16:creationId xmlns:a16="http://schemas.microsoft.com/office/drawing/2014/main" id="{D8B001F1-3C8E-8AE5-6E3A-BFBA816CDB6B}"/>
                  </a:ext>
                </a:extLst>
              </p:cNvPr>
              <p:cNvSpPr/>
              <p:nvPr/>
            </p:nvSpPr>
            <p:spPr>
              <a:xfrm>
                <a:off x="4552708" y="3670790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3" name="Rectangle 142">
                <a:extLst>
                  <a:ext uri="{FF2B5EF4-FFF2-40B4-BE49-F238E27FC236}">
                    <a16:creationId xmlns:a16="http://schemas.microsoft.com/office/drawing/2014/main" id="{84CF0919-7B05-5ECA-271D-8ECD39E0DEC8}"/>
                  </a:ext>
                </a:extLst>
              </p:cNvPr>
              <p:cNvSpPr/>
              <p:nvPr/>
            </p:nvSpPr>
            <p:spPr>
              <a:xfrm>
                <a:off x="4552708" y="3959831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4" name="Rectangle 143">
                <a:extLst>
                  <a:ext uri="{FF2B5EF4-FFF2-40B4-BE49-F238E27FC236}">
                    <a16:creationId xmlns:a16="http://schemas.microsoft.com/office/drawing/2014/main" id="{7F4CB218-5B22-8564-A792-992321BC7FEE}"/>
                  </a:ext>
                </a:extLst>
              </p:cNvPr>
              <p:cNvSpPr/>
              <p:nvPr/>
            </p:nvSpPr>
            <p:spPr>
              <a:xfrm>
                <a:off x="4552708" y="42428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5" name="Rectangle 144">
                <a:extLst>
                  <a:ext uri="{FF2B5EF4-FFF2-40B4-BE49-F238E27FC236}">
                    <a16:creationId xmlns:a16="http://schemas.microsoft.com/office/drawing/2014/main" id="{63407ADC-3094-C574-FEBA-4E0EB80CCE6C}"/>
                  </a:ext>
                </a:extLst>
              </p:cNvPr>
              <p:cNvSpPr/>
              <p:nvPr/>
            </p:nvSpPr>
            <p:spPr>
              <a:xfrm>
                <a:off x="3968344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873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ک1</a:t>
                </a:r>
              </a:p>
            </p:txBody>
          </p:sp>
          <p:sp>
            <p:nvSpPr>
              <p:cNvPr id="146" name="Rectangle 145">
                <a:extLst>
                  <a:ext uri="{FF2B5EF4-FFF2-40B4-BE49-F238E27FC236}">
                    <a16:creationId xmlns:a16="http://schemas.microsoft.com/office/drawing/2014/main" id="{2AFB613A-1EE6-9BE2-8274-E9FC472E6349}"/>
                  </a:ext>
                </a:extLst>
              </p:cNvPr>
              <p:cNvSpPr/>
              <p:nvPr/>
            </p:nvSpPr>
            <p:spPr>
              <a:xfrm>
                <a:off x="3968344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7" name="Rectangle 146">
                <a:extLst>
                  <a:ext uri="{FF2B5EF4-FFF2-40B4-BE49-F238E27FC236}">
                    <a16:creationId xmlns:a16="http://schemas.microsoft.com/office/drawing/2014/main" id="{04C2B216-4215-B9D7-A489-80A580F9C998}"/>
                  </a:ext>
                </a:extLst>
              </p:cNvPr>
              <p:cNvSpPr/>
              <p:nvPr/>
            </p:nvSpPr>
            <p:spPr>
              <a:xfrm>
                <a:off x="3968344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8" name="Rectangle 147">
                <a:extLst>
                  <a:ext uri="{FF2B5EF4-FFF2-40B4-BE49-F238E27FC236}">
                    <a16:creationId xmlns:a16="http://schemas.microsoft.com/office/drawing/2014/main" id="{EA174C03-9B0B-C3F4-E362-A5DD10945C7A}"/>
                  </a:ext>
                </a:extLst>
              </p:cNvPr>
              <p:cNvSpPr/>
              <p:nvPr/>
            </p:nvSpPr>
            <p:spPr>
              <a:xfrm>
                <a:off x="3968344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49" name="Rectangle 148">
                <a:extLst>
                  <a:ext uri="{FF2B5EF4-FFF2-40B4-BE49-F238E27FC236}">
                    <a16:creationId xmlns:a16="http://schemas.microsoft.com/office/drawing/2014/main" id="{28299B81-B8BE-622D-0429-9D3112D584A9}"/>
                  </a:ext>
                </a:extLst>
              </p:cNvPr>
              <p:cNvSpPr/>
              <p:nvPr/>
            </p:nvSpPr>
            <p:spPr>
              <a:xfrm>
                <a:off x="3968344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0" name="Rectangle 149">
                <a:extLst>
                  <a:ext uri="{FF2B5EF4-FFF2-40B4-BE49-F238E27FC236}">
                    <a16:creationId xmlns:a16="http://schemas.microsoft.com/office/drawing/2014/main" id="{070706D6-7385-085D-3563-9C87A8AAF084}"/>
                  </a:ext>
                </a:extLst>
              </p:cNvPr>
              <p:cNvSpPr/>
              <p:nvPr/>
            </p:nvSpPr>
            <p:spPr>
              <a:xfrm>
                <a:off x="3383980" y="3096245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r>
                  <a:rPr lang="fa-IR" sz="873">
                    <a:solidFill>
                      <a:schemeClr val="tx1"/>
                    </a:solidFill>
                    <a:latin typeface="Tahoma" panose="020B0604030504040204" pitchFamily="34" charset="0"/>
                    <a:ea typeface="Tahoma" panose="020B0604030504040204" pitchFamily="34" charset="0"/>
                    <a:cs typeface="Tahoma" panose="020B0604030504040204" pitchFamily="34" charset="0"/>
                  </a:rPr>
                  <a:t>ک2</a:t>
                </a:r>
              </a:p>
            </p:txBody>
          </p:sp>
          <p:sp>
            <p:nvSpPr>
              <p:cNvPr id="151" name="Rectangle 150">
                <a:extLst>
                  <a:ext uri="{FF2B5EF4-FFF2-40B4-BE49-F238E27FC236}">
                    <a16:creationId xmlns:a16="http://schemas.microsoft.com/office/drawing/2014/main" id="{D150C203-EB17-E078-B250-E91C64D7AE5B}"/>
                  </a:ext>
                </a:extLst>
              </p:cNvPr>
              <p:cNvSpPr/>
              <p:nvPr/>
            </p:nvSpPr>
            <p:spPr>
              <a:xfrm>
                <a:off x="3383980" y="3385492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2" name="Rectangle 151">
                <a:extLst>
                  <a:ext uri="{FF2B5EF4-FFF2-40B4-BE49-F238E27FC236}">
                    <a16:creationId xmlns:a16="http://schemas.microsoft.com/office/drawing/2014/main" id="{7F8D662C-3498-9AFE-52BA-C92ED757BBD3}"/>
                  </a:ext>
                </a:extLst>
              </p:cNvPr>
              <p:cNvSpPr/>
              <p:nvPr/>
            </p:nvSpPr>
            <p:spPr>
              <a:xfrm>
                <a:off x="3383980" y="3670790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3" name="Rectangle 152">
                <a:extLst>
                  <a:ext uri="{FF2B5EF4-FFF2-40B4-BE49-F238E27FC236}">
                    <a16:creationId xmlns:a16="http://schemas.microsoft.com/office/drawing/2014/main" id="{AB05A8E6-1E8D-0012-8B3A-4654BDFA7AAB}"/>
                  </a:ext>
                </a:extLst>
              </p:cNvPr>
              <p:cNvSpPr/>
              <p:nvPr/>
            </p:nvSpPr>
            <p:spPr>
              <a:xfrm>
                <a:off x="3383980" y="3959831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4" name="Rectangle 153">
                <a:extLst>
                  <a:ext uri="{FF2B5EF4-FFF2-40B4-BE49-F238E27FC236}">
                    <a16:creationId xmlns:a16="http://schemas.microsoft.com/office/drawing/2014/main" id="{E797C24B-86F6-7F0D-404E-A40E202A78DC}"/>
                  </a:ext>
                </a:extLst>
              </p:cNvPr>
              <p:cNvSpPr/>
              <p:nvPr/>
            </p:nvSpPr>
            <p:spPr>
              <a:xfrm>
                <a:off x="3383980" y="42428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5" name="Rectangle 154">
                <a:extLst>
                  <a:ext uri="{FF2B5EF4-FFF2-40B4-BE49-F238E27FC236}">
                    <a16:creationId xmlns:a16="http://schemas.microsoft.com/office/drawing/2014/main" id="{0BB10334-E7FC-A387-983B-E3090BCA344F}"/>
                  </a:ext>
                </a:extLst>
              </p:cNvPr>
              <p:cNvSpPr/>
              <p:nvPr/>
            </p:nvSpPr>
            <p:spPr>
              <a:xfrm>
                <a:off x="5537660" y="4514272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6" name="Rectangle 155">
                <a:extLst>
                  <a:ext uri="{FF2B5EF4-FFF2-40B4-BE49-F238E27FC236}">
                    <a16:creationId xmlns:a16="http://schemas.microsoft.com/office/drawing/2014/main" id="{F95E26A9-80A2-7E10-BB68-714EE13F5D4C}"/>
                  </a:ext>
                </a:extLst>
              </p:cNvPr>
              <p:cNvSpPr/>
              <p:nvPr/>
            </p:nvSpPr>
            <p:spPr>
              <a:xfrm>
                <a:off x="6560633" y="4513947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7" name="Rectangle 156">
                <a:extLst>
                  <a:ext uri="{FF2B5EF4-FFF2-40B4-BE49-F238E27FC236}">
                    <a16:creationId xmlns:a16="http://schemas.microsoft.com/office/drawing/2014/main" id="{D856EEFD-AEA3-5EF4-9F12-CDC12BBD5F40}"/>
                  </a:ext>
                </a:extLst>
              </p:cNvPr>
              <p:cNvSpPr/>
              <p:nvPr/>
            </p:nvSpPr>
            <p:spPr>
              <a:xfrm>
                <a:off x="5537660" y="479728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8" name="Rectangle 157">
                <a:extLst>
                  <a:ext uri="{FF2B5EF4-FFF2-40B4-BE49-F238E27FC236}">
                    <a16:creationId xmlns:a16="http://schemas.microsoft.com/office/drawing/2014/main" id="{F9BD1F6A-4082-7A52-8ED5-53D5510DD913}"/>
                  </a:ext>
                </a:extLst>
              </p:cNvPr>
              <p:cNvSpPr/>
              <p:nvPr/>
            </p:nvSpPr>
            <p:spPr>
              <a:xfrm>
                <a:off x="6560633" y="479696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59" name="Rectangle 158">
                <a:extLst>
                  <a:ext uri="{FF2B5EF4-FFF2-40B4-BE49-F238E27FC236}">
                    <a16:creationId xmlns:a16="http://schemas.microsoft.com/office/drawing/2014/main" id="{55708CFC-9C11-980F-C3FF-C4662B9EB319}"/>
                  </a:ext>
                </a:extLst>
              </p:cNvPr>
              <p:cNvSpPr/>
              <p:nvPr/>
            </p:nvSpPr>
            <p:spPr>
              <a:xfrm>
                <a:off x="4552708" y="4513947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0" name="Rectangle 159">
                <a:extLst>
                  <a:ext uri="{FF2B5EF4-FFF2-40B4-BE49-F238E27FC236}">
                    <a16:creationId xmlns:a16="http://schemas.microsoft.com/office/drawing/2014/main" id="{FF9B25BB-4BBE-9FDF-4047-7D665605087A}"/>
                  </a:ext>
                </a:extLst>
              </p:cNvPr>
              <p:cNvSpPr/>
              <p:nvPr/>
            </p:nvSpPr>
            <p:spPr>
              <a:xfrm>
                <a:off x="4552708" y="479696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1" name="Rectangle 160">
                <a:extLst>
                  <a:ext uri="{FF2B5EF4-FFF2-40B4-BE49-F238E27FC236}">
                    <a16:creationId xmlns:a16="http://schemas.microsoft.com/office/drawing/2014/main" id="{510DF4A0-3C62-E19B-D9C4-1C86849969F5}"/>
                  </a:ext>
                </a:extLst>
              </p:cNvPr>
              <p:cNvSpPr/>
              <p:nvPr/>
            </p:nvSpPr>
            <p:spPr>
              <a:xfrm>
                <a:off x="3968344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2" name="Rectangle 161">
                <a:extLst>
                  <a:ext uri="{FF2B5EF4-FFF2-40B4-BE49-F238E27FC236}">
                    <a16:creationId xmlns:a16="http://schemas.microsoft.com/office/drawing/2014/main" id="{80940EC3-FB6D-3D8B-BCF5-5DBB9E7E3920}"/>
                  </a:ext>
                </a:extLst>
              </p:cNvPr>
              <p:cNvSpPr/>
              <p:nvPr/>
            </p:nvSpPr>
            <p:spPr>
              <a:xfrm>
                <a:off x="3968344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3" name="Rectangle 162">
                <a:extLst>
                  <a:ext uri="{FF2B5EF4-FFF2-40B4-BE49-F238E27FC236}">
                    <a16:creationId xmlns:a16="http://schemas.microsoft.com/office/drawing/2014/main" id="{FE69A038-3179-2605-7F27-5C156A9BC51C}"/>
                  </a:ext>
                </a:extLst>
              </p:cNvPr>
              <p:cNvSpPr/>
              <p:nvPr/>
            </p:nvSpPr>
            <p:spPr>
              <a:xfrm>
                <a:off x="3383980" y="4513947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164" name="Rectangle 163">
                <a:extLst>
                  <a:ext uri="{FF2B5EF4-FFF2-40B4-BE49-F238E27FC236}">
                    <a16:creationId xmlns:a16="http://schemas.microsoft.com/office/drawing/2014/main" id="{24E21455-186A-199F-2984-CB8675AC0C57}"/>
                  </a:ext>
                </a:extLst>
              </p:cNvPr>
              <p:cNvSpPr/>
              <p:nvPr/>
            </p:nvSpPr>
            <p:spPr>
              <a:xfrm>
                <a:off x="3383980" y="479696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1" name="Rectangle 220">
                <a:extLst>
                  <a:ext uri="{FF2B5EF4-FFF2-40B4-BE49-F238E27FC236}">
                    <a16:creationId xmlns:a16="http://schemas.microsoft.com/office/drawing/2014/main" id="{96CAD645-40B8-9D77-61A6-0EE9C8624504}"/>
                  </a:ext>
                </a:extLst>
              </p:cNvPr>
              <p:cNvSpPr/>
              <p:nvPr/>
            </p:nvSpPr>
            <p:spPr>
              <a:xfrm>
                <a:off x="5533991" y="508811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2" name="Rectangle 221">
                <a:extLst>
                  <a:ext uri="{FF2B5EF4-FFF2-40B4-BE49-F238E27FC236}">
                    <a16:creationId xmlns:a16="http://schemas.microsoft.com/office/drawing/2014/main" id="{9A525169-7E14-3BD5-8295-D7FB4C910D32}"/>
                  </a:ext>
                </a:extLst>
              </p:cNvPr>
              <p:cNvSpPr/>
              <p:nvPr/>
            </p:nvSpPr>
            <p:spPr>
              <a:xfrm>
                <a:off x="6556964" y="508778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3" name="Rectangle 222">
                <a:extLst>
                  <a:ext uri="{FF2B5EF4-FFF2-40B4-BE49-F238E27FC236}">
                    <a16:creationId xmlns:a16="http://schemas.microsoft.com/office/drawing/2014/main" id="{4766BFB4-0493-DFE0-0117-16E17E518FCF}"/>
                  </a:ext>
                </a:extLst>
              </p:cNvPr>
              <p:cNvSpPr/>
              <p:nvPr/>
            </p:nvSpPr>
            <p:spPr>
              <a:xfrm>
                <a:off x="5533991" y="5371129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4" name="Rectangle 223">
                <a:extLst>
                  <a:ext uri="{FF2B5EF4-FFF2-40B4-BE49-F238E27FC236}">
                    <a16:creationId xmlns:a16="http://schemas.microsoft.com/office/drawing/2014/main" id="{8FF1C5A4-E7F2-04D7-F053-4D17A3B03EF2}"/>
                  </a:ext>
                </a:extLst>
              </p:cNvPr>
              <p:cNvSpPr/>
              <p:nvPr/>
            </p:nvSpPr>
            <p:spPr>
              <a:xfrm>
                <a:off x="6556964" y="5370804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5" name="Rectangle 224">
                <a:extLst>
                  <a:ext uri="{FF2B5EF4-FFF2-40B4-BE49-F238E27FC236}">
                    <a16:creationId xmlns:a16="http://schemas.microsoft.com/office/drawing/2014/main" id="{3DA92EB9-AF07-F590-E206-E358BF3EA036}"/>
                  </a:ext>
                </a:extLst>
              </p:cNvPr>
              <p:cNvSpPr/>
              <p:nvPr/>
            </p:nvSpPr>
            <p:spPr>
              <a:xfrm>
                <a:off x="4549039" y="508778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6" name="Rectangle 225">
                <a:extLst>
                  <a:ext uri="{FF2B5EF4-FFF2-40B4-BE49-F238E27FC236}">
                    <a16:creationId xmlns:a16="http://schemas.microsoft.com/office/drawing/2014/main" id="{CA0E97BF-E2D7-2EF1-00EA-8C0D91E2EA78}"/>
                  </a:ext>
                </a:extLst>
              </p:cNvPr>
              <p:cNvSpPr/>
              <p:nvPr/>
            </p:nvSpPr>
            <p:spPr>
              <a:xfrm>
                <a:off x="4549039" y="5370804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7" name="Rectangle 226">
                <a:extLst>
                  <a:ext uri="{FF2B5EF4-FFF2-40B4-BE49-F238E27FC236}">
                    <a16:creationId xmlns:a16="http://schemas.microsoft.com/office/drawing/2014/main" id="{ABA75C4A-A3B6-1A75-2298-0B13D802B99F}"/>
                  </a:ext>
                </a:extLst>
              </p:cNvPr>
              <p:cNvSpPr/>
              <p:nvPr/>
            </p:nvSpPr>
            <p:spPr>
              <a:xfrm>
                <a:off x="3964675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8" name="Rectangle 227">
                <a:extLst>
                  <a:ext uri="{FF2B5EF4-FFF2-40B4-BE49-F238E27FC236}">
                    <a16:creationId xmlns:a16="http://schemas.microsoft.com/office/drawing/2014/main" id="{04116680-5483-6245-9415-3B38C18C4A4B}"/>
                  </a:ext>
                </a:extLst>
              </p:cNvPr>
              <p:cNvSpPr/>
              <p:nvPr/>
            </p:nvSpPr>
            <p:spPr>
              <a:xfrm>
                <a:off x="3964675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29" name="Rectangle 228">
                <a:extLst>
                  <a:ext uri="{FF2B5EF4-FFF2-40B4-BE49-F238E27FC236}">
                    <a16:creationId xmlns:a16="http://schemas.microsoft.com/office/drawing/2014/main" id="{893FECAD-88A7-D414-4E7A-0F5AE36F5B1B}"/>
                  </a:ext>
                </a:extLst>
              </p:cNvPr>
              <p:cNvSpPr/>
              <p:nvPr/>
            </p:nvSpPr>
            <p:spPr>
              <a:xfrm>
                <a:off x="3380311" y="508778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0" name="Rectangle 229">
                <a:extLst>
                  <a:ext uri="{FF2B5EF4-FFF2-40B4-BE49-F238E27FC236}">
                    <a16:creationId xmlns:a16="http://schemas.microsoft.com/office/drawing/2014/main" id="{74ABBA68-9B72-7B93-4FCB-11A284D68FEB}"/>
                  </a:ext>
                </a:extLst>
              </p:cNvPr>
              <p:cNvSpPr/>
              <p:nvPr/>
            </p:nvSpPr>
            <p:spPr>
              <a:xfrm>
                <a:off x="3380311" y="5370804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1" name="Rectangle 230">
                <a:extLst>
                  <a:ext uri="{FF2B5EF4-FFF2-40B4-BE49-F238E27FC236}">
                    <a16:creationId xmlns:a16="http://schemas.microsoft.com/office/drawing/2014/main" id="{1E06DA23-B62E-2384-19A0-6A15A23017EC}"/>
                  </a:ext>
                </a:extLst>
              </p:cNvPr>
              <p:cNvSpPr/>
              <p:nvPr/>
            </p:nvSpPr>
            <p:spPr>
              <a:xfrm>
                <a:off x="5537660" y="5660943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2" name="Rectangle 231">
                <a:extLst>
                  <a:ext uri="{FF2B5EF4-FFF2-40B4-BE49-F238E27FC236}">
                    <a16:creationId xmlns:a16="http://schemas.microsoft.com/office/drawing/2014/main" id="{45E90112-2679-5BCE-D7AC-123AB51D6964}"/>
                  </a:ext>
                </a:extLst>
              </p:cNvPr>
              <p:cNvSpPr/>
              <p:nvPr/>
            </p:nvSpPr>
            <p:spPr>
              <a:xfrm>
                <a:off x="6560633" y="5660618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3" name="Rectangle 232">
                <a:extLst>
                  <a:ext uri="{FF2B5EF4-FFF2-40B4-BE49-F238E27FC236}">
                    <a16:creationId xmlns:a16="http://schemas.microsoft.com/office/drawing/2014/main" id="{50B03CF7-AF7D-16B3-D165-02491293F01C}"/>
                  </a:ext>
                </a:extLst>
              </p:cNvPr>
              <p:cNvSpPr/>
              <p:nvPr/>
            </p:nvSpPr>
            <p:spPr>
              <a:xfrm>
                <a:off x="4552708" y="5660618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4" name="Rectangle 233">
                <a:extLst>
                  <a:ext uri="{FF2B5EF4-FFF2-40B4-BE49-F238E27FC236}">
                    <a16:creationId xmlns:a16="http://schemas.microsoft.com/office/drawing/2014/main" id="{E4A68354-B3D5-7C01-FA7C-5F900054DA62}"/>
                  </a:ext>
                </a:extLst>
              </p:cNvPr>
              <p:cNvSpPr/>
              <p:nvPr/>
            </p:nvSpPr>
            <p:spPr>
              <a:xfrm>
                <a:off x="3968344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5" name="Rectangle 234">
                <a:extLst>
                  <a:ext uri="{FF2B5EF4-FFF2-40B4-BE49-F238E27FC236}">
                    <a16:creationId xmlns:a16="http://schemas.microsoft.com/office/drawing/2014/main" id="{2D544A4F-9711-2A7D-CF44-55F65DC55840}"/>
                  </a:ext>
                </a:extLst>
              </p:cNvPr>
              <p:cNvSpPr/>
              <p:nvPr/>
            </p:nvSpPr>
            <p:spPr>
              <a:xfrm>
                <a:off x="3383980" y="5660618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6" name="Rectangle 235">
                <a:extLst>
                  <a:ext uri="{FF2B5EF4-FFF2-40B4-BE49-F238E27FC236}">
                    <a16:creationId xmlns:a16="http://schemas.microsoft.com/office/drawing/2014/main" id="{24620DAD-CC44-D3FA-BCB7-30CB0BBEF1C6}"/>
                  </a:ext>
                </a:extLst>
              </p:cNvPr>
              <p:cNvSpPr/>
              <p:nvPr/>
            </p:nvSpPr>
            <p:spPr>
              <a:xfrm>
                <a:off x="5533991" y="5951768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7" name="Rectangle 236">
                <a:extLst>
                  <a:ext uri="{FF2B5EF4-FFF2-40B4-BE49-F238E27FC236}">
                    <a16:creationId xmlns:a16="http://schemas.microsoft.com/office/drawing/2014/main" id="{DE56E41E-FFA1-D8AE-1A93-0622AD282D03}"/>
                  </a:ext>
                </a:extLst>
              </p:cNvPr>
              <p:cNvSpPr/>
              <p:nvPr/>
            </p:nvSpPr>
            <p:spPr>
              <a:xfrm>
                <a:off x="6556964" y="5951443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8" name="Rectangle 237">
                <a:extLst>
                  <a:ext uri="{FF2B5EF4-FFF2-40B4-BE49-F238E27FC236}">
                    <a16:creationId xmlns:a16="http://schemas.microsoft.com/office/drawing/2014/main" id="{4BDF3F94-6733-2747-2E7C-139C5E13C884}"/>
                  </a:ext>
                </a:extLst>
              </p:cNvPr>
              <p:cNvSpPr/>
              <p:nvPr/>
            </p:nvSpPr>
            <p:spPr>
              <a:xfrm>
                <a:off x="5533991" y="6234784"/>
                <a:ext cx="98242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39" name="Rectangle 238">
                <a:extLst>
                  <a:ext uri="{FF2B5EF4-FFF2-40B4-BE49-F238E27FC236}">
                    <a16:creationId xmlns:a16="http://schemas.microsoft.com/office/drawing/2014/main" id="{AF69C374-D6C5-26C6-440C-4E94EE4EFD22}"/>
                  </a:ext>
                </a:extLst>
              </p:cNvPr>
              <p:cNvSpPr/>
              <p:nvPr/>
            </p:nvSpPr>
            <p:spPr>
              <a:xfrm>
                <a:off x="6556964" y="6234459"/>
                <a:ext cx="855795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0" name="Rectangle 239">
                <a:extLst>
                  <a:ext uri="{FF2B5EF4-FFF2-40B4-BE49-F238E27FC236}">
                    <a16:creationId xmlns:a16="http://schemas.microsoft.com/office/drawing/2014/main" id="{7719175A-3271-E807-3FAD-A6EF5EADA2C7}"/>
                  </a:ext>
                </a:extLst>
              </p:cNvPr>
              <p:cNvSpPr/>
              <p:nvPr/>
            </p:nvSpPr>
            <p:spPr>
              <a:xfrm>
                <a:off x="4549039" y="5951443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1" name="Rectangle 240">
                <a:extLst>
                  <a:ext uri="{FF2B5EF4-FFF2-40B4-BE49-F238E27FC236}">
                    <a16:creationId xmlns:a16="http://schemas.microsoft.com/office/drawing/2014/main" id="{D15B29C4-9BFA-DE24-1EC6-B439676A2DA5}"/>
                  </a:ext>
                </a:extLst>
              </p:cNvPr>
              <p:cNvSpPr/>
              <p:nvPr/>
            </p:nvSpPr>
            <p:spPr>
              <a:xfrm>
                <a:off x="4549039" y="6234459"/>
                <a:ext cx="944404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2" name="Rectangle 241">
                <a:extLst>
                  <a:ext uri="{FF2B5EF4-FFF2-40B4-BE49-F238E27FC236}">
                    <a16:creationId xmlns:a16="http://schemas.microsoft.com/office/drawing/2014/main" id="{6B7C94AD-232A-49F9-5EB4-16EA522ED1FA}"/>
                  </a:ext>
                </a:extLst>
              </p:cNvPr>
              <p:cNvSpPr/>
              <p:nvPr/>
            </p:nvSpPr>
            <p:spPr>
              <a:xfrm>
                <a:off x="3964675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3" name="Rectangle 242">
                <a:extLst>
                  <a:ext uri="{FF2B5EF4-FFF2-40B4-BE49-F238E27FC236}">
                    <a16:creationId xmlns:a16="http://schemas.microsoft.com/office/drawing/2014/main" id="{70CEC693-8B48-EA8E-231E-7463AF9F70DD}"/>
                  </a:ext>
                </a:extLst>
              </p:cNvPr>
              <p:cNvSpPr/>
              <p:nvPr/>
            </p:nvSpPr>
            <p:spPr>
              <a:xfrm>
                <a:off x="3964675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4" name="Rectangle 243">
                <a:extLst>
                  <a:ext uri="{FF2B5EF4-FFF2-40B4-BE49-F238E27FC236}">
                    <a16:creationId xmlns:a16="http://schemas.microsoft.com/office/drawing/2014/main" id="{AFD41FA6-72B0-7909-1B63-F07B54166486}"/>
                  </a:ext>
                </a:extLst>
              </p:cNvPr>
              <p:cNvSpPr/>
              <p:nvPr/>
            </p:nvSpPr>
            <p:spPr>
              <a:xfrm>
                <a:off x="3380311" y="5951443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  <p:sp>
            <p:nvSpPr>
              <p:cNvPr id="245" name="Rectangle 244">
                <a:extLst>
                  <a:ext uri="{FF2B5EF4-FFF2-40B4-BE49-F238E27FC236}">
                    <a16:creationId xmlns:a16="http://schemas.microsoft.com/office/drawing/2014/main" id="{3F56C790-7DA9-29BC-F96D-DF33FA0342EF}"/>
                  </a:ext>
                </a:extLst>
              </p:cNvPr>
              <p:cNvSpPr/>
              <p:nvPr/>
            </p:nvSpPr>
            <p:spPr>
              <a:xfrm>
                <a:off x="3380311" y="6234459"/>
                <a:ext cx="543816" cy="245837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1" anchor="ctr"/>
              <a:lstStyle/>
              <a:p>
                <a:pPr algn="ctr"/>
                <a:endParaRPr lang="fa-IR" sz="873">
                  <a:solidFill>
                    <a:schemeClr val="tx1"/>
                  </a:solidFill>
                  <a:latin typeface="Tahoma" panose="020B0604030504040204" pitchFamily="34" charset="0"/>
                  <a:ea typeface="Tahoma" panose="020B0604030504040204" pitchFamily="34" charset="0"/>
                  <a:cs typeface="Tahoma" panose="020B0604030504040204" pitchFamily="34" charset="0"/>
                </a:endParaRPr>
              </a:p>
            </p:txBody>
          </p:sp>
        </p:grpSp>
        <p:sp>
          <p:nvSpPr>
            <p:cNvPr id="247" name="Isosceles Triangle 246">
              <a:extLst>
                <a:ext uri="{FF2B5EF4-FFF2-40B4-BE49-F238E27FC236}">
                  <a16:creationId xmlns:a16="http://schemas.microsoft.com/office/drawing/2014/main" id="{C4A46EBE-4743-0A85-E243-793C70A689CA}"/>
                </a:ext>
              </a:extLst>
            </p:cNvPr>
            <p:cNvSpPr/>
            <p:nvPr/>
          </p:nvSpPr>
          <p:spPr>
            <a:xfrm rot="10800000">
              <a:off x="6912372" y="337801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8" name="Isosceles Triangle 247">
              <a:extLst>
                <a:ext uri="{FF2B5EF4-FFF2-40B4-BE49-F238E27FC236}">
                  <a16:creationId xmlns:a16="http://schemas.microsoft.com/office/drawing/2014/main" id="{E35B1F6C-AACF-1847-90D2-BD856DED2A31}"/>
                </a:ext>
              </a:extLst>
            </p:cNvPr>
            <p:cNvSpPr/>
            <p:nvPr/>
          </p:nvSpPr>
          <p:spPr>
            <a:xfrm rot="10800000">
              <a:off x="6942279" y="617678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49" name="Isosceles Triangle 248">
              <a:extLst>
                <a:ext uri="{FF2B5EF4-FFF2-40B4-BE49-F238E27FC236}">
                  <a16:creationId xmlns:a16="http://schemas.microsoft.com/office/drawing/2014/main" id="{AF6316A2-447E-CCC2-9E06-E3537AFA2174}"/>
                </a:ext>
              </a:extLst>
            </p:cNvPr>
            <p:cNvSpPr/>
            <p:nvPr/>
          </p:nvSpPr>
          <p:spPr>
            <a:xfrm rot="10800000">
              <a:off x="4552661" y="623665"/>
              <a:ext cx="204989" cy="171745"/>
            </a:xfrm>
            <a:prstGeom prst="triangle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/>
              <a:endParaRPr lang="fa-IR"/>
            </a:p>
          </p:txBody>
        </p:sp>
        <p:sp>
          <p:nvSpPr>
            <p:cNvPr id="251" name="Rectangle 250">
              <a:extLst>
                <a:ext uri="{FF2B5EF4-FFF2-40B4-BE49-F238E27FC236}">
                  <a16:creationId xmlns:a16="http://schemas.microsoft.com/office/drawing/2014/main" id="{4FF6A9CC-E243-24A9-08F6-87E5889950F8}"/>
                </a:ext>
              </a:extLst>
            </p:cNvPr>
            <p:cNvSpPr/>
            <p:nvPr/>
          </p:nvSpPr>
          <p:spPr>
            <a:xfrm>
              <a:off x="3385486" y="6444627"/>
              <a:ext cx="4030942" cy="144016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1" anchor="ctr"/>
            <a:lstStyle/>
            <a:p>
              <a:pPr algn="ctr" rtl="0"/>
              <a:r>
                <a:rPr lang="en-US" sz="952">
                  <a:solidFill>
                    <a:schemeClr val="accent6">
                      <a:lumMod val="75000"/>
                    </a:schemeClr>
                  </a:solidFill>
                </a:rPr>
                <a:t>Weekly</a:t>
              </a:r>
              <a:endParaRPr lang="fa-IR" sz="1111">
                <a:solidFill>
                  <a:schemeClr val="accent6">
                    <a:lumMod val="75000"/>
                  </a:schemeClr>
                </a:solidFill>
              </a:endParaRPr>
            </a:p>
          </p:txBody>
        </p:sp>
      </p:grpSp>
      <p:sp>
        <p:nvSpPr>
          <p:cNvPr id="252" name="Isosceles Triangle 251">
            <a:extLst>
              <a:ext uri="{FF2B5EF4-FFF2-40B4-BE49-F238E27FC236}">
                <a16:creationId xmlns:a16="http://schemas.microsoft.com/office/drawing/2014/main" id="{1F63CF5A-00A4-860E-7149-15443BFA5FC6}"/>
              </a:ext>
            </a:extLst>
          </p:cNvPr>
          <p:cNvSpPr/>
          <p:nvPr/>
        </p:nvSpPr>
        <p:spPr>
          <a:xfrm rot="10800000">
            <a:off x="2280260" y="363728"/>
            <a:ext cx="162696" cy="136311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  <p:sp>
        <p:nvSpPr>
          <p:cNvPr id="253" name="Isosceles Triangle 252">
            <a:extLst>
              <a:ext uri="{FF2B5EF4-FFF2-40B4-BE49-F238E27FC236}">
                <a16:creationId xmlns:a16="http://schemas.microsoft.com/office/drawing/2014/main" id="{80914446-B444-5BB1-5726-5D32F138036D}"/>
              </a:ext>
            </a:extLst>
          </p:cNvPr>
          <p:cNvSpPr/>
          <p:nvPr/>
        </p:nvSpPr>
        <p:spPr>
          <a:xfrm rot="10800000">
            <a:off x="2280259" y="728895"/>
            <a:ext cx="162696" cy="136311"/>
          </a:xfrm>
          <a:prstGeom prst="triangle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1" anchor="ctr"/>
          <a:lstStyle/>
          <a:p>
            <a:pPr algn="ctr"/>
            <a:endParaRPr lang="fa-IR"/>
          </a:p>
        </p:txBody>
      </p:sp>
    </p:spTree>
    <p:extLst>
      <p:ext uri="{BB962C8B-B14F-4D97-AF65-F5344CB8AC3E}">
        <p14:creationId xmlns:p14="http://schemas.microsoft.com/office/powerpoint/2010/main" val="963246894"/>
      </p:ext>
    </p:extLst>
  </p:cSld>
  <p:clrMapOvr>
    <a:masterClrMapping/>
  </p:clrMapOvr>
</p:sld>
</file>

<file path=ppt/theme/theme1.xml><?xml version="1.0" encoding="utf-8"?>
<a:theme xmlns:a="http://schemas.openxmlformats.org/drawingml/2006/main" name="Blank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solidFill>
          <a:schemeClr val="bg1"/>
        </a:solidFill>
        <a:ln w="28575">
          <a:solidFill>
            <a:schemeClr val="tx1"/>
          </a:solidFill>
          <a:prstDash val="solid"/>
        </a:ln>
        <a:effectLst/>
      </a:spPr>
      <a:bodyPr rtlCol="1" anchor="ctr"/>
      <a:lstStyle>
        <a:defPPr algn="r" rtl="1">
          <a:defRPr sz="4400" b="1" smtClean="0">
            <a:solidFill>
              <a:schemeClr val="bg1"/>
            </a:solidFill>
            <a:highlight>
              <a:srgbClr val="800080"/>
            </a:highlight>
            <a:latin typeface="Segoe UI" panose="020B0502040204020203" pitchFamily="34" charset="0"/>
            <a:cs typeface="Segoe UI" panose="020B0502040204020203" pitchFamily="34" charset="0"/>
          </a:defRPr>
        </a:defPPr>
      </a:lstStyle>
      <a:style>
        <a:lnRef idx="0">
          <a:schemeClr val="accent4"/>
        </a:lnRef>
        <a:fillRef idx="3">
          <a:schemeClr val="accent4"/>
        </a:fillRef>
        <a:effectRef idx="3">
          <a:schemeClr val="accent4"/>
        </a:effectRef>
        <a:fontRef idx="minor">
          <a:schemeClr val="lt1"/>
        </a:fontRef>
      </a:style>
    </a:spDef>
    <a:txDef>
      <a:spPr>
        <a:noFill/>
      </a:spPr>
      <a:bodyPr wrap="square" rtlCol="1">
        <a:spAutoFit/>
      </a:bodyPr>
      <a:lstStyle>
        <a:defPPr algn="l" rtl="0">
          <a:defRPr sz="1100" smtClean="0">
            <a:solidFill>
              <a:srgbClr val="FF0000"/>
            </a:solidFill>
            <a:latin typeface="Consolas" panose="020B0609020204030204" pitchFamily="49" charset="0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User Theme: 2">
  <a:themeElements>
    <a:clrScheme name="User Theme: 2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User Theme: 2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User Theme: 2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lumMod val="102000"/>
                <a:satMod val="103000"/>
                <a:tint val="94000"/>
              </a:schemeClr>
            </a:gs>
            <a:gs pos="50000">
              <a:schemeClr val="phClr">
                <a:lumMod val="100000"/>
                <a:satMod val="110000"/>
                <a:shade val="100000"/>
              </a:schemeClr>
            </a:gs>
            <a:gs pos="100000">
              <a:schemeClr val="phClr">
                <a:lumMod val="120000"/>
                <a:satMod val="99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miter lim="800000"/>
        </a:ln>
        <a:ln w="12700" cap="flat" cmpd="sng" algn="ctr">
          <a:solidFill>
            <a:schemeClr val="phClr"/>
          </a:solidFill>
          <a:miter lim="800000"/>
        </a:ln>
        <a:ln w="19050" cap="flat" cmpd="sng" algn="ctr">
          <a:solidFill>
            <a:schemeClr val="phClr"/>
          </a:solidFill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lumMod val="102000"/>
                <a:satMod val="150000"/>
                <a:tint val="93000"/>
                <a:shade val="98000"/>
              </a:schemeClr>
            </a:gs>
            <a:gs pos="50000">
              <a:schemeClr val="phClr">
                <a:lumMod val="103000"/>
                <a:satMod val="130000"/>
                <a:tint val="98000"/>
                <a:shade val="90000"/>
              </a:schemeClr>
            </a:gs>
            <a:gs pos="100000">
              <a:schemeClr val="phClr">
                <a:satMod val="120000"/>
                <a:shade val="63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7706</TotalTime>
  <Words>519</Words>
  <Application>Microsoft Office PowerPoint</Application>
  <PresentationFormat>A4 Paper (210x297 mm)</PresentationFormat>
  <Paragraphs>310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Arial</vt:lpstr>
      <vt:lpstr>Consolas</vt:lpstr>
      <vt:lpstr>Rastanty Cortez</vt:lpstr>
      <vt:lpstr>Segoe UI</vt:lpstr>
      <vt:lpstr>Tahoma</vt:lpstr>
      <vt:lpstr>Walbaum Display Light</vt:lpstr>
      <vt:lpstr>Blank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Majid SharifiTehrani</cp:lastModifiedBy>
  <cp:revision>595</cp:revision>
  <cp:lastPrinted>2026-10-21T04:56:04Z</cp:lastPrinted>
  <dcterms:modified xsi:type="dcterms:W3CDTF">2026-10-21T16:00:43Z</dcterms:modified>
</cp:coreProperties>
</file>